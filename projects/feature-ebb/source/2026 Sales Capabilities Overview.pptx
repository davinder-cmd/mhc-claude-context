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190.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67" r:id="rId5"/>
    <p:sldMasterId id="2147483868" r:id="rId6"/>
    <p:sldMasterId id="2147483869" r:id="rId7"/>
    <p:sldMasterId id="2147483870" r:id="rId8"/>
    <p:sldMasterId id="2147483871" r:id="rId9"/>
    <p:sldMasterId id="2147483872" r:id="rId10"/>
    <p:sldMasterId id="2147483873" r:id="rId11"/>
    <p:sldMasterId id="2147483874"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Lst>
  <p:sldSz cy="5143500" cx="9144000"/>
  <p:notesSz cx="6858000" cy="9144000"/>
  <p:embeddedFontLst>
    <p:embeddedFont>
      <p:font typeface="Play"/>
      <p:regular r:id="rId58"/>
      <p:bold r:id="rId59"/>
    </p:embeddedFont>
    <p:embeddedFont>
      <p:font typeface="Raleway"/>
      <p:regular r:id="rId60"/>
      <p:bold r:id="rId61"/>
      <p:italic r:id="rId62"/>
      <p:boldItalic r:id="rId63"/>
    </p:embeddedFont>
    <p:embeddedFont>
      <p:font typeface="Raleway Medium"/>
      <p:regular r:id="rId64"/>
      <p:bold r:id="rId65"/>
      <p:italic r:id="rId66"/>
      <p:boldItalic r:id="rId67"/>
    </p:embeddedFont>
    <p:embeddedFont>
      <p:font typeface="Helvetica Neue"/>
      <p:regular r:id="rId68"/>
      <p:bold r:id="rId69"/>
      <p:italic r:id="rId70"/>
      <p:boldItalic r:id="rId71"/>
    </p:embeddedFont>
    <p:embeddedFont>
      <p:font typeface="Merriweather"/>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iel Martin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03E1D6-43CD-4430-A425-B616B448AAAA}">
  <a:tblStyle styleId="{2D03E1D6-43CD-4430-A425-B616B448AA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21C533D-2957-4E22-AE31-41531D49196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27.xml"/><Relationship Id="rId42" Type="http://schemas.openxmlformats.org/officeDocument/2006/relationships/slide" Target="slides/slide29.xml"/><Relationship Id="rId41" Type="http://schemas.openxmlformats.org/officeDocument/2006/relationships/slide" Target="slides/slide28.xml"/><Relationship Id="rId44" Type="http://schemas.openxmlformats.org/officeDocument/2006/relationships/slide" Target="slides/slide31.xml"/><Relationship Id="rId43" Type="http://schemas.openxmlformats.org/officeDocument/2006/relationships/slide" Target="slides/slide30.xml"/><Relationship Id="rId46" Type="http://schemas.openxmlformats.org/officeDocument/2006/relationships/slide" Target="slides/slide33.xml"/><Relationship Id="rId45" Type="http://schemas.openxmlformats.org/officeDocument/2006/relationships/slide" Target="slides/slide32.xml"/><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Master" Target="slideMasters/slideMaster5.xml"/><Relationship Id="rId48" Type="http://schemas.openxmlformats.org/officeDocument/2006/relationships/slide" Target="slides/slide35.xml"/><Relationship Id="rId47" Type="http://schemas.openxmlformats.org/officeDocument/2006/relationships/slide" Target="slides/slide34.xml"/><Relationship Id="rId49" Type="http://schemas.openxmlformats.org/officeDocument/2006/relationships/slide" Target="slides/slide36.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Merriweather-bold.fntdata"/><Relationship Id="rId72" Type="http://schemas.openxmlformats.org/officeDocument/2006/relationships/font" Target="fonts/Merriweather-regular.fntdata"/><Relationship Id="rId31" Type="http://schemas.openxmlformats.org/officeDocument/2006/relationships/slide" Target="slides/slide18.xml"/><Relationship Id="rId75" Type="http://schemas.openxmlformats.org/officeDocument/2006/relationships/font" Target="fonts/Merriweather-boldItalic.fntdata"/><Relationship Id="rId30" Type="http://schemas.openxmlformats.org/officeDocument/2006/relationships/slide" Target="slides/slide17.xml"/><Relationship Id="rId74" Type="http://schemas.openxmlformats.org/officeDocument/2006/relationships/font" Target="fonts/Merriweather-italic.fntdata"/><Relationship Id="rId33" Type="http://schemas.openxmlformats.org/officeDocument/2006/relationships/slide" Target="slides/slide20.xml"/><Relationship Id="rId32" Type="http://schemas.openxmlformats.org/officeDocument/2006/relationships/slide" Target="slides/slide19.xml"/><Relationship Id="rId35" Type="http://schemas.openxmlformats.org/officeDocument/2006/relationships/slide" Target="slides/slide22.xml"/><Relationship Id="rId34" Type="http://schemas.openxmlformats.org/officeDocument/2006/relationships/slide" Target="slides/slide21.xml"/><Relationship Id="rId71" Type="http://schemas.openxmlformats.org/officeDocument/2006/relationships/font" Target="fonts/HelveticaNeue-boldItalic.fntdata"/><Relationship Id="rId70" Type="http://schemas.openxmlformats.org/officeDocument/2006/relationships/font" Target="fonts/HelveticaNeue-italic.fntdata"/><Relationship Id="rId37" Type="http://schemas.openxmlformats.org/officeDocument/2006/relationships/slide" Target="slides/slide24.xml"/><Relationship Id="rId36" Type="http://schemas.openxmlformats.org/officeDocument/2006/relationships/slide" Target="slides/slide23.xml"/><Relationship Id="rId39" Type="http://schemas.openxmlformats.org/officeDocument/2006/relationships/slide" Target="slides/slide26.xml"/><Relationship Id="rId38" Type="http://schemas.openxmlformats.org/officeDocument/2006/relationships/slide" Target="slides/slide25.xml"/><Relationship Id="rId62" Type="http://schemas.openxmlformats.org/officeDocument/2006/relationships/font" Target="fonts/Raleway-italic.fntdata"/><Relationship Id="rId61" Type="http://schemas.openxmlformats.org/officeDocument/2006/relationships/font" Target="fonts/Raleway-bold.fntdata"/><Relationship Id="rId20" Type="http://schemas.openxmlformats.org/officeDocument/2006/relationships/slide" Target="slides/slide7.xml"/><Relationship Id="rId64" Type="http://schemas.openxmlformats.org/officeDocument/2006/relationships/font" Target="fonts/RalewayMedium-regular.fntdata"/><Relationship Id="rId63" Type="http://schemas.openxmlformats.org/officeDocument/2006/relationships/font" Target="fonts/Raleway-boldItalic.fntdata"/><Relationship Id="rId22" Type="http://schemas.openxmlformats.org/officeDocument/2006/relationships/slide" Target="slides/slide9.xml"/><Relationship Id="rId66" Type="http://schemas.openxmlformats.org/officeDocument/2006/relationships/font" Target="fonts/RalewayMedium-italic.fntdata"/><Relationship Id="rId21" Type="http://schemas.openxmlformats.org/officeDocument/2006/relationships/slide" Target="slides/slide8.xml"/><Relationship Id="rId65" Type="http://schemas.openxmlformats.org/officeDocument/2006/relationships/font" Target="fonts/RalewayMedium-bold.fntdata"/><Relationship Id="rId24" Type="http://schemas.openxmlformats.org/officeDocument/2006/relationships/slide" Target="slides/slide11.xml"/><Relationship Id="rId68" Type="http://schemas.openxmlformats.org/officeDocument/2006/relationships/font" Target="fonts/HelveticaNeue-regular.fntdata"/><Relationship Id="rId23" Type="http://schemas.openxmlformats.org/officeDocument/2006/relationships/slide" Target="slides/slide10.xml"/><Relationship Id="rId67" Type="http://schemas.openxmlformats.org/officeDocument/2006/relationships/font" Target="fonts/RalewayMedium-boldItalic.fntdata"/><Relationship Id="rId60" Type="http://schemas.openxmlformats.org/officeDocument/2006/relationships/font" Target="fonts/Raleway-regular.fntdata"/><Relationship Id="rId26" Type="http://schemas.openxmlformats.org/officeDocument/2006/relationships/slide" Target="slides/slide13.xml"/><Relationship Id="rId25" Type="http://schemas.openxmlformats.org/officeDocument/2006/relationships/slide" Target="slides/slide12.xml"/><Relationship Id="rId69" Type="http://schemas.openxmlformats.org/officeDocument/2006/relationships/font" Target="fonts/HelveticaNeue-bold.fntdata"/><Relationship Id="rId28" Type="http://schemas.openxmlformats.org/officeDocument/2006/relationships/slide" Target="slides/slide15.xml"/><Relationship Id="rId27" Type="http://schemas.openxmlformats.org/officeDocument/2006/relationships/slide" Target="slides/slide14.xml"/><Relationship Id="rId29" Type="http://schemas.openxmlformats.org/officeDocument/2006/relationships/slide" Target="slides/slide16.xml"/><Relationship Id="rId51" Type="http://schemas.openxmlformats.org/officeDocument/2006/relationships/slide" Target="slides/slide38.xml"/><Relationship Id="rId50" Type="http://schemas.openxmlformats.org/officeDocument/2006/relationships/slide" Target="slides/slide37.xml"/><Relationship Id="rId53" Type="http://schemas.openxmlformats.org/officeDocument/2006/relationships/slide" Target="slides/slide40.xml"/><Relationship Id="rId52" Type="http://schemas.openxmlformats.org/officeDocument/2006/relationships/slide" Target="slides/slide39.xml"/><Relationship Id="rId11" Type="http://schemas.openxmlformats.org/officeDocument/2006/relationships/slideMaster" Target="slideMasters/slideMaster7.xml"/><Relationship Id="rId55" Type="http://schemas.openxmlformats.org/officeDocument/2006/relationships/slide" Target="slides/slide42.xml"/><Relationship Id="rId10" Type="http://schemas.openxmlformats.org/officeDocument/2006/relationships/slideMaster" Target="slideMasters/slideMaster6.xml"/><Relationship Id="rId54" Type="http://schemas.openxmlformats.org/officeDocument/2006/relationships/slide" Target="slides/slide41.xml"/><Relationship Id="rId13" Type="http://schemas.openxmlformats.org/officeDocument/2006/relationships/notesMaster" Target="notesMasters/notesMaster1.xml"/><Relationship Id="rId57" Type="http://schemas.openxmlformats.org/officeDocument/2006/relationships/slide" Target="slides/slide44.xml"/><Relationship Id="rId12" Type="http://schemas.openxmlformats.org/officeDocument/2006/relationships/slideMaster" Target="slideMasters/slideMaster8.xml"/><Relationship Id="rId56" Type="http://schemas.openxmlformats.org/officeDocument/2006/relationships/slide" Target="slides/slide43.xml"/><Relationship Id="rId15" Type="http://schemas.openxmlformats.org/officeDocument/2006/relationships/slide" Target="slides/slide2.xml"/><Relationship Id="rId59" Type="http://schemas.openxmlformats.org/officeDocument/2006/relationships/font" Target="fonts/Play-bold.fntdata"/><Relationship Id="rId14" Type="http://schemas.openxmlformats.org/officeDocument/2006/relationships/slide" Target="slides/slide1.xml"/><Relationship Id="rId58" Type="http://schemas.openxmlformats.org/officeDocument/2006/relationships/font" Target="fonts/Play-regular.fntdata"/><Relationship Id="rId17" Type="http://schemas.openxmlformats.org/officeDocument/2006/relationships/slide" Target="slides/slide4.xml"/><Relationship Id="rId16" Type="http://schemas.openxmlformats.org/officeDocument/2006/relationships/slide" Target="slides/slide3.xml"/><Relationship Id="rId19" Type="http://schemas.openxmlformats.org/officeDocument/2006/relationships/slide" Target="slides/slide6.xml"/><Relationship Id="rId18"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03T01:08:08.797">
    <p:pos x="6000" y="0"/>
    <p:text>@john@mobilehealthconsumer.com 
Reduced text. How's this look? Better?
Thanks,
Mariel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3bd05a9c14b_2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7" name="Google Shape;1607;g3bd05a9c14b_2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608" name="Google Shape;1608;g3bd05a9c14b_2_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3bd05a9c14b_2_4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Challenge, “the problem to solve” </a:t>
            </a:r>
            <a:endParaRPr/>
          </a:p>
        </p:txBody>
      </p:sp>
      <p:sp>
        <p:nvSpPr>
          <p:cNvPr id="1618" name="Google Shape;1618;g3bd05a9c14b_2_4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3bd05a9c14b_2_59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6" name="Google Shape;1626;g3bd05a9c14b_2_59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g3c3f56977fa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9" name="Google Shape;1639;g3c3f56977fa_1_2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3c3f56977fa_1_8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lnSpc>
                <a:spcPct val="100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lnSpc>
                <a:spcPct val="100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t/>
            </a:r>
            <a:endParaRPr sz="12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644" name="Google Shape;1644;g3c3f56977fa_1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g3bcd938ce13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657" name="Google Shape;1657;g3bcd938ce13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3bcd938ce13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664" name="Google Shape;1664;g3bcd938ce13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g3c3f56977f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8" name="Google Shape;1678;g3c3f56977f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3bd05a9c14b_2_18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4" name="Google Shape;1684;g3bd05a9c14b_2_18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g3c93ce586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g3c93ce586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g3bd05a9c14b_2_15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1" name="Google Shape;1731;g3bd05a9c14b_2_15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732" name="Google Shape;1732;g3bd05a9c14b_2_157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7" name="Shape 1777"/>
        <p:cNvGrpSpPr/>
        <p:nvPr/>
      </p:nvGrpSpPr>
      <p:grpSpPr>
        <a:xfrm>
          <a:off x="0" y="0"/>
          <a:ext cx="0" cy="0"/>
          <a:chOff x="0" y="0"/>
          <a:chExt cx="0" cy="0"/>
        </a:xfrm>
      </p:grpSpPr>
      <p:sp>
        <p:nvSpPr>
          <p:cNvPr id="1778" name="Google Shape;1778;g3c3f56977fa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lnSpc>
                <a:spcPct val="100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lnSpc>
                <a:spcPct val="100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t/>
            </a:r>
            <a:endParaRPr sz="12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779" name="Google Shape;1779;g3c3f56977fa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3c3f56977fa_1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lnSpc>
                <a:spcPct val="100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lnSpc>
                <a:spcPct val="100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t/>
            </a:r>
            <a:endParaRPr sz="12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785" name="Google Shape;1785;g3c3f56977fa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3bcd938ce13_4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3bcd938ce13_4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3bd05a9c14b_2_219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Modify with less text. Instead of a list, a maze of these steps. </a:t>
            </a:r>
            <a:endParaRPr/>
          </a:p>
        </p:txBody>
      </p:sp>
      <p:sp>
        <p:nvSpPr>
          <p:cNvPr id="1796" name="Google Shape;1796;g3bd05a9c14b_2_2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3bd05a9c14b_2_27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5" name="Google Shape;1805;g3bd05a9c14b_2_27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Suggested talk track:</a:t>
            </a:r>
            <a:endParaRPr/>
          </a:p>
          <a:p>
            <a:pPr indent="0" lvl="0" marL="0" rtl="0" algn="l">
              <a:lnSpc>
                <a:spcPct val="100000"/>
              </a:lnSpc>
              <a:spcBef>
                <a:spcPts val="0"/>
              </a:spcBef>
              <a:spcAft>
                <a:spcPts val="0"/>
              </a:spcAft>
              <a:buSzPts val="1100"/>
              <a:buNone/>
            </a:pPr>
            <a:r>
              <a:rPr lang="en"/>
              <a:t>-This kind of engagement doesn’t happen passively — it requires a deliberate move to activate digital-first care.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-Engagement doesn’t happen automatically — it happens when employers activate digital-first care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90% improve health</a:t>
            </a:r>
            <a:endParaRPr/>
          </a:p>
          <a:p>
            <a:pPr indent="0" lvl="0" marL="0" rtl="0" algn="l">
              <a:lnSpc>
                <a:spcPct val="100000"/>
              </a:lnSpc>
              <a:spcBef>
                <a:spcPts val="0"/>
              </a:spcBef>
              <a:spcAft>
                <a:spcPts val="0"/>
              </a:spcAft>
              <a:buSzPts val="1100"/>
              <a:buNone/>
            </a:pPr>
            <a:r>
              <a:rPr lang="en"/>
              <a:t>85</a:t>
            </a:r>
            <a:endParaRPr/>
          </a:p>
          <a:p>
            <a:pPr indent="0" lvl="0" marL="0" rtl="0" algn="l">
              <a:lnSpc>
                <a:spcPct val="100000"/>
              </a:lnSpc>
              <a:spcBef>
                <a:spcPts val="0"/>
              </a:spcBef>
              <a:spcAft>
                <a:spcPts val="0"/>
              </a:spcAft>
              <a:buSzPts val="1100"/>
              <a:buNone/>
            </a:pPr>
            <a:r>
              <a:rPr lang="en"/>
              <a:t>70</a:t>
            </a:r>
            <a:endParaRPr/>
          </a:p>
        </p:txBody>
      </p:sp>
      <p:sp>
        <p:nvSpPr>
          <p:cNvPr id="1806" name="Google Shape;1806;g3bd05a9c14b_2_27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g3bd05a9c14b_2_30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7" name="Google Shape;1837;g3bd05a9c14b_2_30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838" name="Google Shape;1838;g3bd05a9c14b_2_30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g3bd05a9c14b_2_329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rgbClr val="439235"/>
                </a:solidFill>
                <a:latin typeface="Raleway"/>
                <a:ea typeface="Raleway"/>
                <a:cs typeface="Raleway"/>
                <a:sym typeface="Raleway"/>
              </a:rPr>
              <a:t>Immediate access to care with Digital Care Paths (DCPs) shifts care from costly </a:t>
            </a:r>
            <a:endParaRPr sz="1400">
              <a:solidFill>
                <a:srgbClr val="439235"/>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n" sz="1400">
                <a:solidFill>
                  <a:srgbClr val="439235"/>
                </a:solidFill>
                <a:latin typeface="Raleway"/>
                <a:ea typeface="Raleway"/>
                <a:cs typeface="Raleway"/>
                <a:sym typeface="Raleway"/>
              </a:rPr>
              <a:t>community settings—reducing a major driver of overall spend.</a:t>
            </a:r>
            <a:endParaRPr/>
          </a:p>
        </p:txBody>
      </p:sp>
      <p:sp>
        <p:nvSpPr>
          <p:cNvPr id="1852" name="Google Shape;1852;g3bd05a9c14b_2_3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g3bd05a9c14b_2_35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4" name="Google Shape;1864;g3bd05a9c14b_2_3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3bd05a9c14b_2_4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g3bd05a9c14b_2_4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g3bd05a9c14b_2_40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6" name="Google Shape;1896;g3bd05a9c14b_2_40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g3bcd938ce13_4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3" name="Google Shape;1903;g3bcd938ce13_4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bd05a9c14b_2_48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8" name="Google Shape;1908;g3bd05a9c14b_2_48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0" name="Shape 1910"/>
        <p:cNvGrpSpPr/>
        <p:nvPr/>
      </p:nvGrpSpPr>
      <p:grpSpPr>
        <a:xfrm>
          <a:off x="0" y="0"/>
          <a:ext cx="0" cy="0"/>
          <a:chOff x="0" y="0"/>
          <a:chExt cx="0" cy="0"/>
        </a:xfrm>
      </p:grpSpPr>
      <p:sp>
        <p:nvSpPr>
          <p:cNvPr id="1911" name="Google Shape;1911;g3bcd938ce13_4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2" name="Google Shape;1912;g3bcd938ce13_4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g3c93ce586ea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aleway"/>
                <a:ea typeface="Raleway"/>
                <a:cs typeface="Raleway"/>
                <a:sym typeface="Raleway"/>
              </a:rPr>
              <a:t>Mobile Health is a single digital platform that acts as the front door to benefits and health programs.</a:t>
            </a:r>
            <a:endParaRPr>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lang="en">
                <a:latin typeface="Raleway"/>
                <a:ea typeface="Raleway"/>
                <a:cs typeface="Raleway"/>
                <a:sym typeface="Raleway"/>
              </a:rPr>
              <a:t>Instead of employees navigating multiple vendors, they have one place to:</a:t>
            </a: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Access digital care programs</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Receive personalized guidance</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Earn incentives</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Engage in condition-specific support</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Get answers when questions arise</a:t>
            </a:r>
            <a:br>
              <a:rPr lang="en">
                <a:latin typeface="Raleway"/>
                <a:ea typeface="Raleway"/>
                <a:cs typeface="Raleway"/>
                <a:sym typeface="Raleway"/>
              </a:rPr>
            </a:br>
            <a:endParaRPr>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lang="en">
                <a:latin typeface="Raleway"/>
                <a:ea typeface="Raleway"/>
                <a:cs typeface="Raleway"/>
                <a:sym typeface="Raleway"/>
              </a:rPr>
              <a:t>We focus on:</a:t>
            </a:r>
            <a:endParaRPr>
              <a:latin typeface="Raleway"/>
              <a:ea typeface="Raleway"/>
              <a:cs typeface="Raleway"/>
              <a:sym typeface="Raleway"/>
            </a:endParaRPr>
          </a:p>
          <a:p>
            <a:pPr indent="-298450" lvl="0" marL="457200" rtl="0" algn="l">
              <a:spcBef>
                <a:spcPts val="0"/>
              </a:spcBef>
              <a:spcAft>
                <a:spcPts val="0"/>
              </a:spcAft>
              <a:buClr>
                <a:schemeClr val="dk1"/>
              </a:buClr>
              <a:buSzPts val="1100"/>
              <a:buFont typeface="Raleway"/>
              <a:buChar char="●"/>
            </a:pPr>
            <a:r>
              <a:rPr lang="en">
                <a:latin typeface="Raleway"/>
                <a:ea typeface="Raleway"/>
                <a:cs typeface="Raleway"/>
                <a:sym typeface="Raleway"/>
              </a:rPr>
              <a:t>Affordability — reducing unnecessary high-cost care</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Clr>
                <a:schemeClr val="dk1"/>
              </a:buClr>
              <a:buSzPts val="1100"/>
              <a:buFont typeface="Raleway"/>
              <a:buChar char="●"/>
            </a:pPr>
            <a:r>
              <a:rPr lang="en">
                <a:latin typeface="Raleway"/>
                <a:ea typeface="Raleway"/>
                <a:cs typeface="Raleway"/>
                <a:sym typeface="Raleway"/>
              </a:rPr>
              <a:t>Access — immediate digital support</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Clr>
                <a:schemeClr val="dk1"/>
              </a:buClr>
              <a:buSzPts val="1100"/>
              <a:buFont typeface="Raleway"/>
              <a:buChar char="●"/>
            </a:pPr>
            <a:r>
              <a:rPr lang="en">
                <a:latin typeface="Raleway"/>
                <a:ea typeface="Raleway"/>
                <a:cs typeface="Raleway"/>
                <a:sym typeface="Raleway"/>
              </a:rPr>
              <a:t>Engagement — personalized outreach and guidance</a:t>
            </a:r>
            <a:br>
              <a:rPr lang="en">
                <a:latin typeface="Raleway"/>
                <a:ea typeface="Raleway"/>
                <a:cs typeface="Raleway"/>
                <a:sym typeface="Raleway"/>
              </a:rPr>
            </a:br>
            <a:endParaRPr>
              <a:latin typeface="Raleway"/>
              <a:ea typeface="Raleway"/>
              <a:cs typeface="Raleway"/>
              <a:sym typeface="Raleway"/>
            </a:endParaRPr>
          </a:p>
          <a:p>
            <a:pPr indent="-298450" lvl="0" marL="457200" rtl="0" algn="l">
              <a:lnSpc>
                <a:spcPct val="115000"/>
              </a:lnSpc>
              <a:spcBef>
                <a:spcPts val="0"/>
              </a:spcBef>
              <a:spcAft>
                <a:spcPts val="0"/>
              </a:spcAft>
              <a:buClr>
                <a:schemeClr val="dk1"/>
              </a:buClr>
              <a:buSzPts val="1100"/>
              <a:buChar char="●"/>
            </a:pPr>
            <a:r>
              <a:rPr lang="en">
                <a:latin typeface="Raleway"/>
                <a:ea typeface="Raleway"/>
                <a:cs typeface="Raleway"/>
                <a:sym typeface="Raleway"/>
              </a:rPr>
              <a:t>Simplification — consolidating vendors</a:t>
            </a:r>
            <a:br>
              <a:rPr lang="en">
                <a:solidFill>
                  <a:schemeClr val="dk1"/>
                </a:solidFill>
              </a:rPr>
            </a:br>
            <a:endParaRPr>
              <a:solidFill>
                <a:schemeClr val="dk1"/>
              </a:solidFill>
            </a:endParaRPr>
          </a:p>
          <a:p>
            <a:pPr indent="0" lvl="0" marL="0" rtl="0" algn="l">
              <a:spcBef>
                <a:spcPts val="1200"/>
              </a:spcBef>
              <a:spcAft>
                <a:spcPts val="0"/>
              </a:spcAft>
              <a:buNone/>
            </a:pPr>
            <a:r>
              <a:t/>
            </a:r>
            <a:endParaRPr sz="1200">
              <a:solidFill>
                <a:schemeClr val="dk1"/>
              </a:solidFill>
              <a:latin typeface="Helvetica Neue"/>
              <a:ea typeface="Helvetica Neue"/>
              <a:cs typeface="Helvetica Neue"/>
              <a:sym typeface="Helvetica Neue"/>
            </a:endParaRPr>
          </a:p>
        </p:txBody>
      </p:sp>
      <p:sp>
        <p:nvSpPr>
          <p:cNvPr id="1917" name="Google Shape;1917;g3c93ce586ea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2" name="Shape 1922"/>
        <p:cNvGrpSpPr/>
        <p:nvPr/>
      </p:nvGrpSpPr>
      <p:grpSpPr>
        <a:xfrm>
          <a:off x="0" y="0"/>
          <a:ext cx="0" cy="0"/>
          <a:chOff x="0" y="0"/>
          <a:chExt cx="0" cy="0"/>
        </a:xfrm>
      </p:grpSpPr>
      <p:sp>
        <p:nvSpPr>
          <p:cNvPr id="1923" name="Google Shape;1923;g3c93ce586ea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aleway"/>
                <a:ea typeface="Raleway"/>
                <a:cs typeface="Raleway"/>
                <a:sym typeface="Raleway"/>
              </a:rPr>
              <a:t>Mobile Health is a single digital platform that acts as the front door to benefits and health programs.</a:t>
            </a:r>
            <a:endParaRPr>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lang="en">
                <a:latin typeface="Raleway"/>
                <a:ea typeface="Raleway"/>
                <a:cs typeface="Raleway"/>
                <a:sym typeface="Raleway"/>
              </a:rPr>
              <a:t>Instead of employees navigating multiple vendors, they have one place to:</a:t>
            </a: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Access digital care programs</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Receive personalized guidance</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Earn incentives</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Engage in condition-specific support</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SzPts val="1100"/>
              <a:buFont typeface="Raleway"/>
              <a:buChar char="●"/>
            </a:pPr>
            <a:r>
              <a:rPr lang="en">
                <a:latin typeface="Raleway"/>
                <a:ea typeface="Raleway"/>
                <a:cs typeface="Raleway"/>
                <a:sym typeface="Raleway"/>
              </a:rPr>
              <a:t>Get answers when questions arise</a:t>
            </a:r>
            <a:br>
              <a:rPr lang="en">
                <a:latin typeface="Raleway"/>
                <a:ea typeface="Raleway"/>
                <a:cs typeface="Raleway"/>
                <a:sym typeface="Raleway"/>
              </a:rPr>
            </a:br>
            <a:endParaRPr>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lang="en">
                <a:latin typeface="Raleway"/>
                <a:ea typeface="Raleway"/>
                <a:cs typeface="Raleway"/>
                <a:sym typeface="Raleway"/>
              </a:rPr>
              <a:t>We focus on:</a:t>
            </a:r>
            <a:endParaRPr>
              <a:latin typeface="Raleway"/>
              <a:ea typeface="Raleway"/>
              <a:cs typeface="Raleway"/>
              <a:sym typeface="Raleway"/>
            </a:endParaRPr>
          </a:p>
          <a:p>
            <a:pPr indent="-298450" lvl="0" marL="457200" rtl="0" algn="l">
              <a:spcBef>
                <a:spcPts val="0"/>
              </a:spcBef>
              <a:spcAft>
                <a:spcPts val="0"/>
              </a:spcAft>
              <a:buClr>
                <a:schemeClr val="dk1"/>
              </a:buClr>
              <a:buSzPts val="1100"/>
              <a:buFont typeface="Raleway"/>
              <a:buChar char="●"/>
            </a:pPr>
            <a:r>
              <a:rPr lang="en">
                <a:latin typeface="Raleway"/>
                <a:ea typeface="Raleway"/>
                <a:cs typeface="Raleway"/>
                <a:sym typeface="Raleway"/>
              </a:rPr>
              <a:t>Affordability — reducing unnecessary high-cost care</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Clr>
                <a:schemeClr val="dk1"/>
              </a:buClr>
              <a:buSzPts val="1100"/>
              <a:buFont typeface="Raleway"/>
              <a:buChar char="●"/>
            </a:pPr>
            <a:r>
              <a:rPr lang="en">
                <a:latin typeface="Raleway"/>
                <a:ea typeface="Raleway"/>
                <a:cs typeface="Raleway"/>
                <a:sym typeface="Raleway"/>
              </a:rPr>
              <a:t>Access — immediate digital support</a:t>
            </a:r>
            <a:br>
              <a:rPr lang="en">
                <a:latin typeface="Raleway"/>
                <a:ea typeface="Raleway"/>
                <a:cs typeface="Raleway"/>
                <a:sym typeface="Raleway"/>
              </a:rPr>
            </a:br>
            <a:endParaRPr>
              <a:latin typeface="Raleway"/>
              <a:ea typeface="Raleway"/>
              <a:cs typeface="Raleway"/>
              <a:sym typeface="Raleway"/>
            </a:endParaRPr>
          </a:p>
          <a:p>
            <a:pPr indent="-298450" lvl="0" marL="457200" rtl="0" algn="l">
              <a:spcBef>
                <a:spcPts val="0"/>
              </a:spcBef>
              <a:spcAft>
                <a:spcPts val="0"/>
              </a:spcAft>
              <a:buClr>
                <a:schemeClr val="dk1"/>
              </a:buClr>
              <a:buSzPts val="1100"/>
              <a:buFont typeface="Raleway"/>
              <a:buChar char="●"/>
            </a:pPr>
            <a:r>
              <a:rPr lang="en">
                <a:latin typeface="Raleway"/>
                <a:ea typeface="Raleway"/>
                <a:cs typeface="Raleway"/>
                <a:sym typeface="Raleway"/>
              </a:rPr>
              <a:t>Engagement — personalized outreach and guidance</a:t>
            </a:r>
            <a:br>
              <a:rPr lang="en">
                <a:latin typeface="Raleway"/>
                <a:ea typeface="Raleway"/>
                <a:cs typeface="Raleway"/>
                <a:sym typeface="Raleway"/>
              </a:rPr>
            </a:br>
            <a:endParaRPr>
              <a:latin typeface="Raleway"/>
              <a:ea typeface="Raleway"/>
              <a:cs typeface="Raleway"/>
              <a:sym typeface="Raleway"/>
            </a:endParaRPr>
          </a:p>
          <a:p>
            <a:pPr indent="-298450" lvl="0" marL="457200" rtl="0" algn="l">
              <a:lnSpc>
                <a:spcPct val="115000"/>
              </a:lnSpc>
              <a:spcBef>
                <a:spcPts val="0"/>
              </a:spcBef>
              <a:spcAft>
                <a:spcPts val="0"/>
              </a:spcAft>
              <a:buClr>
                <a:schemeClr val="dk1"/>
              </a:buClr>
              <a:buSzPts val="1100"/>
              <a:buChar char="●"/>
            </a:pPr>
            <a:r>
              <a:rPr lang="en">
                <a:latin typeface="Raleway"/>
                <a:ea typeface="Raleway"/>
                <a:cs typeface="Raleway"/>
                <a:sym typeface="Raleway"/>
              </a:rPr>
              <a:t>Simplification — consolidating vendors</a:t>
            </a:r>
            <a:br>
              <a:rPr lang="en">
                <a:solidFill>
                  <a:schemeClr val="dk1"/>
                </a:solidFill>
              </a:rPr>
            </a:br>
            <a:endParaRPr>
              <a:solidFill>
                <a:schemeClr val="dk1"/>
              </a:solidFill>
            </a:endParaRPr>
          </a:p>
          <a:p>
            <a:pPr indent="0" lvl="0" marL="0" rtl="0" algn="l">
              <a:spcBef>
                <a:spcPts val="1200"/>
              </a:spcBef>
              <a:spcAft>
                <a:spcPts val="0"/>
              </a:spcAft>
              <a:buNone/>
            </a:pPr>
            <a:r>
              <a:t/>
            </a:r>
            <a:endParaRPr sz="1200">
              <a:solidFill>
                <a:schemeClr val="dk1"/>
              </a:solidFill>
              <a:latin typeface="Helvetica Neue"/>
              <a:ea typeface="Helvetica Neue"/>
              <a:cs typeface="Helvetica Neue"/>
              <a:sym typeface="Helvetica Neue"/>
            </a:endParaRPr>
          </a:p>
        </p:txBody>
      </p:sp>
      <p:sp>
        <p:nvSpPr>
          <p:cNvPr id="1924" name="Google Shape;1924;g3c93ce586ea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g3be2ee40e66_1_2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g3be2ee40e66_1_2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g3a7238c5a76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938" name="Google Shape;1938;g3a7238c5a76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g3bd05a9c14b_2_55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4" name="Google Shape;1944;g3bd05a9c14b_2_55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0" name="Shape 1950"/>
        <p:cNvGrpSpPr/>
        <p:nvPr/>
      </p:nvGrpSpPr>
      <p:grpSpPr>
        <a:xfrm>
          <a:off x="0" y="0"/>
          <a:ext cx="0" cy="0"/>
          <a:chOff x="0" y="0"/>
          <a:chExt cx="0" cy="0"/>
        </a:xfrm>
      </p:grpSpPr>
      <p:sp>
        <p:nvSpPr>
          <p:cNvPr id="1951" name="Google Shape;1951;g3bcd938ce13_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952" name="Google Shape;1952;g3bcd938ce13_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3bcd4874e1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963" name="Google Shape;1963;g3bcd4874e1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g3bcd4874e1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Challenge/what’s broken:</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Employers are facing another year of elevated cost increases, driven by medical + Rx.</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Traditional levers are tapped out leading to diminishing returns and more member friction at renewal.</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Affordability and talking about the impact of that. Deferring care. How rate increases have contributed to the problem around affordability. </a:t>
            </a:r>
            <a:endParaRPr sz="1200">
              <a:solidFill>
                <a:schemeClr val="dk1"/>
              </a:solidFill>
              <a:latin typeface="Helvetica Neue"/>
              <a:ea typeface="Helvetica Neue"/>
              <a:cs typeface="Helvetica Neue"/>
              <a:sym typeface="Helvetica Neue"/>
            </a:endParaRPr>
          </a:p>
        </p:txBody>
      </p:sp>
      <p:sp>
        <p:nvSpPr>
          <p:cNvPr id="1974" name="Google Shape;1974;g3bcd4874e1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g3bcd4874e1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Notes from John: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rgbClr val="2A2E30"/>
                </a:solidFill>
                <a:latin typeface="Helvetica Neue"/>
                <a:ea typeface="Helvetica Neue"/>
                <a:cs typeface="Helvetica Neue"/>
                <a:sym typeface="Helvetica Neue"/>
              </a:rPr>
              <a:t>We want to add:</a:t>
            </a:r>
            <a:endParaRPr sz="1200">
              <a:solidFill>
                <a:srgbClr val="2A2E30"/>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200">
              <a:solidFill>
                <a:srgbClr val="2A2E30"/>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rgbClr val="2A2E30"/>
                </a:solidFill>
                <a:latin typeface="Helvetica Neue"/>
                <a:ea typeface="Helvetica Neue"/>
                <a:cs typeface="Helvetica Neue"/>
                <a:sym typeface="Helvetica Neue"/>
              </a:rPr>
              <a:t>Even with everything employers, consultants and Healthplans have done - Healthcare is increasingly unaffordable, and is tracking to get worse over time:</a:t>
            </a:r>
            <a:endParaRPr sz="1200">
              <a:solidFill>
                <a:srgbClr val="2A2E30"/>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200">
              <a:solidFill>
                <a:srgbClr val="2A2E30"/>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rgbClr val="2A2E30"/>
                </a:solidFill>
                <a:latin typeface="Helvetica Neue"/>
                <a:ea typeface="Helvetica Neue"/>
                <a:cs typeface="Helvetica Neue"/>
                <a:sym typeface="Helvetica Neue"/>
              </a:rPr>
              <a:t>Narrow Networks</a:t>
            </a:r>
            <a:endParaRPr sz="1200">
              <a:solidFill>
                <a:srgbClr val="2A2E30"/>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rgbClr val="2A2E30"/>
                </a:solidFill>
                <a:latin typeface="Helvetica Neue"/>
                <a:ea typeface="Helvetica Neue"/>
                <a:cs typeface="Helvetica Neue"/>
                <a:sym typeface="Helvetica Neue"/>
              </a:rPr>
              <a:t>Restricted Formulary lists, Point Solutions, </a:t>
            </a:r>
            <a:endParaRPr sz="1200">
              <a:solidFill>
                <a:srgbClr val="2A2E30"/>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p:txBody>
      </p:sp>
      <p:sp>
        <p:nvSpPr>
          <p:cNvPr id="1985" name="Google Shape;1985;g3bcd4874e1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3be2ee40e66_1_1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3be2ee40e66_1_1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1B376C"/>
                </a:solidFill>
                <a:latin typeface="Helvetica Neue"/>
                <a:ea typeface="Helvetica Neue"/>
                <a:cs typeface="Helvetica Neue"/>
                <a:sym typeface="Helvetica Neue"/>
              </a:rPr>
              <a:t>40 million people everyday are using ChatGPT to self diagnose but they don’t know what to do next. #1b366c</a:t>
            </a:r>
            <a:endParaRPr sz="1400">
              <a:solidFill>
                <a:srgbClr val="2A2E30"/>
              </a:solidFill>
              <a:latin typeface="Helvetica Neue"/>
              <a:ea typeface="Helvetica Neue"/>
              <a:cs typeface="Helvetica Neue"/>
              <a:sym typeface="Helvetica Neue"/>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0" name="Shape 2000"/>
        <p:cNvGrpSpPr/>
        <p:nvPr/>
      </p:nvGrpSpPr>
      <p:grpSpPr>
        <a:xfrm>
          <a:off x="0" y="0"/>
          <a:ext cx="0" cy="0"/>
          <a:chOff x="0" y="0"/>
          <a:chExt cx="0" cy="0"/>
        </a:xfrm>
      </p:grpSpPr>
      <p:sp>
        <p:nvSpPr>
          <p:cNvPr id="2001" name="Google Shape;2001;g3be2ee40e66_1_10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g3be2ee40e66_1_10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2" name="Shape 2012"/>
        <p:cNvGrpSpPr/>
        <p:nvPr/>
      </p:nvGrpSpPr>
      <p:grpSpPr>
        <a:xfrm>
          <a:off x="0" y="0"/>
          <a:ext cx="0" cy="0"/>
          <a:chOff x="0" y="0"/>
          <a:chExt cx="0" cy="0"/>
        </a:xfrm>
      </p:grpSpPr>
      <p:sp>
        <p:nvSpPr>
          <p:cNvPr id="2013" name="Google Shape;2013;g3be2ee40e66_1_3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No complexity, no risk. Easy for HR. This is easy to sell. It works. </a:t>
            </a:r>
            <a:endParaRPr/>
          </a:p>
        </p:txBody>
      </p:sp>
      <p:sp>
        <p:nvSpPr>
          <p:cNvPr id="2014" name="Google Shape;2014;g3be2ee40e66_1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7" name="Shape 2027"/>
        <p:cNvGrpSpPr/>
        <p:nvPr/>
      </p:nvGrpSpPr>
      <p:grpSpPr>
        <a:xfrm>
          <a:off x="0" y="0"/>
          <a:ext cx="0" cy="0"/>
          <a:chOff x="0" y="0"/>
          <a:chExt cx="0" cy="0"/>
        </a:xfrm>
      </p:grpSpPr>
      <p:sp>
        <p:nvSpPr>
          <p:cNvPr id="2028" name="Google Shape;2028;g3b835715e62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9" name="Google Shape;2029;g3b835715e62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Clr>
                <a:schemeClr val="dk1"/>
              </a:buClr>
              <a:buSzPts val="1100"/>
              <a:buFont typeface="Arial"/>
              <a:buNone/>
            </a:pPr>
            <a:r>
              <a:rPr lang="en" sz="1800">
                <a:solidFill>
                  <a:srgbClr val="2A2E30"/>
                </a:solidFill>
                <a:latin typeface="Helvetica Neue"/>
                <a:ea typeface="Helvetica Neue"/>
                <a:cs typeface="Helvetica Neue"/>
                <a:sym typeface="Helvetica Neue"/>
              </a:rPr>
              <a:t>Mobile Health makes it easy for employees to get personalized, high-quality digital care so employers and health plans can achieve better results with no upfront barriers.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3be2ee40e66_1_20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it works and who it works for. </a:t>
            </a:r>
            <a:endParaRPr/>
          </a:p>
          <a:p>
            <a:pPr indent="0" lvl="0" marL="0" rtl="0" algn="l">
              <a:spcBef>
                <a:spcPts val="0"/>
              </a:spcBef>
              <a:spcAft>
                <a:spcPts val="0"/>
              </a:spcAft>
              <a:buClr>
                <a:schemeClr val="dk1"/>
              </a:buClr>
              <a:buSzPts val="1100"/>
              <a:buFont typeface="Arial"/>
              <a:buNone/>
            </a:pPr>
            <a:r>
              <a:rPr lang="en"/>
              <a:t>How it works:</a:t>
            </a:r>
            <a:endParaRPr/>
          </a:p>
          <a:p>
            <a:pPr indent="0" lvl="0" marL="0" rtl="0" algn="l">
              <a:spcBef>
                <a:spcPts val="0"/>
              </a:spcBef>
              <a:spcAft>
                <a:spcPts val="0"/>
              </a:spcAft>
              <a:buClr>
                <a:schemeClr val="dk1"/>
              </a:buClr>
              <a:buSzPts val="1100"/>
              <a:buFont typeface="Arial"/>
              <a:buNone/>
            </a:pPr>
            <a:r>
              <a:rPr lang="en"/>
              <a:t>     First, we create an Employer Branded Front door to all Employer programs </a:t>
            </a:r>
            <a:endParaRPr/>
          </a:p>
          <a:p>
            <a:pPr indent="0" lvl="0" marL="0" rtl="0" algn="l">
              <a:spcBef>
                <a:spcPts val="0"/>
              </a:spcBef>
              <a:spcAft>
                <a:spcPts val="0"/>
              </a:spcAft>
              <a:buClr>
                <a:schemeClr val="dk1"/>
              </a:buClr>
              <a:buSzPts val="1100"/>
              <a:buFont typeface="Arial"/>
              <a:buNone/>
            </a:pPr>
            <a:r>
              <a:rPr lang="en"/>
              <a:t>      Then, we add A.I. personalization, aggregation, targeted rewards, outreach, team wellbeing challenges &amp; content</a:t>
            </a:r>
            <a:endParaRPr/>
          </a:p>
          <a:p>
            <a:pPr indent="0" lvl="0" marL="0" rtl="0" algn="l">
              <a:spcBef>
                <a:spcPts val="0"/>
              </a:spcBef>
              <a:spcAft>
                <a:spcPts val="0"/>
              </a:spcAft>
              <a:buClr>
                <a:schemeClr val="dk1"/>
              </a:buClr>
              <a:buSzPts val="1100"/>
              <a:buFont typeface="Arial"/>
              <a:buNone/>
            </a:pPr>
            <a:r>
              <a:rPr lang="en"/>
              <a:t>            this achieve 65% - 95% population engagement including spouses</a:t>
            </a:r>
            <a:endParaRPr/>
          </a:p>
          <a:p>
            <a:pPr indent="0" lvl="0" marL="0" rtl="0" algn="l">
              <a:spcBef>
                <a:spcPts val="0"/>
              </a:spcBef>
              <a:spcAft>
                <a:spcPts val="0"/>
              </a:spcAft>
              <a:buClr>
                <a:schemeClr val="dk1"/>
              </a:buClr>
              <a:buSzPts val="1100"/>
              <a:buFont typeface="Arial"/>
              <a:buNone/>
            </a:pPr>
            <a:r>
              <a:rPr lang="en"/>
              <a:t>      Then, we deploy Digital First Care Paths for the top Employer cost drivers: Metabolic Health, Behavorail Health, MSK, Womens Health</a:t>
            </a:r>
            <a:endParaRPr/>
          </a:p>
          <a:p>
            <a:pPr indent="0" lvl="0" marL="0" rtl="0" algn="l">
              <a:spcBef>
                <a:spcPts val="0"/>
              </a:spcBef>
              <a:spcAft>
                <a:spcPts val="0"/>
              </a:spcAft>
              <a:buClr>
                <a:schemeClr val="dk1"/>
              </a:buClr>
              <a:buSzPts val="1100"/>
              <a:buFont typeface="Arial"/>
              <a:buNone/>
            </a:pPr>
            <a:r>
              <a:rPr lang="en"/>
              <a:t>      Finally, we give the employer the choice of NO PEPM/Bill per usage of Digital Care programs, or traditional PEPM</a:t>
            </a:r>
            <a:endParaRPr/>
          </a:p>
          <a:p>
            <a:pPr indent="0" lvl="0" marL="0" rtl="0" algn="l">
              <a:spcBef>
                <a:spcPts val="0"/>
              </a:spcBef>
              <a:spcAft>
                <a:spcPts val="0"/>
              </a:spcAft>
              <a:buClr>
                <a:schemeClr val="dk1"/>
              </a:buClr>
              <a:buSzPts val="1100"/>
              <a:buFont typeface="Arial"/>
              <a:buNone/>
            </a:pPr>
            <a:r>
              <a:rPr lang="en"/>
              <a:t>      	or</a:t>
            </a:r>
            <a:endParaRPr/>
          </a:p>
          <a:p>
            <a:pPr indent="0" lvl="0" marL="0" rtl="0" algn="l">
              <a:spcBef>
                <a:spcPts val="0"/>
              </a:spcBef>
              <a:spcAft>
                <a:spcPts val="0"/>
              </a:spcAft>
              <a:buClr>
                <a:schemeClr val="dk1"/>
              </a:buClr>
              <a:buSzPts val="1100"/>
              <a:buFont typeface="Arial"/>
              <a:buNone/>
            </a:pPr>
            <a:r>
              <a:rPr lang="en"/>
              <a:t>          Elevance adds a tile to Sydney so Employers can get started with Digital First Care anytime and turn on Digital First Care for their Employees and not wait for their renewal.   </a:t>
            </a:r>
            <a:endParaRPr/>
          </a:p>
          <a:p>
            <a:pPr indent="0" lvl="0" marL="0" rtl="0" algn="l">
              <a:spcBef>
                <a:spcPts val="0"/>
              </a:spcBef>
              <a:spcAft>
                <a:spcPts val="0"/>
              </a:spcAft>
              <a:buClr>
                <a:schemeClr val="dk1"/>
              </a:buClr>
              <a:buSzPts val="1100"/>
              <a:buFont typeface="Arial"/>
              <a:buNone/>
            </a:pPr>
            <a:r>
              <a:rPr lang="en"/>
              <a:t>        Continuous Visibility - Employer Analytics calculates the saving from redirecting to Digital First Care in Real time.  We receive claims from users everyday from Elevance, so we are always       current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Who its working for, real clients, real results:</a:t>
            </a:r>
            <a:endParaRPr/>
          </a:p>
          <a:p>
            <a:pPr indent="0" lvl="0" marL="0" rtl="0" algn="l">
              <a:spcBef>
                <a:spcPts val="0"/>
              </a:spcBef>
              <a:spcAft>
                <a:spcPts val="0"/>
              </a:spcAft>
              <a:buClr>
                <a:schemeClr val="dk1"/>
              </a:buClr>
              <a:buSzPts val="1100"/>
              <a:buFont typeface="Arial"/>
              <a:buNone/>
            </a:pPr>
            <a:r>
              <a:rPr lang="en"/>
              <a:t>	Raytheon / RTX had 70% engagement of employees with &gt;28 BMI and the average weight loss with 8 pounds using Digital Care pathe</a:t>
            </a:r>
            <a:endParaRPr/>
          </a:p>
          <a:p>
            <a:pPr indent="0" lvl="0" marL="0" rtl="0" algn="l">
              <a:spcBef>
                <a:spcPts val="0"/>
              </a:spcBef>
              <a:spcAft>
                <a:spcPts val="0"/>
              </a:spcAft>
              <a:buClr>
                <a:schemeClr val="dk1"/>
              </a:buClr>
              <a:buSzPts val="1100"/>
              <a:buFont typeface="Arial"/>
              <a:buNone/>
            </a:pPr>
            <a:r>
              <a:rPr lang="en"/>
              <a:t>State of New Hampshire has save $xxM by redirecting employees to Digital First Care. Which has no employee cost, is immediately available and improved health for 90% of users</a:t>
            </a:r>
            <a:endParaRPr/>
          </a:p>
          <a:p>
            <a:pPr indent="0" lvl="0" marL="0" rtl="0" algn="l">
              <a:spcBef>
                <a:spcPts val="0"/>
              </a:spcBef>
              <a:spcAft>
                <a:spcPts val="0"/>
              </a:spcAft>
              <a:buClr>
                <a:schemeClr val="dk1"/>
              </a:buClr>
              <a:buSzPts val="1100"/>
              <a:buFont typeface="Arial"/>
              <a:buNone/>
            </a:pPr>
            <a:r>
              <a:rPr lang="en"/>
              <a:t>State of Indiana - Strengthening and improving Engagement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Left side: employer branded front door</a:t>
            </a:r>
            <a:endParaRPr/>
          </a:p>
          <a:p>
            <a:pPr indent="0" lvl="0" marL="0" rtl="0" algn="l">
              <a:spcBef>
                <a:spcPts val="0"/>
              </a:spcBef>
              <a:spcAft>
                <a:spcPts val="0"/>
              </a:spcAft>
              <a:buNone/>
            </a:pPr>
            <a:r>
              <a:rPr lang="en"/>
              <a:t>Right side: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Darcy for Aya side by side</a:t>
            </a:r>
            <a:endParaRPr/>
          </a:p>
        </p:txBody>
      </p:sp>
      <p:sp>
        <p:nvSpPr>
          <p:cNvPr id="2046" name="Google Shape;2046;g3be2ee40e66_1_20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g3b68fa6232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200">
                <a:solidFill>
                  <a:srgbClr val="666666"/>
                </a:solidFill>
              </a:rPr>
              <a:t>THE TRANSFORMATION</a:t>
            </a:r>
            <a:endParaRPr sz="12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Jennifer started all three programs the same week. What struck her first was how they acknowledged the connections between her conditions. The Lower Back Care program included modules on sleep positioning and stress management. Treating Insomnia addressed the rumination cycle that kept her awake. Managing Anxiety helped her recognize how pain catastrophizing—expecting the worst—was amplifying her physical symptoms.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She did the movement sequences from Lower Back Care every morning before sitting down at her desk—just 12 minutes—and set up a proper workstation using the ergonomic guidance in the program. Sleep restriction therapy felt counterintuitive but worked—within three weeks, she was getting six consolidated hours instead of fragmented sleep.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Within six weeks, her pain dropped from a daily 7/10 to a manageable 3/10. Her anxiety, while still present, felt controllable. She completed all three programs and earned $300 in gift cards, which she used for a proper ergonomic chair.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rPr>
              <a:t>Jennifer quote: "Traditional care wanted to treat three separate problems with three separate providers. This treated ME—one person whose problems were all connected."</a:t>
            </a:r>
            <a:endParaRPr>
              <a:solidFill>
                <a:schemeClr val="dk1"/>
              </a:solidFill>
            </a:endParaRPr>
          </a:p>
          <a:p>
            <a:pPr indent="0" lvl="0" marL="0" rtl="0" algn="l">
              <a:spcBef>
                <a:spcPts val="0"/>
              </a:spcBef>
              <a:spcAft>
                <a:spcPts val="0"/>
              </a:spcAft>
              <a:buNone/>
            </a:pPr>
            <a:r>
              <a:t/>
            </a:r>
            <a:endParaRPr/>
          </a:p>
        </p:txBody>
      </p:sp>
      <p:sp>
        <p:nvSpPr>
          <p:cNvPr id="2059" name="Google Shape;2059;g3b68fa6232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g3be2ee40e66_1_2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222222"/>
                </a:solidFill>
                <a:latin typeface="Raleway"/>
                <a:ea typeface="Raleway"/>
                <a:cs typeface="Raleway"/>
                <a:sym typeface="Raleway"/>
              </a:rPr>
              <a:t>DCP billed based on engagement (not eligible lives)</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DCP $1.50 PEPM is waived when specific deployment requirements are met</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Includes $100 incentive for program completion</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Enables risk stratification + targeted employee communications</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Best when the employer prefers to pay for outcomes/usage vs. access</a:t>
            </a:r>
            <a:endParaRPr sz="1400">
              <a:solidFill>
                <a:schemeClr val="dk1"/>
              </a:solidFill>
              <a:latin typeface="Raleway"/>
              <a:ea typeface="Raleway"/>
              <a:cs typeface="Raleway"/>
              <a:sym typeface="Raleway"/>
            </a:endParaRPr>
          </a:p>
          <a:p>
            <a:pPr indent="0" lvl="0" marL="0" rtl="0" algn="l">
              <a:spcBef>
                <a:spcPts val="0"/>
              </a:spcBef>
              <a:spcAft>
                <a:spcPts val="0"/>
              </a:spcAft>
              <a:buNone/>
            </a:pPr>
            <a:r>
              <a:t/>
            </a:r>
            <a:endParaRPr b="1" sz="1200">
              <a:solidFill>
                <a:srgbClr val="002C6B"/>
              </a:solidFill>
              <a:latin typeface="Raleway"/>
              <a:ea typeface="Raleway"/>
              <a:cs typeface="Raleway"/>
              <a:sym typeface="Raleway"/>
            </a:endParaRPr>
          </a:p>
          <a:p>
            <a:pPr indent="0" lvl="0" marL="0" rtl="0" algn="l">
              <a:spcBef>
                <a:spcPts val="0"/>
              </a:spcBef>
              <a:spcAft>
                <a:spcPts val="0"/>
              </a:spcAft>
              <a:buNone/>
            </a:pPr>
            <a:r>
              <a:rPr b="1" lang="en" sz="1200">
                <a:solidFill>
                  <a:srgbClr val="002C6B"/>
                </a:solidFill>
                <a:latin typeface="Raleway"/>
                <a:ea typeface="Raleway"/>
                <a:cs typeface="Raleway"/>
                <a:sym typeface="Raleway"/>
              </a:rPr>
              <a:t>Option 3 — Engagement-Based Digital Care</a:t>
            </a:r>
            <a:endParaRPr b="1" sz="1200">
              <a:solidFill>
                <a:srgbClr val="002C6B"/>
              </a:solidFill>
              <a:latin typeface="Raleway"/>
              <a:ea typeface="Raleway"/>
              <a:cs typeface="Raleway"/>
              <a:sym typeface="Raleway"/>
            </a:endParaRPr>
          </a:p>
          <a:p>
            <a:pPr indent="0" lvl="0" marL="0" rtl="0" algn="l">
              <a:spcBef>
                <a:spcPts val="0"/>
              </a:spcBef>
              <a:spcAft>
                <a:spcPts val="0"/>
              </a:spcAft>
              <a:buNone/>
            </a:pPr>
            <a:r>
              <a:rPr b="1" lang="en" sz="1200">
                <a:solidFill>
                  <a:srgbClr val="002C6B"/>
                </a:solidFill>
                <a:latin typeface="Raleway"/>
                <a:ea typeface="Raleway"/>
                <a:cs typeface="Raleway"/>
                <a:sym typeface="Raleway"/>
              </a:rPr>
              <a:t>DCP via EBB (DCP PEPM waived)</a:t>
            </a:r>
            <a:endParaRPr sz="1400">
              <a:solidFill>
                <a:schemeClr val="dk1"/>
              </a:solidFill>
              <a:latin typeface="Raleway"/>
              <a:ea typeface="Raleway"/>
              <a:cs typeface="Raleway"/>
              <a:sym typeface="Raleway"/>
            </a:endParaRPr>
          </a:p>
          <a:p>
            <a:pPr indent="0" lvl="0" marL="0" rtl="0" algn="l">
              <a:lnSpc>
                <a:spcPct val="105000"/>
              </a:lnSpc>
              <a:spcBef>
                <a:spcPts val="400"/>
              </a:spcBef>
              <a:spcAft>
                <a:spcPts val="0"/>
              </a:spcAft>
              <a:buNone/>
            </a:pPr>
            <a:r>
              <a:rPr lang="en">
                <a:solidFill>
                  <a:srgbClr val="222222"/>
                </a:solidFill>
                <a:latin typeface="Raleway"/>
                <a:ea typeface="Raleway"/>
                <a:cs typeface="Raleway"/>
                <a:sym typeface="Raleway"/>
              </a:rPr>
              <a:t>Waive $1.50 DCP PEPM when:</a:t>
            </a:r>
            <a:br>
              <a:rPr lang="en">
                <a:solidFill>
                  <a:srgbClr val="222222"/>
                </a:solidFill>
                <a:latin typeface="Raleway"/>
                <a:ea typeface="Raleway"/>
                <a:cs typeface="Raleway"/>
                <a:sym typeface="Raleway"/>
              </a:rPr>
            </a:br>
            <a:r>
              <a:rPr lang="en">
                <a:solidFill>
                  <a:srgbClr val="222222"/>
                </a:solidFill>
                <a:latin typeface="Raleway"/>
                <a:ea typeface="Raleway"/>
                <a:cs typeface="Raleway"/>
                <a:sym typeface="Raleway"/>
              </a:rPr>
              <a:t>• Behavioral Health + Muskuloskeletal + Heart Health deployed</a:t>
            </a:r>
            <a:br>
              <a:rPr lang="en">
                <a:solidFill>
                  <a:srgbClr val="222222"/>
                </a:solidFill>
                <a:latin typeface="Raleway"/>
                <a:ea typeface="Raleway"/>
                <a:cs typeface="Raleway"/>
                <a:sym typeface="Raleway"/>
              </a:rPr>
            </a:br>
            <a:r>
              <a:rPr lang="en">
                <a:solidFill>
                  <a:srgbClr val="222222"/>
                </a:solidFill>
                <a:latin typeface="Raleway"/>
                <a:ea typeface="Raleway"/>
                <a:cs typeface="Raleway"/>
                <a:sym typeface="Raleway"/>
              </a:rPr>
              <a:t>• $100 completion incentive</a:t>
            </a:r>
            <a:br>
              <a:rPr lang="en">
                <a:solidFill>
                  <a:srgbClr val="222222"/>
                </a:solidFill>
                <a:latin typeface="Raleway"/>
                <a:ea typeface="Raleway"/>
                <a:cs typeface="Raleway"/>
                <a:sym typeface="Raleway"/>
              </a:rPr>
            </a:br>
            <a:r>
              <a:rPr lang="en">
                <a:solidFill>
                  <a:srgbClr val="222222"/>
                </a:solidFill>
                <a:latin typeface="Raleway"/>
                <a:ea typeface="Raleway"/>
                <a:cs typeface="Raleway"/>
                <a:sym typeface="Raleway"/>
              </a:rPr>
              <a:t>• Risk stratify + communicate to employees</a:t>
            </a:r>
            <a:endParaRPr sz="1400">
              <a:solidFill>
                <a:schemeClr val="dk1"/>
              </a:solidFill>
              <a:latin typeface="Raleway"/>
              <a:ea typeface="Raleway"/>
              <a:cs typeface="Raleway"/>
              <a:sym typeface="Raleway"/>
            </a:endParaRPr>
          </a:p>
          <a:p>
            <a:pPr indent="0" lvl="0" marL="0" rtl="0" algn="l">
              <a:spcBef>
                <a:spcPts val="0"/>
              </a:spcBef>
              <a:spcAft>
                <a:spcPts val="0"/>
              </a:spcAft>
              <a:buClr>
                <a:schemeClr val="dk1"/>
              </a:buClr>
              <a:buFont typeface="Arial"/>
              <a:buNone/>
            </a:pPr>
            <a:r>
              <a:t/>
            </a:r>
            <a:endParaRPr b="1" sz="1200">
              <a:solidFill>
                <a:srgbClr val="002C6B"/>
              </a:solidFill>
              <a:latin typeface="Raleway"/>
              <a:ea typeface="Raleway"/>
              <a:cs typeface="Raleway"/>
              <a:sym typeface="Raleway"/>
            </a:endParaRPr>
          </a:p>
        </p:txBody>
      </p:sp>
      <p:sp>
        <p:nvSpPr>
          <p:cNvPr id="2074" name="Google Shape;2074;g3be2ee40e66_1_2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g3be2ee40e66_1_2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222222"/>
                </a:solidFill>
                <a:latin typeface="Raleway"/>
                <a:ea typeface="Raleway"/>
                <a:cs typeface="Raleway"/>
                <a:sym typeface="Raleway"/>
              </a:rPr>
              <a:t>DCP billed based on engagement (not eligible lives)</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DCP $1.50 PEPM is waived when specific deployment requirements are met</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Includes $100 incentive for program completion</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Enables risk stratification + targeted employee communications</a:t>
            </a:r>
            <a:endParaRPr sz="1400">
              <a:solidFill>
                <a:schemeClr val="dk1"/>
              </a:solidFill>
              <a:latin typeface="Raleway"/>
              <a:ea typeface="Raleway"/>
              <a:cs typeface="Raleway"/>
              <a:sym typeface="Raleway"/>
            </a:endParaRPr>
          </a:p>
          <a:p>
            <a:pPr indent="0" lvl="0" marL="0" rtl="0" algn="l">
              <a:lnSpc>
                <a:spcPct val="110000"/>
              </a:lnSpc>
              <a:spcBef>
                <a:spcPts val="200"/>
              </a:spcBef>
              <a:spcAft>
                <a:spcPts val="0"/>
              </a:spcAft>
              <a:buNone/>
            </a:pPr>
            <a:r>
              <a:rPr lang="en" sz="1300">
                <a:solidFill>
                  <a:srgbClr val="222222"/>
                </a:solidFill>
                <a:latin typeface="Raleway"/>
                <a:ea typeface="Raleway"/>
                <a:cs typeface="Raleway"/>
                <a:sym typeface="Raleway"/>
              </a:rPr>
              <a:t>Best when the employer prefers to pay for outcomes/usage vs. access</a:t>
            </a:r>
            <a:endParaRPr sz="1400">
              <a:solidFill>
                <a:schemeClr val="dk1"/>
              </a:solidFill>
              <a:latin typeface="Raleway"/>
              <a:ea typeface="Raleway"/>
              <a:cs typeface="Raleway"/>
              <a:sym typeface="Raleway"/>
            </a:endParaRPr>
          </a:p>
          <a:p>
            <a:pPr indent="0" lvl="0" marL="0" rtl="0" algn="l">
              <a:spcBef>
                <a:spcPts val="0"/>
              </a:spcBef>
              <a:spcAft>
                <a:spcPts val="0"/>
              </a:spcAft>
              <a:buNone/>
            </a:pPr>
            <a:r>
              <a:t/>
            </a:r>
            <a:endParaRPr b="1" sz="1200">
              <a:solidFill>
                <a:srgbClr val="002C6B"/>
              </a:solidFill>
              <a:latin typeface="Raleway"/>
              <a:ea typeface="Raleway"/>
              <a:cs typeface="Raleway"/>
              <a:sym typeface="Raleway"/>
            </a:endParaRPr>
          </a:p>
          <a:p>
            <a:pPr indent="0" lvl="0" marL="0" rtl="0" algn="l">
              <a:spcBef>
                <a:spcPts val="0"/>
              </a:spcBef>
              <a:spcAft>
                <a:spcPts val="0"/>
              </a:spcAft>
              <a:buNone/>
            </a:pPr>
            <a:r>
              <a:rPr b="1" lang="en" sz="1200">
                <a:solidFill>
                  <a:srgbClr val="002C6B"/>
                </a:solidFill>
                <a:latin typeface="Raleway"/>
                <a:ea typeface="Raleway"/>
                <a:cs typeface="Raleway"/>
                <a:sym typeface="Raleway"/>
              </a:rPr>
              <a:t>Option 3 — Engagement-Based Digital Care</a:t>
            </a:r>
            <a:endParaRPr b="1" sz="1200">
              <a:solidFill>
                <a:srgbClr val="002C6B"/>
              </a:solidFill>
              <a:latin typeface="Raleway"/>
              <a:ea typeface="Raleway"/>
              <a:cs typeface="Raleway"/>
              <a:sym typeface="Raleway"/>
            </a:endParaRPr>
          </a:p>
          <a:p>
            <a:pPr indent="0" lvl="0" marL="0" rtl="0" algn="l">
              <a:spcBef>
                <a:spcPts val="0"/>
              </a:spcBef>
              <a:spcAft>
                <a:spcPts val="0"/>
              </a:spcAft>
              <a:buNone/>
            </a:pPr>
            <a:r>
              <a:rPr b="1" lang="en" sz="1200">
                <a:solidFill>
                  <a:srgbClr val="002C6B"/>
                </a:solidFill>
                <a:latin typeface="Raleway"/>
                <a:ea typeface="Raleway"/>
                <a:cs typeface="Raleway"/>
                <a:sym typeface="Raleway"/>
              </a:rPr>
              <a:t>DCP via EBB (DCP PEPM waived)</a:t>
            </a:r>
            <a:endParaRPr sz="1400">
              <a:solidFill>
                <a:schemeClr val="dk1"/>
              </a:solidFill>
              <a:latin typeface="Raleway"/>
              <a:ea typeface="Raleway"/>
              <a:cs typeface="Raleway"/>
              <a:sym typeface="Raleway"/>
            </a:endParaRPr>
          </a:p>
          <a:p>
            <a:pPr indent="0" lvl="0" marL="0" rtl="0" algn="l">
              <a:lnSpc>
                <a:spcPct val="105000"/>
              </a:lnSpc>
              <a:spcBef>
                <a:spcPts val="400"/>
              </a:spcBef>
              <a:spcAft>
                <a:spcPts val="0"/>
              </a:spcAft>
              <a:buNone/>
            </a:pPr>
            <a:r>
              <a:rPr lang="en">
                <a:solidFill>
                  <a:srgbClr val="222222"/>
                </a:solidFill>
                <a:latin typeface="Raleway"/>
                <a:ea typeface="Raleway"/>
                <a:cs typeface="Raleway"/>
                <a:sym typeface="Raleway"/>
              </a:rPr>
              <a:t>Waive $1.50 DCP PEPM when:</a:t>
            </a:r>
            <a:br>
              <a:rPr lang="en">
                <a:solidFill>
                  <a:srgbClr val="222222"/>
                </a:solidFill>
                <a:latin typeface="Raleway"/>
                <a:ea typeface="Raleway"/>
                <a:cs typeface="Raleway"/>
                <a:sym typeface="Raleway"/>
              </a:rPr>
            </a:br>
            <a:r>
              <a:rPr lang="en">
                <a:solidFill>
                  <a:srgbClr val="222222"/>
                </a:solidFill>
                <a:latin typeface="Raleway"/>
                <a:ea typeface="Raleway"/>
                <a:cs typeface="Raleway"/>
                <a:sym typeface="Raleway"/>
              </a:rPr>
              <a:t>• Behavioral Health + Muskuloskeletal + Heart Health deployed</a:t>
            </a:r>
            <a:br>
              <a:rPr lang="en">
                <a:solidFill>
                  <a:srgbClr val="222222"/>
                </a:solidFill>
                <a:latin typeface="Raleway"/>
                <a:ea typeface="Raleway"/>
                <a:cs typeface="Raleway"/>
                <a:sym typeface="Raleway"/>
              </a:rPr>
            </a:br>
            <a:r>
              <a:rPr lang="en">
                <a:solidFill>
                  <a:srgbClr val="222222"/>
                </a:solidFill>
                <a:latin typeface="Raleway"/>
                <a:ea typeface="Raleway"/>
                <a:cs typeface="Raleway"/>
                <a:sym typeface="Raleway"/>
              </a:rPr>
              <a:t>• $100 completion incentive</a:t>
            </a:r>
            <a:br>
              <a:rPr lang="en">
                <a:solidFill>
                  <a:srgbClr val="222222"/>
                </a:solidFill>
                <a:latin typeface="Raleway"/>
                <a:ea typeface="Raleway"/>
                <a:cs typeface="Raleway"/>
                <a:sym typeface="Raleway"/>
              </a:rPr>
            </a:br>
            <a:r>
              <a:rPr lang="en">
                <a:solidFill>
                  <a:srgbClr val="222222"/>
                </a:solidFill>
                <a:latin typeface="Raleway"/>
                <a:ea typeface="Raleway"/>
                <a:cs typeface="Raleway"/>
                <a:sym typeface="Raleway"/>
              </a:rPr>
              <a:t>• Risk stratify + communicate to employees</a:t>
            </a:r>
            <a:endParaRPr sz="1400">
              <a:solidFill>
                <a:schemeClr val="dk1"/>
              </a:solidFill>
              <a:latin typeface="Raleway"/>
              <a:ea typeface="Raleway"/>
              <a:cs typeface="Raleway"/>
              <a:sym typeface="Raleway"/>
            </a:endParaRPr>
          </a:p>
          <a:p>
            <a:pPr indent="0" lvl="0" marL="0" rtl="0" algn="l">
              <a:spcBef>
                <a:spcPts val="0"/>
              </a:spcBef>
              <a:spcAft>
                <a:spcPts val="0"/>
              </a:spcAft>
              <a:buClr>
                <a:schemeClr val="dk1"/>
              </a:buClr>
              <a:buFont typeface="Arial"/>
              <a:buNone/>
            </a:pPr>
            <a:r>
              <a:t/>
            </a:r>
            <a:endParaRPr b="1" sz="1200">
              <a:solidFill>
                <a:srgbClr val="002C6B"/>
              </a:solidFill>
              <a:latin typeface="Raleway"/>
              <a:ea typeface="Raleway"/>
              <a:cs typeface="Raleway"/>
              <a:sym typeface="Raleway"/>
            </a:endParaRPr>
          </a:p>
        </p:txBody>
      </p:sp>
      <p:sp>
        <p:nvSpPr>
          <p:cNvPr id="2093" name="Google Shape;2093;g3be2ee40e66_1_2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6" name="Shape 2106"/>
        <p:cNvGrpSpPr/>
        <p:nvPr/>
      </p:nvGrpSpPr>
      <p:grpSpPr>
        <a:xfrm>
          <a:off x="0" y="0"/>
          <a:ext cx="0" cy="0"/>
          <a:chOff x="0" y="0"/>
          <a:chExt cx="0" cy="0"/>
        </a:xfrm>
      </p:grpSpPr>
      <p:sp>
        <p:nvSpPr>
          <p:cNvPr id="2107" name="Google Shape;2107;g3b68fa6232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Traditional Path: "The Fragmented Maze"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Step 1: The Gatekeeper.</a:t>
            </a:r>
            <a:r>
              <a:rPr lang="en">
                <a:solidFill>
                  <a:schemeClr val="dk1"/>
                </a:solidFill>
              </a:rPr>
              <a:t> Member visits their PCP. They are given a prescription for Ibuprofen and told to "give it two weeks."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Step 2: The Referral Gap.</a:t>
            </a:r>
            <a:r>
              <a:rPr lang="en">
                <a:solidFill>
                  <a:schemeClr val="dk1"/>
                </a:solidFill>
              </a:rPr>
              <a:t> Pain persists. Member calls the recommended Orthopedist; the first available slot is 6 weeks away.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Step 3: The Diagnostic Loop.</a:t>
            </a:r>
            <a:r>
              <a:rPr lang="en">
                <a:solidFill>
                  <a:schemeClr val="dk1"/>
                </a:solidFill>
              </a:rPr>
              <a:t> Specialist orders an MRI ($). Member waits another week for results. Findings are "age-appropriate wear," but the member is now fearful of moving.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Step 4: The PT Logistics.</a:t>
            </a:r>
            <a:r>
              <a:rPr lang="en">
                <a:solidFill>
                  <a:schemeClr val="dk1"/>
                </a:solidFill>
              </a:rPr>
              <a:t> Member starts Physical Therapy 2x/week. They have to leave work early, fight traffic, and pay a $60 co-pay each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Step 5: The Complication.</a:t>
            </a:r>
            <a:r>
              <a:rPr lang="en">
                <a:solidFill>
                  <a:schemeClr val="dk1"/>
                </a:solidFill>
              </a:rPr>
              <a:t> Because the back still hurts, the member stops sleeping. Anxiety spikes. They go back to the PCP for sleep meds, adding a third "silo" to their care.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Step 6: Attrition.</a:t>
            </a:r>
            <a:r>
              <a:rPr lang="en">
                <a:solidFill>
                  <a:schemeClr val="dk1"/>
                </a:solidFill>
              </a:rPr>
              <a:t> By week 4, the cost and time commitment become too much. The member stops going to PT, and the pain eventually returns.</a:t>
            </a:r>
            <a:endParaRPr>
              <a:solidFill>
                <a:schemeClr val="dk1"/>
              </a:solidFill>
            </a:endParaRPr>
          </a:p>
          <a:p>
            <a:pPr indent="0" lvl="0" marL="0" rtl="0" algn="l">
              <a:spcBef>
                <a:spcPts val="1200"/>
              </a:spcBef>
              <a:spcAft>
                <a:spcPts val="0"/>
              </a:spcAft>
              <a:buNone/>
            </a:pPr>
            <a:r>
              <a:t/>
            </a:r>
            <a:endParaRPr/>
          </a:p>
        </p:txBody>
      </p:sp>
      <p:sp>
        <p:nvSpPr>
          <p:cNvPr id="2108" name="Google Shape;2108;g3b68fa6232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5" name="Shape 2115"/>
        <p:cNvGrpSpPr/>
        <p:nvPr/>
      </p:nvGrpSpPr>
      <p:grpSpPr>
        <a:xfrm>
          <a:off x="0" y="0"/>
          <a:ext cx="0" cy="0"/>
          <a:chOff x="0" y="0"/>
          <a:chExt cx="0" cy="0"/>
        </a:xfrm>
      </p:grpSpPr>
      <p:sp>
        <p:nvSpPr>
          <p:cNvPr id="2116" name="Google Shape;2116;g3b4bf16be83_5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g3b4bf16be83_5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g3b835715e6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g3b835715e62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jp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jp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4.png"/><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jp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jp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7.jpg"/><Relationship Id="rId4"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31.jpg"/><Relationship Id="rId4" Type="http://schemas.openxmlformats.org/officeDocument/2006/relationships/image" Target="../media/image14.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png"/><Relationship Id="rId3" Type="http://schemas.openxmlformats.org/officeDocument/2006/relationships/image" Target="../media/image10.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4.jpg"/><Relationship Id="rId3" Type="http://schemas.openxmlformats.org/officeDocument/2006/relationships/image" Target="../media/image68.png"/><Relationship Id="rId4" Type="http://schemas.openxmlformats.org/officeDocument/2006/relationships/image" Target="../media/image6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31.jpg"/><Relationship Id="rId4" Type="http://schemas.openxmlformats.org/officeDocument/2006/relationships/image" Target="../media/image6.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png"/><Relationship Id="rId3" Type="http://schemas.openxmlformats.org/officeDocument/2006/relationships/image" Target="../media/image31.jpg"/><Relationship Id="rId4" Type="http://schemas.openxmlformats.org/officeDocument/2006/relationships/image" Target="../media/image14.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png"/><Relationship Id="rId3" Type="http://schemas.openxmlformats.org/officeDocument/2006/relationships/image" Target="../media/image65.jpg"/><Relationship Id="rId4" Type="http://schemas.openxmlformats.org/officeDocument/2006/relationships/image" Target="../media/image6.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65.jpg"/><Relationship Id="rId4" Type="http://schemas.openxmlformats.org/officeDocument/2006/relationships/image" Target="../media/image6.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5.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65.jpg"/><Relationship Id="rId4" Type="http://schemas.openxmlformats.org/officeDocument/2006/relationships/image" Target="../media/image6.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3.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 Id="rId3" Type="http://schemas.openxmlformats.org/officeDocument/2006/relationships/image" Target="../media/image65.jpg"/><Relationship Id="rId4" Type="http://schemas.openxmlformats.org/officeDocument/2006/relationships/image" Target="../media/image6.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5.jpg"/><Relationship Id="rId3" Type="http://schemas.openxmlformats.org/officeDocument/2006/relationships/image" Target="../media/image14.png"/><Relationship Id="rId4" Type="http://schemas.openxmlformats.org/officeDocument/2006/relationships/image" Target="../media/image1.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65.jpg"/><Relationship Id="rId4" Type="http://schemas.openxmlformats.org/officeDocument/2006/relationships/image" Target="../media/image6.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 Id="rId3" Type="http://schemas.openxmlformats.org/officeDocument/2006/relationships/image" Target="../media/image65.jpg"/><Relationship Id="rId4" Type="http://schemas.openxmlformats.org/officeDocument/2006/relationships/image" Target="../media/image6.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5.jpg"/><Relationship Id="rId3" Type="http://schemas.openxmlformats.org/officeDocument/2006/relationships/image" Target="../media/image14.png"/><Relationship Id="rId4" Type="http://schemas.openxmlformats.org/officeDocument/2006/relationships/image" Target="../media/image12.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png"/><Relationship Id="rId3" Type="http://schemas.openxmlformats.org/officeDocument/2006/relationships/image" Target="../media/image65.jpg"/><Relationship Id="rId4" Type="http://schemas.openxmlformats.org/officeDocument/2006/relationships/image" Target="../media/image14.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4.jpg"/><Relationship Id="rId3" Type="http://schemas.openxmlformats.org/officeDocument/2006/relationships/image" Target="../media/image68.png"/><Relationship Id="rId4" Type="http://schemas.openxmlformats.org/officeDocument/2006/relationships/image" Target="../media/image64.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type="title">
  <p:cSld name="TITLE">
    <p:bg>
      <p:bgPr>
        <a:solidFill>
          <a:schemeClr val="dk2"/>
        </a:solid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1565011" y="1646818"/>
            <a:ext cx="6543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Helvetica Neue"/>
              <a:buNone/>
              <a:defRPr b="1" sz="4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65009" y="2749336"/>
            <a:ext cx="5175600" cy="628800"/>
          </a:xfrm>
          <a:prstGeom prst="rect">
            <a:avLst/>
          </a:prstGeom>
          <a:noFill/>
          <a:ln>
            <a:noFill/>
          </a:ln>
        </p:spPr>
        <p:txBody>
          <a:bodyPr anchorCtr="0" anchor="t" bIns="45700" lIns="91425" spcFirstLastPara="1" rIns="91425" wrap="square" tIns="45700">
            <a:normAutofit/>
          </a:bodyPr>
          <a:lstStyle>
            <a:lvl1pPr lvl="0" algn="l">
              <a:spcBef>
                <a:spcPts val="400"/>
              </a:spcBef>
              <a:spcAft>
                <a:spcPts val="0"/>
              </a:spcAft>
              <a:buSzPts val="2000"/>
              <a:buNone/>
              <a:defRPr sz="20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13" name="Google Shape;13;p2"/>
          <p:cNvSpPr txBox="1"/>
          <p:nvPr>
            <p:ph idx="10" type="dt"/>
          </p:nvPr>
        </p:nvSpPr>
        <p:spPr>
          <a:xfrm>
            <a:off x="1565009" y="3385950"/>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C7CCCC"/>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Artboard 71.png" id="14" name="Google Shape;14;p2"/>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67.png" id="15" name="Google Shape;15;p2"/>
          <p:cNvPicPr preferRelativeResize="0"/>
          <p:nvPr/>
        </p:nvPicPr>
        <p:blipFill rotWithShape="1">
          <a:blip r:embed="rId3">
            <a:alphaModFix/>
          </a:blip>
          <a:srcRect b="0" l="0" r="0" t="0"/>
          <a:stretch/>
        </p:blipFill>
        <p:spPr>
          <a:xfrm rot="5400000">
            <a:off x="8164887" y="41964"/>
            <a:ext cx="925829" cy="1184802"/>
          </a:xfrm>
          <a:prstGeom prst="rect">
            <a:avLst/>
          </a:prstGeom>
          <a:noFill/>
          <a:ln>
            <a:noFill/>
          </a:ln>
        </p:spPr>
      </p:pic>
      <p:grpSp>
        <p:nvGrpSpPr>
          <p:cNvPr id="16" name="Google Shape;16;p2"/>
          <p:cNvGrpSpPr/>
          <p:nvPr/>
        </p:nvGrpSpPr>
        <p:grpSpPr>
          <a:xfrm>
            <a:off x="-1065849" y="2249075"/>
            <a:ext cx="2666049" cy="2928716"/>
            <a:chOff x="-1065849" y="2498972"/>
            <a:chExt cx="2666049" cy="3254129"/>
          </a:xfrm>
        </p:grpSpPr>
        <p:pic>
          <p:nvPicPr>
            <p:cNvPr descr="Artboard 66.png" id="17" name="Google Shape;17;p2"/>
            <p:cNvPicPr preferRelativeResize="0"/>
            <p:nvPr/>
          </p:nvPicPr>
          <p:blipFill rotWithShape="1">
            <a:blip r:embed="rId4">
              <a:alphaModFix/>
            </a:blip>
            <a:srcRect b="0" l="63421" r="0" t="0"/>
            <a:stretch/>
          </p:blipFill>
          <p:spPr>
            <a:xfrm rot="5400000">
              <a:off x="179657" y="4332558"/>
              <a:ext cx="1156051" cy="1685035"/>
            </a:xfrm>
            <a:prstGeom prst="rect">
              <a:avLst/>
            </a:prstGeom>
            <a:noFill/>
            <a:ln>
              <a:noFill/>
            </a:ln>
          </p:spPr>
        </p:pic>
        <p:sp>
          <p:nvSpPr>
            <p:cNvPr id="18" name="Google Shape;18;p2"/>
            <p:cNvSpPr/>
            <p:nvPr/>
          </p:nvSpPr>
          <p:spPr>
            <a:xfrm>
              <a:off x="-1065849" y="2498972"/>
              <a:ext cx="2132700" cy="21387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 Element">
  <p:cSld name="Title Slide - Shapes + Element">
    <p:spTree>
      <p:nvGrpSpPr>
        <p:cNvPr id="19" name="Shape 19"/>
        <p:cNvGrpSpPr/>
        <p:nvPr/>
      </p:nvGrpSpPr>
      <p:grpSpPr>
        <a:xfrm>
          <a:off x="0" y="0"/>
          <a:ext cx="0" cy="0"/>
          <a:chOff x="0" y="0"/>
          <a:chExt cx="0" cy="0"/>
        </a:xfrm>
      </p:grpSpPr>
      <p:pic>
        <p:nvPicPr>
          <p:cNvPr descr="Artboard 72.png" id="20" name="Google Shape;20;p3"/>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21" name="Google Shape;21;p3"/>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B376C"/>
              </a:buClr>
              <a:buSzPts val="4000"/>
              <a:buFont typeface="Helvetica Neue"/>
              <a:buNone/>
              <a:defRPr b="1" sz="4000">
                <a:solidFill>
                  <a:srgbClr val="1B376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dk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23" name="Google Shape;23;p3"/>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909A9A"/>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grpSp>
        <p:nvGrpSpPr>
          <p:cNvPr id="24" name="Google Shape;24;p3"/>
          <p:cNvGrpSpPr/>
          <p:nvPr/>
        </p:nvGrpSpPr>
        <p:grpSpPr>
          <a:xfrm>
            <a:off x="4648200" y="-102869"/>
            <a:ext cx="4737314" cy="5760719"/>
            <a:chOff x="4648200" y="-114299"/>
            <a:chExt cx="4737314" cy="6400799"/>
          </a:xfrm>
        </p:grpSpPr>
        <p:sp>
          <p:nvSpPr>
            <p:cNvPr id="25" name="Google Shape;25;p3"/>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26" name="Google Shape;26;p3"/>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female photo in circle">
  <p:cSld name="Title Slide - female photo in circle">
    <p:bg>
      <p:bgPr>
        <a:solidFill>
          <a:srgbClr val="0D1F32"/>
        </a:solidFill>
      </p:bgPr>
    </p:bg>
    <p:spTree>
      <p:nvGrpSpPr>
        <p:cNvPr id="27" name="Shape 27"/>
        <p:cNvGrpSpPr/>
        <p:nvPr/>
      </p:nvGrpSpPr>
      <p:grpSpPr>
        <a:xfrm>
          <a:off x="0" y="0"/>
          <a:ext cx="0" cy="0"/>
          <a:chOff x="0" y="0"/>
          <a:chExt cx="0" cy="0"/>
        </a:xfrm>
      </p:grpSpPr>
      <p:pic>
        <p:nvPicPr>
          <p:cNvPr descr="Artboard 71.png" id="28" name="Google Shape;28;p4"/>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29" name="Google Shape;29;p4"/>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31" name="Google Shape;31;p4"/>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909A9A"/>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Artboard 80.png" id="32" name="Google Shape;32;p4"/>
          <p:cNvPicPr preferRelativeResize="0"/>
          <p:nvPr/>
        </p:nvPicPr>
        <p:blipFill rotWithShape="1">
          <a:blip r:embed="rId3">
            <a:alphaModFix/>
          </a:blip>
          <a:srcRect b="0" l="0" r="0" t="0"/>
          <a:stretch/>
        </p:blipFill>
        <p:spPr>
          <a:xfrm>
            <a:off x="5523463" y="1131570"/>
            <a:ext cx="3601384" cy="28726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male photo in circle">
  <p:cSld name="Title Slide - male photo in circle">
    <p:bg>
      <p:bgPr>
        <a:solidFill>
          <a:srgbClr val="0D1F32"/>
        </a:solidFill>
      </p:bgPr>
    </p:bg>
    <p:spTree>
      <p:nvGrpSpPr>
        <p:cNvPr id="33" name="Shape 33"/>
        <p:cNvGrpSpPr/>
        <p:nvPr/>
      </p:nvGrpSpPr>
      <p:grpSpPr>
        <a:xfrm>
          <a:off x="0" y="0"/>
          <a:ext cx="0" cy="0"/>
          <a:chOff x="0" y="0"/>
          <a:chExt cx="0" cy="0"/>
        </a:xfrm>
      </p:grpSpPr>
      <p:pic>
        <p:nvPicPr>
          <p:cNvPr descr="Artboard 71.png" id="34" name="Google Shape;34;p5"/>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35" name="Google Shape;35;p5"/>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37" name="Google Shape;37;p5"/>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909A9A"/>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Artboard 79.png" id="38" name="Google Shape;38;p5"/>
          <p:cNvPicPr preferRelativeResize="0"/>
          <p:nvPr/>
        </p:nvPicPr>
        <p:blipFill rotWithShape="1">
          <a:blip r:embed="rId3">
            <a:alphaModFix/>
          </a:blip>
          <a:srcRect b="0" l="0" r="0" t="0"/>
          <a:stretch/>
        </p:blipFill>
        <p:spPr>
          <a:xfrm>
            <a:off x="5813885" y="1180190"/>
            <a:ext cx="3340005" cy="276315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Light">
  <p:cSld name="Section Slide - Light">
    <p:bg>
      <p:bgPr>
        <a:solidFill>
          <a:srgbClr val="FFFFFF"/>
        </a:solidFill>
      </p:bgPr>
    </p:bg>
    <p:spTree>
      <p:nvGrpSpPr>
        <p:cNvPr id="39" name="Shape 39"/>
        <p:cNvGrpSpPr/>
        <p:nvPr/>
      </p:nvGrpSpPr>
      <p:grpSpPr>
        <a:xfrm>
          <a:off x="0" y="0"/>
          <a:ext cx="0" cy="0"/>
          <a:chOff x="0" y="0"/>
          <a:chExt cx="0" cy="0"/>
        </a:xfrm>
      </p:grpSpPr>
      <p:pic>
        <p:nvPicPr>
          <p:cNvPr descr="Artboard 72.png" id="40" name="Google Shape;40;p6"/>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41" name="Google Shape;41;p6"/>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Helvetica Neue"/>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dk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pic>
        <p:nvPicPr>
          <p:cNvPr descr="Artboard 75.png" id="43" name="Google Shape;43;p6"/>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Dark">
  <p:cSld name="Section Slide - Dark">
    <p:bg>
      <p:bgPr>
        <a:solidFill>
          <a:srgbClr val="0D1F32"/>
        </a:solidFill>
      </p:bgPr>
    </p:bg>
    <p:spTree>
      <p:nvGrpSpPr>
        <p:cNvPr id="44" name="Shape 44"/>
        <p:cNvGrpSpPr/>
        <p:nvPr/>
      </p:nvGrpSpPr>
      <p:grpSpPr>
        <a:xfrm>
          <a:off x="0" y="0"/>
          <a:ext cx="0" cy="0"/>
          <a:chOff x="0" y="0"/>
          <a:chExt cx="0" cy="0"/>
        </a:xfrm>
      </p:grpSpPr>
      <p:sp>
        <p:nvSpPr>
          <p:cNvPr id="45" name="Google Shape;45;p7"/>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pic>
        <p:nvPicPr>
          <p:cNvPr descr="Artboard 71.png" id="47" name="Google Shape;47;p7"/>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48" name="Google Shape;48;p7"/>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ine/Agenda">
  <p:cSld name="Outline/Agenda">
    <p:spTree>
      <p:nvGrpSpPr>
        <p:cNvPr id="49" name="Shape 49"/>
        <p:cNvGrpSpPr/>
        <p:nvPr/>
      </p:nvGrpSpPr>
      <p:grpSpPr>
        <a:xfrm>
          <a:off x="0" y="0"/>
          <a:ext cx="0" cy="0"/>
          <a:chOff x="0" y="0"/>
          <a:chExt cx="0" cy="0"/>
        </a:xfrm>
      </p:grpSpPr>
      <p:sp>
        <p:nvSpPr>
          <p:cNvPr id="50" name="Google Shape;50;p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descr="Artboard 70.png" id="52" name="Google Shape;52;p8"/>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53" name="Google Shape;53;p8"/>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8"/>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Font typeface="Arial"/>
              <a:buChar char="•"/>
              <a:defRPr sz="24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67.png" id="55" name="Google Shape;55;p8"/>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1">
  <p:cSld name="Content - One Column_V1">
    <p:spTree>
      <p:nvGrpSpPr>
        <p:cNvPr id="56" name="Shape 56"/>
        <p:cNvGrpSpPr/>
        <p:nvPr/>
      </p:nvGrpSpPr>
      <p:grpSpPr>
        <a:xfrm>
          <a:off x="0" y="0"/>
          <a:ext cx="0" cy="0"/>
          <a:chOff x="0" y="0"/>
          <a:chExt cx="0" cy="0"/>
        </a:xfrm>
      </p:grpSpPr>
      <p:sp>
        <p:nvSpPr>
          <p:cNvPr id="57" name="Google Shape;57;p9"/>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9"/>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59" name="Google Shape;59;p9"/>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60" name="Google Shape;60;p9"/>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61" name="Google Shape;61;p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2">
  <p:cSld name="Content - One Column_V2">
    <p:spTree>
      <p:nvGrpSpPr>
        <p:cNvPr id="63" name="Shape 63"/>
        <p:cNvGrpSpPr/>
        <p:nvPr/>
      </p:nvGrpSpPr>
      <p:grpSpPr>
        <a:xfrm>
          <a:off x="0" y="0"/>
          <a:ext cx="0" cy="0"/>
          <a:chOff x="0" y="0"/>
          <a:chExt cx="0" cy="0"/>
        </a:xfrm>
      </p:grpSpPr>
      <p:sp>
        <p:nvSpPr>
          <p:cNvPr id="64" name="Google Shape;64;p10"/>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0"/>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66" name="Google Shape;66;p10"/>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67" name="Google Shape;67;p1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69" name="Google Shape;69;p10"/>
          <p:cNvGrpSpPr/>
          <p:nvPr/>
        </p:nvGrpSpPr>
        <p:grpSpPr>
          <a:xfrm rot="10800000">
            <a:off x="7010292" y="-239987"/>
            <a:ext cx="2119001" cy="2609606"/>
            <a:chOff x="4648200" y="-114299"/>
            <a:chExt cx="4737314" cy="6400799"/>
          </a:xfrm>
        </p:grpSpPr>
        <p:sp>
          <p:nvSpPr>
            <p:cNvPr id="70" name="Google Shape;70;p10"/>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71" name="Google Shape;71;p10"/>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1">
  <p:cSld name="Content - Two Column_V1">
    <p:bg>
      <p:bgPr>
        <a:solidFill>
          <a:schemeClr val="dk2"/>
        </a:solidFill>
      </p:bgPr>
    </p:bg>
    <p:spTree>
      <p:nvGrpSpPr>
        <p:cNvPr id="72" name="Shape 72"/>
        <p:cNvGrpSpPr/>
        <p:nvPr/>
      </p:nvGrpSpPr>
      <p:grpSpPr>
        <a:xfrm>
          <a:off x="0" y="0"/>
          <a:ext cx="0" cy="0"/>
          <a:chOff x="0" y="0"/>
          <a:chExt cx="0" cy="0"/>
        </a:xfrm>
      </p:grpSpPr>
      <p:sp>
        <p:nvSpPr>
          <p:cNvPr id="73" name="Google Shape;73;p11"/>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1"/>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67.png" id="76" name="Google Shape;76;p11"/>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77" name="Google Shape;77;p1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79" name="Google Shape;79;p11"/>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2">
  <p:cSld name="Content - Two Column_V2">
    <p:bg>
      <p:bgPr>
        <a:solidFill>
          <a:schemeClr val="dk2"/>
        </a:solidFill>
      </p:bgPr>
    </p:bg>
    <p:spTree>
      <p:nvGrpSpPr>
        <p:cNvPr id="80" name="Shape 80"/>
        <p:cNvGrpSpPr/>
        <p:nvPr/>
      </p:nvGrpSpPr>
      <p:grpSpPr>
        <a:xfrm>
          <a:off x="0" y="0"/>
          <a:ext cx="0" cy="0"/>
          <a:chOff x="0" y="0"/>
          <a:chExt cx="0" cy="0"/>
        </a:xfrm>
      </p:grpSpPr>
      <p:sp>
        <p:nvSpPr>
          <p:cNvPr id="81" name="Google Shape;81;p12"/>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chemeClr val="lt1"/>
                </a:solidFill>
              </a:defRPr>
            </a:lvl1pPr>
            <a:lvl2pPr indent="-330200" lvl="1" marL="914400" algn="l">
              <a:spcBef>
                <a:spcPts val="320"/>
              </a:spcBef>
              <a:spcAft>
                <a:spcPts val="0"/>
              </a:spcAft>
              <a:buSzPts val="1600"/>
              <a:buChar char="•"/>
              <a:defRPr>
                <a:solidFill>
                  <a:schemeClr val="lt1"/>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12"/>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chemeClr val="lt2"/>
                </a:solidFill>
              </a:defRPr>
            </a:lvl1pPr>
            <a:lvl2pPr indent="-330200" lvl="1" marL="914400" algn="l">
              <a:spcBef>
                <a:spcPts val="320"/>
              </a:spcBef>
              <a:spcAft>
                <a:spcPts val="0"/>
              </a:spcAft>
              <a:buSzPts val="1600"/>
              <a:buChar char="•"/>
              <a:defRPr>
                <a:solidFill>
                  <a:schemeClr val="lt2"/>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12"/>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Helvetica Neue"/>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chemeClr val="lt1"/>
                </a:solidFill>
                <a:latin typeface="Helvetica Neue"/>
                <a:ea typeface="Helvetica Neue"/>
                <a:cs typeface="Helvetica Neue"/>
                <a:sym typeface="Helvetica Neue"/>
              </a:defRPr>
            </a:lvl1pPr>
            <a:lvl2pPr indent="0" lvl="1" marL="0" algn="l">
              <a:spcBef>
                <a:spcPts val="0"/>
              </a:spcBef>
              <a:buNone/>
              <a:defRPr b="0" i="0" sz="1200" u="none" cap="none" strike="noStrike">
                <a:solidFill>
                  <a:schemeClr val="lt1"/>
                </a:solidFill>
                <a:latin typeface="Helvetica Neue"/>
                <a:ea typeface="Helvetica Neue"/>
                <a:cs typeface="Helvetica Neue"/>
                <a:sym typeface="Helvetica Neue"/>
              </a:defRPr>
            </a:lvl2pPr>
            <a:lvl3pPr indent="0" lvl="2" marL="0" algn="l">
              <a:spcBef>
                <a:spcPts val="0"/>
              </a:spcBef>
              <a:buNone/>
              <a:defRPr b="0" i="0" sz="1200" u="none" cap="none" strike="noStrike">
                <a:solidFill>
                  <a:schemeClr val="lt1"/>
                </a:solidFill>
                <a:latin typeface="Helvetica Neue"/>
                <a:ea typeface="Helvetica Neue"/>
                <a:cs typeface="Helvetica Neue"/>
                <a:sym typeface="Helvetica Neue"/>
              </a:defRPr>
            </a:lvl3pPr>
            <a:lvl4pPr indent="0" lvl="3" marL="0" algn="l">
              <a:spcBef>
                <a:spcPts val="0"/>
              </a:spcBef>
              <a:buNone/>
              <a:defRPr b="0" i="0" sz="1200" u="none" cap="none" strike="noStrike">
                <a:solidFill>
                  <a:schemeClr val="lt1"/>
                </a:solidFill>
                <a:latin typeface="Helvetica Neue"/>
                <a:ea typeface="Helvetica Neue"/>
                <a:cs typeface="Helvetica Neue"/>
                <a:sym typeface="Helvetica Neue"/>
              </a:defRPr>
            </a:lvl4pPr>
            <a:lvl5pPr indent="0" lvl="4" marL="0" algn="l">
              <a:spcBef>
                <a:spcPts val="0"/>
              </a:spcBef>
              <a:buNone/>
              <a:defRPr b="0" i="0" sz="1200" u="none" cap="none" strike="noStrike">
                <a:solidFill>
                  <a:schemeClr val="lt1"/>
                </a:solidFill>
                <a:latin typeface="Helvetica Neue"/>
                <a:ea typeface="Helvetica Neue"/>
                <a:cs typeface="Helvetica Neue"/>
                <a:sym typeface="Helvetica Neue"/>
              </a:defRPr>
            </a:lvl5pPr>
            <a:lvl6pPr indent="0" lvl="5" marL="0" algn="l">
              <a:spcBef>
                <a:spcPts val="0"/>
              </a:spcBef>
              <a:buNone/>
              <a:defRPr b="0" i="0" sz="1200" u="none" cap="none" strike="noStrike">
                <a:solidFill>
                  <a:schemeClr val="lt1"/>
                </a:solidFill>
                <a:latin typeface="Helvetica Neue"/>
                <a:ea typeface="Helvetica Neue"/>
                <a:cs typeface="Helvetica Neue"/>
                <a:sym typeface="Helvetica Neue"/>
              </a:defRPr>
            </a:lvl6pPr>
            <a:lvl7pPr indent="0" lvl="6" marL="0" algn="l">
              <a:spcBef>
                <a:spcPts val="0"/>
              </a:spcBef>
              <a:buNone/>
              <a:defRPr b="0" i="0" sz="1200" u="none" cap="none" strike="noStrike">
                <a:solidFill>
                  <a:schemeClr val="lt1"/>
                </a:solidFill>
                <a:latin typeface="Helvetica Neue"/>
                <a:ea typeface="Helvetica Neue"/>
                <a:cs typeface="Helvetica Neue"/>
                <a:sym typeface="Helvetica Neue"/>
              </a:defRPr>
            </a:lvl7pPr>
            <a:lvl8pPr indent="0" lvl="7" marL="0" algn="l">
              <a:spcBef>
                <a:spcPts val="0"/>
              </a:spcBef>
              <a:buNone/>
              <a:defRPr b="0" i="0" sz="1200" u="none" cap="none" strike="noStrike">
                <a:solidFill>
                  <a:schemeClr val="lt1"/>
                </a:solidFill>
                <a:latin typeface="Helvetica Neue"/>
                <a:ea typeface="Helvetica Neue"/>
                <a:cs typeface="Helvetica Neue"/>
                <a:sym typeface="Helvetica Neue"/>
              </a:defRPr>
            </a:lvl8pPr>
            <a:lvl9pPr indent="0" lvl="8" marL="0" algn="l">
              <a:spcBef>
                <a:spcPts val="0"/>
              </a:spcBef>
              <a:buNone/>
              <a:defRPr b="0" i="0" sz="1200" u="none" cap="none" strike="noStrike">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86" name="Google Shape;86;p12"/>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87" name="Google Shape;87;p12"/>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88" name="Google Shape;88;p12"/>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 + Subtitle">
  <p:cSld name="Content - Two Column + Subtitle">
    <p:bg>
      <p:bgPr>
        <a:solidFill>
          <a:schemeClr val="dk2"/>
        </a:solidFill>
      </p:bgPr>
    </p:bg>
    <p:spTree>
      <p:nvGrpSpPr>
        <p:cNvPr id="89" name="Shape 89"/>
        <p:cNvGrpSpPr/>
        <p:nvPr/>
      </p:nvGrpSpPr>
      <p:grpSpPr>
        <a:xfrm>
          <a:off x="0" y="0"/>
          <a:ext cx="0" cy="0"/>
          <a:chOff x="0" y="0"/>
          <a:chExt cx="0" cy="0"/>
        </a:xfrm>
      </p:grpSpPr>
      <p:sp>
        <p:nvSpPr>
          <p:cNvPr id="90" name="Google Shape;90;p13"/>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1" name="Google Shape;91;p13"/>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2" name="Google Shape;92;p13"/>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a:p>
        </p:txBody>
      </p:sp>
      <p:sp>
        <p:nvSpPr>
          <p:cNvPr id="93" name="Google Shape;93;p13"/>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13"/>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67.png" id="95" name="Google Shape;95;p13"/>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96" name="Google Shape;96;p1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98" name="Google Shape;98;p13"/>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2">
  <p:cSld name="Content + Image/Graphic_V2">
    <p:spTree>
      <p:nvGrpSpPr>
        <p:cNvPr id="99" name="Shape 99"/>
        <p:cNvGrpSpPr/>
        <p:nvPr/>
      </p:nvGrpSpPr>
      <p:grpSpPr>
        <a:xfrm>
          <a:off x="0" y="0"/>
          <a:ext cx="0" cy="0"/>
          <a:chOff x="0" y="0"/>
          <a:chExt cx="0" cy="0"/>
        </a:xfrm>
      </p:grpSpPr>
      <p:sp>
        <p:nvSpPr>
          <p:cNvPr id="100" name="Google Shape;100;p14"/>
          <p:cNvSpPr/>
          <p:nvPr/>
        </p:nvSpPr>
        <p:spPr>
          <a:xfrm>
            <a:off x="5279456" y="-193688"/>
            <a:ext cx="3965700" cy="5394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1" name="Google Shape;101;p14"/>
          <p:cNvSpPr txBox="1"/>
          <p:nvPr/>
        </p:nvSpPr>
        <p:spPr>
          <a:xfrm>
            <a:off x="506407" y="119099"/>
            <a:ext cx="44136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a:p>
        </p:txBody>
      </p:sp>
      <p:sp>
        <p:nvSpPr>
          <p:cNvPr id="102" name="Google Shape;102;p14"/>
          <p:cNvSpPr txBox="1"/>
          <p:nvPr>
            <p:ph idx="1" type="body"/>
          </p:nvPr>
        </p:nvSpPr>
        <p:spPr>
          <a:xfrm>
            <a:off x="506415" y="1255961"/>
            <a:ext cx="44136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14"/>
          <p:cNvSpPr txBox="1"/>
          <p:nvPr>
            <p:ph idx="2" type="body"/>
          </p:nvPr>
        </p:nvSpPr>
        <p:spPr>
          <a:xfrm>
            <a:off x="5612732" y="1401241"/>
            <a:ext cx="3303900" cy="24156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chemeClr val="lt1"/>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04" name="Google Shape;104;p14"/>
          <p:cNvPicPr preferRelativeResize="0"/>
          <p:nvPr/>
        </p:nvPicPr>
        <p:blipFill rotWithShape="1">
          <a:blip r:embed="rId2">
            <a:alphaModFix/>
          </a:blip>
          <a:srcRect b="0" l="0" r="0" t="0"/>
          <a:stretch/>
        </p:blipFill>
        <p:spPr>
          <a:xfrm>
            <a:off x="506407" y="4568956"/>
            <a:ext cx="426553" cy="376236"/>
          </a:xfrm>
          <a:prstGeom prst="rect">
            <a:avLst/>
          </a:prstGeom>
          <a:noFill/>
          <a:ln>
            <a:noFill/>
          </a:ln>
        </p:spPr>
      </p:pic>
      <p:pic>
        <p:nvPicPr>
          <p:cNvPr descr="Artboard 67.png" id="105" name="Google Shape;105;p14"/>
          <p:cNvPicPr preferRelativeResize="0"/>
          <p:nvPr/>
        </p:nvPicPr>
        <p:blipFill rotWithShape="1">
          <a:blip r:embed="rId3">
            <a:alphaModFix/>
          </a:blip>
          <a:srcRect b="0" l="0" r="0" t="0"/>
          <a:stretch/>
        </p:blipFill>
        <p:spPr>
          <a:xfrm>
            <a:off x="8067608" y="-68739"/>
            <a:ext cx="655818" cy="839265"/>
          </a:xfrm>
          <a:prstGeom prst="rect">
            <a:avLst/>
          </a:prstGeom>
          <a:noFill/>
          <a:ln>
            <a:noFill/>
          </a:ln>
        </p:spPr>
      </p:pic>
      <p:sp>
        <p:nvSpPr>
          <p:cNvPr id="106" name="Google Shape;106;p1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1">
  <p:cSld name="Quote/Callout_V1">
    <p:spTree>
      <p:nvGrpSpPr>
        <p:cNvPr id="108" name="Shape 108"/>
        <p:cNvGrpSpPr/>
        <p:nvPr/>
      </p:nvGrpSpPr>
      <p:grpSpPr>
        <a:xfrm>
          <a:off x="0" y="0"/>
          <a:ext cx="0" cy="0"/>
          <a:chOff x="0" y="0"/>
          <a:chExt cx="0" cy="0"/>
        </a:xfrm>
      </p:grpSpPr>
      <p:sp>
        <p:nvSpPr>
          <p:cNvPr id="109" name="Google Shape;109;p15"/>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rgbClr val="1B376C"/>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10" name="Google Shape;110;p15"/>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11" name="Google Shape;111;p15"/>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12" name="Google Shape;112;p1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p:cSld name="Picture ">
    <p:spTree>
      <p:nvGrpSpPr>
        <p:cNvPr id="114" name="Shape 114"/>
        <p:cNvGrpSpPr/>
        <p:nvPr/>
      </p:nvGrpSpPr>
      <p:grpSpPr>
        <a:xfrm>
          <a:off x="0" y="0"/>
          <a:ext cx="0" cy="0"/>
          <a:chOff x="0" y="0"/>
          <a:chExt cx="0" cy="0"/>
        </a:xfrm>
      </p:grpSpPr>
      <p:sp>
        <p:nvSpPr>
          <p:cNvPr id="115" name="Google Shape;115;p16"/>
          <p:cNvSpPr/>
          <p:nvPr>
            <p:ph idx="2" type="pic"/>
          </p:nvPr>
        </p:nvSpPr>
        <p:spPr>
          <a:xfrm>
            <a:off x="994663" y="459582"/>
            <a:ext cx="7072800" cy="40005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rtl="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rtl="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70.png" id="116" name="Google Shape;116;p16"/>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17" name="Google Shape;117;p16"/>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18" name="Google Shape;118;p1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1">
  <p:cSld name="Full Picture_V1">
    <p:spTree>
      <p:nvGrpSpPr>
        <p:cNvPr id="120" name="Shape 120"/>
        <p:cNvGrpSpPr/>
        <p:nvPr/>
      </p:nvGrpSpPr>
      <p:grpSpPr>
        <a:xfrm>
          <a:off x="0" y="0"/>
          <a:ext cx="0" cy="0"/>
          <a:chOff x="0" y="0"/>
          <a:chExt cx="0" cy="0"/>
        </a:xfrm>
      </p:grpSpPr>
      <p:sp>
        <p:nvSpPr>
          <p:cNvPr id="121" name="Google Shape;121;p17"/>
          <p:cNvSpPr/>
          <p:nvPr>
            <p:ph idx="2" type="pic"/>
          </p:nvPr>
        </p:nvSpPr>
        <p:spPr>
          <a:xfrm>
            <a:off x="-71048" y="-79930"/>
            <a:ext cx="9215100" cy="52995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rtl="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rtl="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70.png" id="122" name="Google Shape;122;p17"/>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2">
  <p:cSld name="Full Picture_V2">
    <p:spTree>
      <p:nvGrpSpPr>
        <p:cNvPr id="123" name="Shape 123"/>
        <p:cNvGrpSpPr/>
        <p:nvPr/>
      </p:nvGrpSpPr>
      <p:grpSpPr>
        <a:xfrm>
          <a:off x="0" y="0"/>
          <a:ext cx="0" cy="0"/>
          <a:chOff x="0" y="0"/>
          <a:chExt cx="0" cy="0"/>
        </a:xfrm>
      </p:grpSpPr>
      <p:sp>
        <p:nvSpPr>
          <p:cNvPr id="124" name="Google Shape;124;p18"/>
          <p:cNvSpPr/>
          <p:nvPr>
            <p:ph idx="2" type="pic"/>
          </p:nvPr>
        </p:nvSpPr>
        <p:spPr>
          <a:xfrm>
            <a:off x="-71048" y="-79930"/>
            <a:ext cx="9215100" cy="52995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rtl="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rtl="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70.png" id="125" name="Google Shape;125;p18"/>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grpSp>
        <p:nvGrpSpPr>
          <p:cNvPr id="126" name="Google Shape;126;p18"/>
          <p:cNvGrpSpPr/>
          <p:nvPr/>
        </p:nvGrpSpPr>
        <p:grpSpPr>
          <a:xfrm rot="10800000">
            <a:off x="7010292" y="-239987"/>
            <a:ext cx="2119001" cy="2609606"/>
            <a:chOff x="4648200" y="-114299"/>
            <a:chExt cx="4737314" cy="6400799"/>
          </a:xfrm>
        </p:grpSpPr>
        <p:sp>
          <p:nvSpPr>
            <p:cNvPr id="127" name="Google Shape;127;p18"/>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28" name="Google Shape;128;p18"/>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3">
  <p:cSld name="Full Picture_V3">
    <p:spTree>
      <p:nvGrpSpPr>
        <p:cNvPr id="129" name="Shape 129"/>
        <p:cNvGrpSpPr/>
        <p:nvPr/>
      </p:nvGrpSpPr>
      <p:grpSpPr>
        <a:xfrm>
          <a:off x="0" y="0"/>
          <a:ext cx="0" cy="0"/>
          <a:chOff x="0" y="0"/>
          <a:chExt cx="0" cy="0"/>
        </a:xfrm>
      </p:grpSpPr>
      <p:sp>
        <p:nvSpPr>
          <p:cNvPr id="130" name="Google Shape;130;p19"/>
          <p:cNvSpPr/>
          <p:nvPr>
            <p:ph idx="2" type="pic"/>
          </p:nvPr>
        </p:nvSpPr>
        <p:spPr>
          <a:xfrm>
            <a:off x="-71048" y="-79930"/>
            <a:ext cx="9215100" cy="52995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rtl="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rtl="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rtl="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69.png" id="131" name="Google Shape;131;p19"/>
          <p:cNvPicPr preferRelativeResize="0"/>
          <p:nvPr/>
        </p:nvPicPr>
        <p:blipFill rotWithShape="1">
          <a:blip r:embed="rId2">
            <a:alphaModFix/>
          </a:blip>
          <a:srcRect b="0" l="0" r="0" t="0"/>
          <a:stretch/>
        </p:blipFill>
        <p:spPr>
          <a:xfrm>
            <a:off x="427722" y="4497192"/>
            <a:ext cx="575171" cy="47485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2">
  <p:cSld name="Boilerplate_V2">
    <p:spTree>
      <p:nvGrpSpPr>
        <p:cNvPr id="132" name="Shape 132"/>
        <p:cNvGrpSpPr/>
        <p:nvPr/>
      </p:nvGrpSpPr>
      <p:grpSpPr>
        <a:xfrm>
          <a:off x="0" y="0"/>
          <a:ext cx="0" cy="0"/>
          <a:chOff x="0" y="0"/>
          <a:chExt cx="0" cy="0"/>
        </a:xfrm>
      </p:grpSpPr>
      <p:sp>
        <p:nvSpPr>
          <p:cNvPr id="133" name="Google Shape;133;p20"/>
          <p:cNvSpPr/>
          <p:nvPr/>
        </p:nvSpPr>
        <p:spPr>
          <a:xfrm>
            <a:off x="-150975" y="-111901"/>
            <a:ext cx="5737200" cy="5353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1.png" id="134" name="Google Shape;134;p20"/>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135" name="Google Shape;135;p20"/>
          <p:cNvSpPr txBox="1"/>
          <p:nvPr/>
        </p:nvSpPr>
        <p:spPr>
          <a:xfrm>
            <a:off x="266429" y="877761"/>
            <a:ext cx="49644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a:p>
        </p:txBody>
      </p:sp>
      <p:pic>
        <p:nvPicPr>
          <p:cNvPr descr="Artboard 67.png" id="136" name="Google Shape;136;p20"/>
          <p:cNvPicPr preferRelativeResize="0"/>
          <p:nvPr/>
        </p:nvPicPr>
        <p:blipFill rotWithShape="1">
          <a:blip r:embed="rId3">
            <a:alphaModFix/>
          </a:blip>
          <a:srcRect b="0" l="0" r="0" t="0"/>
          <a:stretch/>
        </p:blipFill>
        <p:spPr>
          <a:xfrm>
            <a:off x="7737268" y="-142283"/>
            <a:ext cx="953124" cy="1219732"/>
          </a:xfrm>
          <a:prstGeom prst="rect">
            <a:avLst/>
          </a:prstGeom>
          <a:noFill/>
          <a:ln>
            <a:noFill/>
          </a:ln>
        </p:spPr>
      </p:pic>
      <p:grpSp>
        <p:nvGrpSpPr>
          <p:cNvPr id="137" name="Google Shape;137;p20"/>
          <p:cNvGrpSpPr/>
          <p:nvPr/>
        </p:nvGrpSpPr>
        <p:grpSpPr>
          <a:xfrm rot="-5400000">
            <a:off x="-809488" y="3407851"/>
            <a:ext cx="2437656" cy="3159505"/>
            <a:chOff x="-1651846" y="1660772"/>
            <a:chExt cx="3577948" cy="4173718"/>
          </a:xfrm>
        </p:grpSpPr>
        <p:pic>
          <p:nvPicPr>
            <p:cNvPr descr="Artboard 66.png" id="138" name="Google Shape;138;p20"/>
            <p:cNvPicPr preferRelativeResize="0"/>
            <p:nvPr/>
          </p:nvPicPr>
          <p:blipFill rotWithShape="1">
            <a:blip r:embed="rId4">
              <a:alphaModFix/>
            </a:blip>
            <a:srcRect b="0" l="63421" r="0" t="0"/>
            <a:stretch/>
          </p:blipFill>
          <p:spPr>
            <a:xfrm rot="5400000">
              <a:off x="104125" y="4012514"/>
              <a:ext cx="1482741" cy="2161212"/>
            </a:xfrm>
            <a:prstGeom prst="rect">
              <a:avLst/>
            </a:prstGeom>
            <a:noFill/>
            <a:ln>
              <a:noFill/>
            </a:ln>
          </p:spPr>
        </p:pic>
        <p:sp>
          <p:nvSpPr>
            <p:cNvPr id="139" name="Google Shape;139;p20"/>
            <p:cNvSpPr/>
            <p:nvPr/>
          </p:nvSpPr>
          <p:spPr>
            <a:xfrm>
              <a:off x="-1651846" y="1660772"/>
              <a:ext cx="2735400" cy="27432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1">
  <p:cSld name="Boilerplate_V1">
    <p:spTree>
      <p:nvGrpSpPr>
        <p:cNvPr id="140" name="Shape 140"/>
        <p:cNvGrpSpPr/>
        <p:nvPr/>
      </p:nvGrpSpPr>
      <p:grpSpPr>
        <a:xfrm>
          <a:off x="0" y="0"/>
          <a:ext cx="0" cy="0"/>
          <a:chOff x="0" y="0"/>
          <a:chExt cx="0" cy="0"/>
        </a:xfrm>
      </p:grpSpPr>
      <p:sp>
        <p:nvSpPr>
          <p:cNvPr id="141" name="Google Shape;141;p21"/>
          <p:cNvSpPr/>
          <p:nvPr/>
        </p:nvSpPr>
        <p:spPr>
          <a:xfrm>
            <a:off x="-150975" y="-111902"/>
            <a:ext cx="5027700" cy="5289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1.png" id="142" name="Google Shape;142;p21"/>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143" name="Google Shape;143;p21"/>
          <p:cNvSpPr txBox="1"/>
          <p:nvPr/>
        </p:nvSpPr>
        <p:spPr>
          <a:xfrm>
            <a:off x="251805" y="1224729"/>
            <a:ext cx="4320300" cy="323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a:p>
        </p:txBody>
      </p:sp>
      <p:grpSp>
        <p:nvGrpSpPr>
          <p:cNvPr id="144" name="Google Shape;144;p21"/>
          <p:cNvGrpSpPr/>
          <p:nvPr/>
        </p:nvGrpSpPr>
        <p:grpSpPr>
          <a:xfrm>
            <a:off x="4572120" y="-102866"/>
            <a:ext cx="4724524" cy="5818326"/>
            <a:chOff x="4648200" y="-114299"/>
            <a:chExt cx="4737314" cy="6400799"/>
          </a:xfrm>
        </p:grpSpPr>
        <p:sp>
          <p:nvSpPr>
            <p:cNvPr id="145" name="Google Shape;145;p21"/>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46" name="Google Shape;146;p21"/>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Shapes + Element">
  <p:cSld name="1_Title Slide - Shapes + Element">
    <p:bg>
      <p:bgPr>
        <a:solidFill>
          <a:schemeClr val="dk2"/>
        </a:solidFill>
      </p:bgPr>
    </p:bg>
    <p:spTree>
      <p:nvGrpSpPr>
        <p:cNvPr id="147" name="Shape 147"/>
        <p:cNvGrpSpPr/>
        <p:nvPr/>
      </p:nvGrpSpPr>
      <p:grpSpPr>
        <a:xfrm>
          <a:off x="0" y="0"/>
          <a:ext cx="0" cy="0"/>
          <a:chOff x="0" y="0"/>
          <a:chExt cx="0" cy="0"/>
        </a:xfrm>
      </p:grpSpPr>
      <p:sp>
        <p:nvSpPr>
          <p:cNvPr id="148" name="Google Shape;148;p22"/>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4000"/>
              <a:buFont typeface="Helvetica Neue"/>
              <a:buNone/>
              <a:defRPr b="1" sz="4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22"/>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150" name="Google Shape;150;p22"/>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lt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1" name="Google Shape;151;p22"/>
          <p:cNvSpPr/>
          <p:nvPr/>
        </p:nvSpPr>
        <p:spPr>
          <a:xfrm>
            <a:off x="5105400" y="0"/>
            <a:ext cx="3959700" cy="34632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52" name="Google Shape;152;p22"/>
          <p:cNvPicPr preferRelativeResize="0"/>
          <p:nvPr/>
        </p:nvPicPr>
        <p:blipFill rotWithShape="1">
          <a:blip r:embed="rId3">
            <a:alphaModFix/>
          </a:blip>
          <a:srcRect b="0" l="0" r="0" t="0"/>
          <a:stretch/>
        </p:blipFill>
        <p:spPr>
          <a:xfrm rot="-5400000">
            <a:off x="3899935" y="648410"/>
            <a:ext cx="5760718" cy="4258160"/>
          </a:xfrm>
          <a:prstGeom prst="rect">
            <a:avLst/>
          </a:prstGeom>
          <a:noFill/>
          <a:ln>
            <a:noFill/>
          </a:ln>
        </p:spPr>
      </p:pic>
      <p:pic>
        <p:nvPicPr>
          <p:cNvPr descr="Artboard 71.png" id="153" name="Google Shape;153;p22"/>
          <p:cNvPicPr preferRelativeResize="0"/>
          <p:nvPr/>
        </p:nvPicPr>
        <p:blipFill rotWithShape="1">
          <a:blip r:embed="rId4">
            <a:alphaModFix/>
          </a:blip>
          <a:srcRect b="0" l="0" r="0" t="0"/>
          <a:stretch/>
        </p:blipFill>
        <p:spPr>
          <a:xfrm>
            <a:off x="346356" y="275046"/>
            <a:ext cx="2022183" cy="46190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Slide - Dark">
  <p:cSld name="1_Section Slide - Dark">
    <p:bg>
      <p:bgPr>
        <a:solidFill>
          <a:schemeClr val="dk2"/>
        </a:solidFill>
      </p:bgPr>
    </p:bg>
    <p:spTree>
      <p:nvGrpSpPr>
        <p:cNvPr id="154" name="Shape 154"/>
        <p:cNvGrpSpPr/>
        <p:nvPr/>
      </p:nvGrpSpPr>
      <p:grpSpPr>
        <a:xfrm>
          <a:off x="0" y="0"/>
          <a:ext cx="0" cy="0"/>
          <a:chOff x="0" y="0"/>
          <a:chExt cx="0" cy="0"/>
        </a:xfrm>
      </p:grpSpPr>
      <p:sp>
        <p:nvSpPr>
          <p:cNvPr id="155" name="Google Shape;155;p23"/>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3"/>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pic>
        <p:nvPicPr>
          <p:cNvPr descr="Artboard 71.png" id="157" name="Google Shape;157;p23"/>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158" name="Google Shape;158;p23"/>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1">
  <p:cSld name="1_Content - Two Column_V1">
    <p:spTree>
      <p:nvGrpSpPr>
        <p:cNvPr id="159" name="Shape 159"/>
        <p:cNvGrpSpPr/>
        <p:nvPr/>
      </p:nvGrpSpPr>
      <p:grpSpPr>
        <a:xfrm>
          <a:off x="0" y="0"/>
          <a:ext cx="0" cy="0"/>
          <a:chOff x="0" y="0"/>
          <a:chExt cx="0" cy="0"/>
        </a:xfrm>
      </p:grpSpPr>
      <p:sp>
        <p:nvSpPr>
          <p:cNvPr id="160" name="Google Shape;160;p24"/>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1" name="Google Shape;161;p24"/>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2" name="Google Shape;162;p24"/>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70.png" id="163" name="Google Shape;163;p2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64" name="Google Shape;164;p24"/>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65" name="Google Shape;165;p2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2">
  <p:cSld name="1_Content - Two Column_V2">
    <p:spTree>
      <p:nvGrpSpPr>
        <p:cNvPr id="167" name="Shape 167"/>
        <p:cNvGrpSpPr/>
        <p:nvPr/>
      </p:nvGrpSpPr>
      <p:grpSpPr>
        <a:xfrm>
          <a:off x="0" y="0"/>
          <a:ext cx="0" cy="0"/>
          <a:chOff x="0" y="0"/>
          <a:chExt cx="0" cy="0"/>
        </a:xfrm>
      </p:grpSpPr>
      <p:sp>
        <p:nvSpPr>
          <p:cNvPr id="168" name="Google Shape;168;p25"/>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9" name="Google Shape;169;p25"/>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0" name="Google Shape;170;p25"/>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70.png" id="171" name="Google Shape;171;p25"/>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72" name="Google Shape;172;p2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2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174" name="Google Shape;174;p25"/>
          <p:cNvGrpSpPr/>
          <p:nvPr/>
        </p:nvGrpSpPr>
        <p:grpSpPr>
          <a:xfrm rot="10800000">
            <a:off x="7010292" y="-239987"/>
            <a:ext cx="2119001" cy="2609606"/>
            <a:chOff x="4648200" y="-114299"/>
            <a:chExt cx="4737314" cy="6400799"/>
          </a:xfrm>
        </p:grpSpPr>
        <p:sp>
          <p:nvSpPr>
            <p:cNvPr id="175" name="Google Shape;175;p25"/>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76" name="Google Shape;176;p25"/>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 + Subtitle">
  <p:cSld name="1_Content - Two Column + Subtitle">
    <p:spTree>
      <p:nvGrpSpPr>
        <p:cNvPr id="177" name="Shape 177"/>
        <p:cNvGrpSpPr/>
        <p:nvPr/>
      </p:nvGrpSpPr>
      <p:grpSpPr>
        <a:xfrm>
          <a:off x="0" y="0"/>
          <a:ext cx="0" cy="0"/>
          <a:chOff x="0" y="0"/>
          <a:chExt cx="0" cy="0"/>
        </a:xfrm>
      </p:grpSpPr>
      <p:sp>
        <p:nvSpPr>
          <p:cNvPr id="178" name="Google Shape;178;p26"/>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79" name="Google Shape;179;p26"/>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80" name="Google Shape;180;p26"/>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dk2"/>
              </a:buClr>
              <a:buSzPts val="3200"/>
              <a:buFont typeface="Helvetica Neue"/>
              <a:buNone/>
            </a:pPr>
            <a:r>
              <a:rPr b="1" i="0" lang="en" sz="3200" u="none" cap="none" strike="noStrike">
                <a:solidFill>
                  <a:schemeClr val="dk2"/>
                </a:solidFill>
                <a:latin typeface="Helvetica Neue"/>
                <a:ea typeface="Helvetica Neue"/>
                <a:cs typeface="Helvetica Neue"/>
                <a:sym typeface="Helvetica Neue"/>
              </a:rPr>
              <a:t>Click to edit title</a:t>
            </a:r>
            <a:endParaRPr/>
          </a:p>
        </p:txBody>
      </p:sp>
      <p:sp>
        <p:nvSpPr>
          <p:cNvPr id="181" name="Google Shape;181;p26"/>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2" name="Google Shape;182;p26"/>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83" name="Google Shape;183;p26"/>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84" name="Google Shape;184;p26"/>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85" name="Google Shape;185;p2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Image/Graphic_V1">
  <p:cSld name="1_Content + Image/Graphic_V1">
    <p:spTree>
      <p:nvGrpSpPr>
        <p:cNvPr id="187" name="Shape 187"/>
        <p:cNvGrpSpPr/>
        <p:nvPr/>
      </p:nvGrpSpPr>
      <p:grpSpPr>
        <a:xfrm>
          <a:off x="0" y="0"/>
          <a:ext cx="0" cy="0"/>
          <a:chOff x="0" y="0"/>
          <a:chExt cx="0" cy="0"/>
        </a:xfrm>
      </p:grpSpPr>
      <p:sp>
        <p:nvSpPr>
          <p:cNvPr id="188" name="Google Shape;188;p27"/>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89" name="Google Shape;189;p27"/>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a:p>
        </p:txBody>
      </p:sp>
      <p:sp>
        <p:nvSpPr>
          <p:cNvPr id="190" name="Google Shape;190;p27"/>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1" name="Google Shape;191;p27"/>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92" name="Google Shape;192;p27"/>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93" name="Google Shape;193;p27"/>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94" name="Google Shape;194;p2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2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hree Column">
  <p:cSld name="1_Content - Three Column">
    <p:spTree>
      <p:nvGrpSpPr>
        <p:cNvPr id="196" name="Shape 196"/>
        <p:cNvGrpSpPr/>
        <p:nvPr/>
      </p:nvGrpSpPr>
      <p:grpSpPr>
        <a:xfrm>
          <a:off x="0" y="0"/>
          <a:ext cx="0" cy="0"/>
          <a:chOff x="0" y="0"/>
          <a:chExt cx="0" cy="0"/>
        </a:xfrm>
      </p:grpSpPr>
      <p:sp>
        <p:nvSpPr>
          <p:cNvPr id="197" name="Google Shape;197;p28"/>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8" name="Google Shape;198;p28"/>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70.png" id="199" name="Google Shape;199;p28"/>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200" name="Google Shape;200;p28"/>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201" name="Google Shape;201;p28"/>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2" name="Google Shape;202;p28"/>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3" name="Google Shape;203;p2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2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2">
  <p:cSld name="1_Quote/Callout_V2">
    <p:spTree>
      <p:nvGrpSpPr>
        <p:cNvPr id="205" name="Shape 205"/>
        <p:cNvGrpSpPr/>
        <p:nvPr/>
      </p:nvGrpSpPr>
      <p:grpSpPr>
        <a:xfrm>
          <a:off x="0" y="0"/>
          <a:ext cx="0" cy="0"/>
          <a:chOff x="0" y="0"/>
          <a:chExt cx="0" cy="0"/>
        </a:xfrm>
      </p:grpSpPr>
      <p:sp>
        <p:nvSpPr>
          <p:cNvPr id="206" name="Google Shape;206;p29"/>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rgbClr val="1B376C"/>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207" name="Google Shape;207;p29"/>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208" name="Google Shape;208;p2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2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210" name="Google Shape;210;p29"/>
          <p:cNvGrpSpPr/>
          <p:nvPr/>
        </p:nvGrpSpPr>
        <p:grpSpPr>
          <a:xfrm rot="10800000">
            <a:off x="7010292" y="-239987"/>
            <a:ext cx="2119001" cy="2609606"/>
            <a:chOff x="4648200" y="-114299"/>
            <a:chExt cx="4737314" cy="6400799"/>
          </a:xfrm>
        </p:grpSpPr>
        <p:sp>
          <p:nvSpPr>
            <p:cNvPr id="211" name="Google Shape;211;p29"/>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212" name="Google Shape;212;p29"/>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1">
  <p:cSld name="1_Content - One Column_V1">
    <p:bg>
      <p:bgPr>
        <a:solidFill>
          <a:schemeClr val="dk2"/>
        </a:solidFill>
      </p:bgPr>
    </p:bg>
    <p:spTree>
      <p:nvGrpSpPr>
        <p:cNvPr id="213" name="Shape 213"/>
        <p:cNvGrpSpPr/>
        <p:nvPr/>
      </p:nvGrpSpPr>
      <p:grpSpPr>
        <a:xfrm>
          <a:off x="0" y="0"/>
          <a:ext cx="0" cy="0"/>
          <a:chOff x="0" y="0"/>
          <a:chExt cx="0" cy="0"/>
        </a:xfrm>
      </p:grpSpPr>
      <p:sp>
        <p:nvSpPr>
          <p:cNvPr id="214" name="Google Shape;214;p30"/>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30"/>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chemeClr val="lt2"/>
                </a:solidFill>
              </a:defRPr>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67.png" id="216" name="Google Shape;216;p30"/>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217" name="Google Shape;217;p3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3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219" name="Google Shape;219;p30"/>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2">
  <p:cSld name="1_Content - One Column_V2">
    <p:bg>
      <p:bgPr>
        <a:solidFill>
          <a:schemeClr val="dk2"/>
        </a:solidFill>
      </p:bgPr>
    </p:bg>
    <p:spTree>
      <p:nvGrpSpPr>
        <p:cNvPr id="220" name="Shape 220"/>
        <p:cNvGrpSpPr/>
        <p:nvPr/>
      </p:nvGrpSpPr>
      <p:grpSpPr>
        <a:xfrm>
          <a:off x="0" y="0"/>
          <a:ext cx="0" cy="0"/>
          <a:chOff x="0" y="0"/>
          <a:chExt cx="0" cy="0"/>
        </a:xfrm>
      </p:grpSpPr>
      <p:sp>
        <p:nvSpPr>
          <p:cNvPr id="221" name="Google Shape;221;p31"/>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31"/>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chemeClr val="lt2"/>
                </a:solidFill>
              </a:defRPr>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3" name="Google Shape;223;p3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3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225" name="Google Shape;225;p31"/>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26" name="Google Shape;226;p31"/>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227" name="Google Shape;227;p31"/>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1">
  <p:cSld name="Content + Image/Graphic_V1">
    <p:bg>
      <p:bgPr>
        <a:solidFill>
          <a:schemeClr val="dk2"/>
        </a:solidFill>
      </p:bgPr>
    </p:bg>
    <p:spTree>
      <p:nvGrpSpPr>
        <p:cNvPr id="228" name="Shape 228"/>
        <p:cNvGrpSpPr/>
        <p:nvPr/>
      </p:nvGrpSpPr>
      <p:grpSpPr>
        <a:xfrm>
          <a:off x="0" y="0"/>
          <a:ext cx="0" cy="0"/>
          <a:chOff x="0" y="0"/>
          <a:chExt cx="0" cy="0"/>
        </a:xfrm>
      </p:grpSpPr>
      <p:sp>
        <p:nvSpPr>
          <p:cNvPr id="229" name="Google Shape;229;p32"/>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lt1"/>
              </a:buClr>
              <a:buSzPts val="1600"/>
              <a:buNone/>
              <a:defRPr b="1" sz="1600"/>
            </a:lvl6pPr>
            <a:lvl7pPr indent="-228600" lvl="6" marL="3200400" algn="l">
              <a:spcBef>
                <a:spcPts val="320"/>
              </a:spcBef>
              <a:spcAft>
                <a:spcPts val="0"/>
              </a:spcAft>
              <a:buClr>
                <a:schemeClr val="lt1"/>
              </a:buClr>
              <a:buSzPts val="1600"/>
              <a:buNone/>
              <a:defRPr b="1" sz="1600"/>
            </a:lvl7pPr>
            <a:lvl8pPr indent="-228600" lvl="7" marL="3657600" algn="l">
              <a:spcBef>
                <a:spcPts val="320"/>
              </a:spcBef>
              <a:spcAft>
                <a:spcPts val="0"/>
              </a:spcAft>
              <a:buClr>
                <a:schemeClr val="lt1"/>
              </a:buClr>
              <a:buSzPts val="1600"/>
              <a:buNone/>
              <a:defRPr b="1" sz="1600"/>
            </a:lvl8pPr>
            <a:lvl9pPr indent="-228600" lvl="8" marL="4114800" algn="l">
              <a:spcBef>
                <a:spcPts val="320"/>
              </a:spcBef>
              <a:spcAft>
                <a:spcPts val="0"/>
              </a:spcAft>
              <a:buClr>
                <a:schemeClr val="lt1"/>
              </a:buClr>
              <a:buSzPts val="1600"/>
              <a:buNone/>
              <a:defRPr b="1" sz="1600"/>
            </a:lvl9pPr>
          </a:lstStyle>
          <a:p/>
        </p:txBody>
      </p:sp>
      <p:sp>
        <p:nvSpPr>
          <p:cNvPr id="230" name="Google Shape;230;p32"/>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a:p>
        </p:txBody>
      </p:sp>
      <p:sp>
        <p:nvSpPr>
          <p:cNvPr id="231" name="Google Shape;231;p32"/>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32" name="Google Shape;232;p32"/>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pic>
        <p:nvPicPr>
          <p:cNvPr descr="Artboard 67.png" id="233" name="Google Shape;233;p32"/>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234" name="Google Shape;234;p3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3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236" name="Google Shape;236;p32"/>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hree Column">
  <p:cSld name="Content - Three Column">
    <p:bg>
      <p:bgPr>
        <a:solidFill>
          <a:schemeClr val="dk2"/>
        </a:solidFill>
      </p:bgPr>
    </p:bg>
    <p:spTree>
      <p:nvGrpSpPr>
        <p:cNvPr id="237" name="Shape 237"/>
        <p:cNvGrpSpPr/>
        <p:nvPr/>
      </p:nvGrpSpPr>
      <p:grpSpPr>
        <a:xfrm>
          <a:off x="0" y="0"/>
          <a:ext cx="0" cy="0"/>
          <a:chOff x="0" y="0"/>
          <a:chExt cx="0" cy="0"/>
        </a:xfrm>
      </p:grpSpPr>
      <p:sp>
        <p:nvSpPr>
          <p:cNvPr id="238" name="Google Shape;238;p33"/>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39" name="Google Shape;239;p33"/>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67.png" id="240" name="Google Shape;240;p33"/>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241" name="Google Shape;241;p33"/>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42" name="Google Shape;242;p33"/>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43" name="Google Shape;243;p3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3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245" name="Google Shape;245;p33"/>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1">
  <p:cSld name="1_Quote/Callout_V1">
    <p:bg>
      <p:bgPr>
        <a:solidFill>
          <a:schemeClr val="dk2"/>
        </a:solidFill>
      </p:bgPr>
    </p:bg>
    <p:spTree>
      <p:nvGrpSpPr>
        <p:cNvPr id="246" name="Shape 246"/>
        <p:cNvGrpSpPr/>
        <p:nvPr/>
      </p:nvGrpSpPr>
      <p:grpSpPr>
        <a:xfrm>
          <a:off x="0" y="0"/>
          <a:ext cx="0" cy="0"/>
          <a:chOff x="0" y="0"/>
          <a:chExt cx="0" cy="0"/>
        </a:xfrm>
      </p:grpSpPr>
      <p:sp>
        <p:nvSpPr>
          <p:cNvPr id="247" name="Google Shape;247;p34"/>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chemeClr val="lt2"/>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pic>
        <p:nvPicPr>
          <p:cNvPr descr="Artboard 67.png" id="248" name="Google Shape;248;p34"/>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249" name="Google Shape;249;p3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3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251" name="Google Shape;251;p34"/>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2">
  <p:cSld name="Quote/Callout_V2">
    <p:bg>
      <p:bgPr>
        <a:solidFill>
          <a:schemeClr val="dk2"/>
        </a:solidFill>
      </p:bgPr>
    </p:bg>
    <p:spTree>
      <p:nvGrpSpPr>
        <p:cNvPr id="252" name="Shape 252"/>
        <p:cNvGrpSpPr/>
        <p:nvPr/>
      </p:nvGrpSpPr>
      <p:grpSpPr>
        <a:xfrm>
          <a:off x="0" y="0"/>
          <a:ext cx="0" cy="0"/>
          <a:chOff x="0" y="0"/>
          <a:chExt cx="0" cy="0"/>
        </a:xfrm>
      </p:grpSpPr>
      <p:sp>
        <p:nvSpPr>
          <p:cNvPr id="253" name="Google Shape;253;p35"/>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chemeClr val="accent1"/>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pic>
        <p:nvPicPr>
          <p:cNvPr id="254" name="Google Shape;254;p35"/>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255" name="Google Shape;255;p3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3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257" name="Google Shape;257;p35"/>
          <p:cNvSpPr/>
          <p:nvPr/>
        </p:nvSpPr>
        <p:spPr>
          <a:xfrm rot="10800000">
            <a:off x="7153646" y="754019"/>
            <a:ext cx="1771200" cy="15690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58" name="Google Shape;258;p35"/>
          <p:cNvPicPr preferRelativeResize="0"/>
          <p:nvPr/>
        </p:nvPicPr>
        <p:blipFill rotWithShape="1">
          <a:blip r:embed="rId4">
            <a:alphaModFix/>
          </a:blip>
          <a:srcRect b="0" l="0" r="0" t="0"/>
          <a:stretch/>
        </p:blipFill>
        <p:spPr>
          <a:xfrm rot="5400000">
            <a:off x="6885827" y="111269"/>
            <a:ext cx="2579986" cy="1907053"/>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9" name="Shape 259"/>
        <p:cNvGrpSpPr/>
        <p:nvPr/>
      </p:nvGrpSpPr>
      <p:grpSpPr>
        <a:xfrm>
          <a:off x="0" y="0"/>
          <a:ext cx="0" cy="0"/>
          <a:chOff x="0" y="0"/>
          <a:chExt cx="0" cy="0"/>
        </a:xfrm>
      </p:grpSpPr>
      <p:sp>
        <p:nvSpPr>
          <p:cNvPr id="260" name="Google Shape;260;p36"/>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3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p3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 name="Google Shape;263;p3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4" name="Shape 264"/>
        <p:cNvGrpSpPr/>
        <p:nvPr/>
      </p:nvGrpSpPr>
      <p:grpSpPr>
        <a:xfrm>
          <a:off x="0" y="0"/>
          <a:ext cx="0" cy="0"/>
          <a:chOff x="0" y="0"/>
          <a:chExt cx="0" cy="0"/>
        </a:xfrm>
      </p:grpSpPr>
      <p:sp>
        <p:nvSpPr>
          <p:cNvPr id="265" name="Google Shape;265;p3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3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7" name="Google Shape;267;p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68" name="Google Shape;268;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Title and Content">
  <p:cSld name="Bar Title and Content">
    <p:spTree>
      <p:nvGrpSpPr>
        <p:cNvPr id="270" name="Shape 270"/>
        <p:cNvGrpSpPr/>
        <p:nvPr/>
      </p:nvGrpSpPr>
      <p:grpSpPr>
        <a:xfrm>
          <a:off x="0" y="0"/>
          <a:ext cx="0" cy="0"/>
          <a:chOff x="0" y="0"/>
          <a:chExt cx="0" cy="0"/>
        </a:xfrm>
      </p:grpSpPr>
      <p:sp>
        <p:nvSpPr>
          <p:cNvPr id="271" name="Google Shape;271;p38"/>
          <p:cNvSpPr/>
          <p:nvPr/>
        </p:nvSpPr>
        <p:spPr>
          <a:xfrm>
            <a:off x="0" y="0"/>
            <a:ext cx="9144000" cy="905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a:solidFill>
                <a:schemeClr val="lt1"/>
              </a:solidFill>
              <a:latin typeface="Arial"/>
              <a:ea typeface="Arial"/>
              <a:cs typeface="Arial"/>
              <a:sym typeface="Arial"/>
            </a:endParaRPr>
          </a:p>
        </p:txBody>
      </p:sp>
      <p:sp>
        <p:nvSpPr>
          <p:cNvPr id="272" name="Google Shape;272;p38"/>
          <p:cNvSpPr txBox="1"/>
          <p:nvPr>
            <p:ph idx="1" type="body"/>
          </p:nvPr>
        </p:nvSpPr>
        <p:spPr>
          <a:xfrm>
            <a:off x="342900" y="4729663"/>
            <a:ext cx="7743900" cy="1998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2"/>
              </a:buClr>
              <a:buSzPts val="600"/>
              <a:buNone/>
              <a:defRPr b="0" i="0" sz="600">
                <a:latin typeface="Arial"/>
                <a:ea typeface="Arial"/>
                <a:cs typeface="Arial"/>
                <a:sym typeface="Arial"/>
              </a:defRPr>
            </a:lvl1pPr>
            <a:lvl2pPr indent="-228600" lvl="1" marL="914400" algn="l">
              <a:lnSpc>
                <a:spcPct val="100000"/>
              </a:lnSpc>
              <a:spcBef>
                <a:spcPts val="1500"/>
              </a:spcBef>
              <a:spcAft>
                <a:spcPts val="0"/>
              </a:spcAft>
              <a:buClr>
                <a:schemeClr val="dk2"/>
              </a:buClr>
              <a:buSzPts val="1100"/>
              <a:buNone/>
              <a:defRPr sz="1100"/>
            </a:lvl2pPr>
            <a:lvl3pPr indent="-228600" lvl="2" marL="1371600" algn="l">
              <a:lnSpc>
                <a:spcPct val="100000"/>
              </a:lnSpc>
              <a:spcBef>
                <a:spcPts val="1500"/>
              </a:spcBef>
              <a:spcAft>
                <a:spcPts val="0"/>
              </a:spcAft>
              <a:buClr>
                <a:schemeClr val="dk2"/>
              </a:buClr>
              <a:buSzPts val="900"/>
              <a:buNone/>
              <a:defRPr sz="900"/>
            </a:lvl3pPr>
            <a:lvl4pPr indent="-228600" lvl="3" marL="1828800" algn="l">
              <a:lnSpc>
                <a:spcPct val="100000"/>
              </a:lnSpc>
              <a:spcBef>
                <a:spcPts val="1500"/>
              </a:spcBef>
              <a:spcAft>
                <a:spcPts val="0"/>
              </a:spcAft>
              <a:buClr>
                <a:schemeClr val="dk2"/>
              </a:buClr>
              <a:buSzPts val="800"/>
              <a:buNone/>
              <a:defRPr sz="800"/>
            </a:lvl4pPr>
            <a:lvl5pPr indent="-228600" lvl="4" marL="2286000" algn="l">
              <a:lnSpc>
                <a:spcPct val="100000"/>
              </a:lnSpc>
              <a:spcBef>
                <a:spcPts val="1500"/>
              </a:spcBef>
              <a:spcAft>
                <a:spcPts val="0"/>
              </a:spcAft>
              <a:buClr>
                <a:schemeClr val="dk2"/>
              </a:buClr>
              <a:buSzPts val="800"/>
              <a:buNone/>
              <a:defRPr sz="800"/>
            </a:lvl5pPr>
            <a:lvl6pPr indent="-228600" lvl="5" marL="2743200" algn="l">
              <a:lnSpc>
                <a:spcPct val="100000"/>
              </a:lnSpc>
              <a:spcBef>
                <a:spcPts val="1500"/>
              </a:spcBef>
              <a:spcAft>
                <a:spcPts val="0"/>
              </a:spcAft>
              <a:buClr>
                <a:schemeClr val="dk2"/>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73" name="Google Shape;273;p38"/>
          <p:cNvSpPr txBox="1"/>
          <p:nvPr>
            <p:ph type="title"/>
          </p:nvPr>
        </p:nvSpPr>
        <p:spPr>
          <a:xfrm>
            <a:off x="342900" y="288036"/>
            <a:ext cx="8455800" cy="617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38"/>
          <p:cNvSpPr txBox="1"/>
          <p:nvPr>
            <p:ph idx="2" type="body"/>
          </p:nvPr>
        </p:nvSpPr>
        <p:spPr>
          <a:xfrm>
            <a:off x="342900" y="1270537"/>
            <a:ext cx="8460600" cy="3234900"/>
          </a:xfrm>
          <a:prstGeom prst="rect">
            <a:avLst/>
          </a:prstGeom>
          <a:noFill/>
          <a:ln>
            <a:noFill/>
          </a:ln>
        </p:spPr>
        <p:txBody>
          <a:bodyPr anchorCtr="0" anchor="t" bIns="0" lIns="0" spcFirstLastPara="1" rIns="137150" wrap="square" tIns="0">
            <a:noAutofit/>
          </a:bodyPr>
          <a:lstStyle>
            <a:lvl1pPr indent="-317500" lvl="0" marL="457200" algn="l">
              <a:lnSpc>
                <a:spcPct val="100000"/>
              </a:lnSpc>
              <a:spcBef>
                <a:spcPts val="1500"/>
              </a:spcBef>
              <a:spcAft>
                <a:spcPts val="0"/>
              </a:spcAft>
              <a:buClr>
                <a:schemeClr val="dk2"/>
              </a:buClr>
              <a:buSzPts val="1400"/>
              <a:buChar char="•"/>
              <a:defRPr/>
            </a:lvl1pPr>
            <a:lvl2pPr indent="-323850" lvl="1" marL="914400" algn="l">
              <a:lnSpc>
                <a:spcPct val="100000"/>
              </a:lnSpc>
              <a:spcBef>
                <a:spcPts val="1500"/>
              </a:spcBef>
              <a:spcAft>
                <a:spcPts val="0"/>
              </a:spcAft>
              <a:buClr>
                <a:schemeClr val="dk2"/>
              </a:buClr>
              <a:buSzPts val="1500"/>
              <a:buChar char="•"/>
              <a:defRPr b="0" i="0">
                <a:latin typeface="Arial"/>
                <a:ea typeface="Arial"/>
                <a:cs typeface="Arial"/>
                <a:sym typeface="Arial"/>
              </a:defRPr>
            </a:lvl2pPr>
            <a:lvl3pPr indent="-323850" lvl="2" marL="1371600" algn="l">
              <a:lnSpc>
                <a:spcPct val="100000"/>
              </a:lnSpc>
              <a:spcBef>
                <a:spcPts val="1500"/>
              </a:spcBef>
              <a:spcAft>
                <a:spcPts val="0"/>
              </a:spcAft>
              <a:buClr>
                <a:schemeClr val="dk2"/>
              </a:buClr>
              <a:buSzPts val="1500"/>
              <a:buChar char="•"/>
              <a:defRPr b="0" i="0">
                <a:latin typeface="Arial"/>
                <a:ea typeface="Arial"/>
                <a:cs typeface="Arial"/>
                <a:sym typeface="Arial"/>
              </a:defRPr>
            </a:lvl3pPr>
            <a:lvl4pPr indent="-323850" lvl="3" marL="1828800" algn="l">
              <a:lnSpc>
                <a:spcPct val="100000"/>
              </a:lnSpc>
              <a:spcBef>
                <a:spcPts val="1500"/>
              </a:spcBef>
              <a:spcAft>
                <a:spcPts val="0"/>
              </a:spcAft>
              <a:buClr>
                <a:schemeClr val="dk2"/>
              </a:buClr>
              <a:buSzPts val="1500"/>
              <a:buChar char="•"/>
              <a:defRPr b="0" i="0">
                <a:latin typeface="Arial"/>
                <a:ea typeface="Arial"/>
                <a:cs typeface="Arial"/>
                <a:sym typeface="Arial"/>
              </a:defRPr>
            </a:lvl4pPr>
            <a:lvl5pPr indent="-323850" lvl="4" marL="2286000" algn="l">
              <a:lnSpc>
                <a:spcPct val="100000"/>
              </a:lnSpc>
              <a:spcBef>
                <a:spcPts val="1500"/>
              </a:spcBef>
              <a:spcAft>
                <a:spcPts val="0"/>
              </a:spcAft>
              <a:buClr>
                <a:schemeClr val="dk2"/>
              </a:buClr>
              <a:buSzPts val="1500"/>
              <a:buChar char="•"/>
              <a:defRPr b="0" i="0">
                <a:latin typeface="Arial"/>
                <a:ea typeface="Arial"/>
                <a:cs typeface="Arial"/>
                <a:sym typeface="Arial"/>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5" name="Shape 275"/>
        <p:cNvGrpSpPr/>
        <p:nvPr/>
      </p:nvGrpSpPr>
      <p:grpSpPr>
        <a:xfrm>
          <a:off x="0" y="0"/>
          <a:ext cx="0" cy="0"/>
          <a:chOff x="0" y="0"/>
          <a:chExt cx="0" cy="0"/>
        </a:xfrm>
      </p:grpSpPr>
      <p:sp>
        <p:nvSpPr>
          <p:cNvPr id="276" name="Google Shape;276;p3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77" name="Google Shape;277;p3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1">
  <p:cSld name="Content - One Column_V1">
    <p:spTree>
      <p:nvGrpSpPr>
        <p:cNvPr id="284" name="Shape 284"/>
        <p:cNvGrpSpPr/>
        <p:nvPr/>
      </p:nvGrpSpPr>
      <p:grpSpPr>
        <a:xfrm>
          <a:off x="0" y="0"/>
          <a:ext cx="0" cy="0"/>
          <a:chOff x="0" y="0"/>
          <a:chExt cx="0" cy="0"/>
        </a:xfrm>
      </p:grpSpPr>
      <p:sp>
        <p:nvSpPr>
          <p:cNvPr id="285" name="Google Shape;285;p41"/>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p41"/>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287" name="Google Shape;287;p4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288" name="Google Shape;288;p41"/>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289" name="Google Shape;289;p4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0" name="Google Shape;290;p4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1">
  <p:cSld name="1_Content - One Column_V1">
    <p:bg>
      <p:bgPr>
        <a:solidFill>
          <a:schemeClr val="dk2"/>
        </a:solidFill>
      </p:bgPr>
    </p:bg>
    <p:spTree>
      <p:nvGrpSpPr>
        <p:cNvPr id="291" name="Shape 291"/>
        <p:cNvGrpSpPr/>
        <p:nvPr/>
      </p:nvGrpSpPr>
      <p:grpSpPr>
        <a:xfrm>
          <a:off x="0" y="0"/>
          <a:ext cx="0" cy="0"/>
          <a:chOff x="0" y="0"/>
          <a:chExt cx="0" cy="0"/>
        </a:xfrm>
      </p:grpSpPr>
      <p:sp>
        <p:nvSpPr>
          <p:cNvPr id="292" name="Google Shape;292;p42"/>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p42"/>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solidFill>
                  <a:schemeClr val="lt2"/>
                </a:solidFill>
              </a:defRPr>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67.png" id="294" name="Google Shape;294;p42"/>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295" name="Google Shape;295;p4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6" name="Google Shape;296;p4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297" name="Google Shape;297;p42"/>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1">
  <p:cSld name="1_Content - Two Column_V1">
    <p:spTree>
      <p:nvGrpSpPr>
        <p:cNvPr id="298" name="Shape 298"/>
        <p:cNvGrpSpPr/>
        <p:nvPr/>
      </p:nvGrpSpPr>
      <p:grpSpPr>
        <a:xfrm>
          <a:off x="0" y="0"/>
          <a:ext cx="0" cy="0"/>
          <a:chOff x="0" y="0"/>
          <a:chExt cx="0" cy="0"/>
        </a:xfrm>
      </p:grpSpPr>
      <p:sp>
        <p:nvSpPr>
          <p:cNvPr id="299" name="Google Shape;299;p43"/>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0" name="Google Shape;300;p43"/>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1" name="Google Shape;301;p43"/>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302" name="Google Shape;302;p43"/>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303" name="Google Shape;303;p43"/>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304" name="Google Shape;304;p4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5" name="Google Shape;305;p4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Title and Content">
  <p:cSld name="Bar Title and Content">
    <p:spTree>
      <p:nvGrpSpPr>
        <p:cNvPr id="306" name="Shape 306"/>
        <p:cNvGrpSpPr/>
        <p:nvPr/>
      </p:nvGrpSpPr>
      <p:grpSpPr>
        <a:xfrm>
          <a:off x="0" y="0"/>
          <a:ext cx="0" cy="0"/>
          <a:chOff x="0" y="0"/>
          <a:chExt cx="0" cy="0"/>
        </a:xfrm>
      </p:grpSpPr>
      <p:sp>
        <p:nvSpPr>
          <p:cNvPr id="307" name="Google Shape;307;p44"/>
          <p:cNvSpPr/>
          <p:nvPr/>
        </p:nvSpPr>
        <p:spPr>
          <a:xfrm>
            <a:off x="0" y="0"/>
            <a:ext cx="9144000" cy="905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8" name="Google Shape;308;p44"/>
          <p:cNvSpPr txBox="1"/>
          <p:nvPr>
            <p:ph idx="1" type="body"/>
          </p:nvPr>
        </p:nvSpPr>
        <p:spPr>
          <a:xfrm>
            <a:off x="342900" y="4729663"/>
            <a:ext cx="7743900" cy="1998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2"/>
              </a:buClr>
              <a:buSzPts val="600"/>
              <a:buNone/>
              <a:defRPr b="0" i="0" sz="600">
                <a:latin typeface="Arial"/>
                <a:ea typeface="Arial"/>
                <a:cs typeface="Arial"/>
                <a:sym typeface="Arial"/>
              </a:defRPr>
            </a:lvl1pPr>
            <a:lvl2pPr indent="-228600" lvl="1" marL="914400" algn="l">
              <a:lnSpc>
                <a:spcPct val="100000"/>
              </a:lnSpc>
              <a:spcBef>
                <a:spcPts val="1500"/>
              </a:spcBef>
              <a:spcAft>
                <a:spcPts val="0"/>
              </a:spcAft>
              <a:buClr>
                <a:schemeClr val="dk2"/>
              </a:buClr>
              <a:buSzPts val="1100"/>
              <a:buNone/>
              <a:defRPr sz="1100"/>
            </a:lvl2pPr>
            <a:lvl3pPr indent="-228600" lvl="2" marL="1371600" algn="l">
              <a:lnSpc>
                <a:spcPct val="100000"/>
              </a:lnSpc>
              <a:spcBef>
                <a:spcPts val="1500"/>
              </a:spcBef>
              <a:spcAft>
                <a:spcPts val="0"/>
              </a:spcAft>
              <a:buClr>
                <a:schemeClr val="dk2"/>
              </a:buClr>
              <a:buSzPts val="900"/>
              <a:buNone/>
              <a:defRPr sz="900"/>
            </a:lvl3pPr>
            <a:lvl4pPr indent="-228600" lvl="3" marL="1828800" algn="l">
              <a:lnSpc>
                <a:spcPct val="100000"/>
              </a:lnSpc>
              <a:spcBef>
                <a:spcPts val="1500"/>
              </a:spcBef>
              <a:spcAft>
                <a:spcPts val="0"/>
              </a:spcAft>
              <a:buClr>
                <a:schemeClr val="dk2"/>
              </a:buClr>
              <a:buSzPts val="800"/>
              <a:buNone/>
              <a:defRPr sz="800"/>
            </a:lvl4pPr>
            <a:lvl5pPr indent="-228600" lvl="4" marL="2286000" algn="l">
              <a:lnSpc>
                <a:spcPct val="100000"/>
              </a:lnSpc>
              <a:spcBef>
                <a:spcPts val="1500"/>
              </a:spcBef>
              <a:spcAft>
                <a:spcPts val="0"/>
              </a:spcAft>
              <a:buClr>
                <a:schemeClr val="dk2"/>
              </a:buClr>
              <a:buSzPts val="800"/>
              <a:buNone/>
              <a:defRPr sz="800"/>
            </a:lvl5pPr>
            <a:lvl6pPr indent="-228600" lvl="5" marL="2743200" algn="l">
              <a:lnSpc>
                <a:spcPct val="100000"/>
              </a:lnSpc>
              <a:spcBef>
                <a:spcPts val="1500"/>
              </a:spcBef>
              <a:spcAft>
                <a:spcPts val="0"/>
              </a:spcAft>
              <a:buClr>
                <a:schemeClr val="dk2"/>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09" name="Google Shape;309;p44"/>
          <p:cNvSpPr txBox="1"/>
          <p:nvPr>
            <p:ph type="title"/>
          </p:nvPr>
        </p:nvSpPr>
        <p:spPr>
          <a:xfrm>
            <a:off x="342900" y="288036"/>
            <a:ext cx="8455800" cy="617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0" name="Google Shape;310;p44"/>
          <p:cNvSpPr txBox="1"/>
          <p:nvPr>
            <p:ph idx="2" type="body"/>
          </p:nvPr>
        </p:nvSpPr>
        <p:spPr>
          <a:xfrm>
            <a:off x="342900" y="1270537"/>
            <a:ext cx="8460600" cy="3234900"/>
          </a:xfrm>
          <a:prstGeom prst="rect">
            <a:avLst/>
          </a:prstGeom>
          <a:noFill/>
          <a:ln>
            <a:noFill/>
          </a:ln>
        </p:spPr>
        <p:txBody>
          <a:bodyPr anchorCtr="0" anchor="t" bIns="0" lIns="0" spcFirstLastPara="1" rIns="137150" wrap="square" tIns="0">
            <a:noAutofit/>
          </a:bodyPr>
          <a:lstStyle>
            <a:lvl1pPr indent="-317500" lvl="0" marL="457200" algn="l">
              <a:lnSpc>
                <a:spcPct val="100000"/>
              </a:lnSpc>
              <a:spcBef>
                <a:spcPts val="1500"/>
              </a:spcBef>
              <a:spcAft>
                <a:spcPts val="0"/>
              </a:spcAft>
              <a:buClr>
                <a:schemeClr val="dk2"/>
              </a:buClr>
              <a:buSzPts val="1400"/>
              <a:buChar char="•"/>
              <a:defRPr/>
            </a:lvl1pPr>
            <a:lvl2pPr indent="-323850" lvl="1" marL="914400" algn="l">
              <a:lnSpc>
                <a:spcPct val="100000"/>
              </a:lnSpc>
              <a:spcBef>
                <a:spcPts val="1500"/>
              </a:spcBef>
              <a:spcAft>
                <a:spcPts val="0"/>
              </a:spcAft>
              <a:buClr>
                <a:schemeClr val="dk2"/>
              </a:buClr>
              <a:buSzPts val="1500"/>
              <a:buChar char="•"/>
              <a:defRPr b="0" i="0">
                <a:latin typeface="Arial"/>
                <a:ea typeface="Arial"/>
                <a:cs typeface="Arial"/>
                <a:sym typeface="Arial"/>
              </a:defRPr>
            </a:lvl2pPr>
            <a:lvl3pPr indent="-323850" lvl="2" marL="1371600" algn="l">
              <a:lnSpc>
                <a:spcPct val="100000"/>
              </a:lnSpc>
              <a:spcBef>
                <a:spcPts val="1500"/>
              </a:spcBef>
              <a:spcAft>
                <a:spcPts val="0"/>
              </a:spcAft>
              <a:buClr>
                <a:schemeClr val="dk2"/>
              </a:buClr>
              <a:buSzPts val="1500"/>
              <a:buChar char="•"/>
              <a:defRPr b="0" i="0">
                <a:latin typeface="Arial"/>
                <a:ea typeface="Arial"/>
                <a:cs typeface="Arial"/>
                <a:sym typeface="Arial"/>
              </a:defRPr>
            </a:lvl3pPr>
            <a:lvl4pPr indent="-323850" lvl="3" marL="1828800" algn="l">
              <a:lnSpc>
                <a:spcPct val="100000"/>
              </a:lnSpc>
              <a:spcBef>
                <a:spcPts val="1500"/>
              </a:spcBef>
              <a:spcAft>
                <a:spcPts val="0"/>
              </a:spcAft>
              <a:buClr>
                <a:schemeClr val="dk2"/>
              </a:buClr>
              <a:buSzPts val="1500"/>
              <a:buChar char="•"/>
              <a:defRPr b="0" i="0">
                <a:latin typeface="Arial"/>
                <a:ea typeface="Arial"/>
                <a:cs typeface="Arial"/>
                <a:sym typeface="Arial"/>
              </a:defRPr>
            </a:lvl4pPr>
            <a:lvl5pPr indent="-323850" lvl="4" marL="2286000" algn="l">
              <a:lnSpc>
                <a:spcPct val="100000"/>
              </a:lnSpc>
              <a:spcBef>
                <a:spcPts val="1500"/>
              </a:spcBef>
              <a:spcAft>
                <a:spcPts val="0"/>
              </a:spcAft>
              <a:buClr>
                <a:schemeClr val="dk2"/>
              </a:buClr>
              <a:buSzPts val="1500"/>
              <a:buChar char="•"/>
              <a:defRPr b="0" i="0">
                <a:latin typeface="Arial"/>
                <a:ea typeface="Arial"/>
                <a:cs typeface="Arial"/>
                <a:sym typeface="Arial"/>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1" name="Shape 311"/>
        <p:cNvGrpSpPr/>
        <p:nvPr/>
      </p:nvGrpSpPr>
      <p:grpSpPr>
        <a:xfrm>
          <a:off x="0" y="0"/>
          <a:ext cx="0" cy="0"/>
          <a:chOff x="0" y="0"/>
          <a:chExt cx="0" cy="0"/>
        </a:xfrm>
      </p:grpSpPr>
      <p:sp>
        <p:nvSpPr>
          <p:cNvPr id="312" name="Google Shape;312;p4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p4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4" name="Google Shape;314;p4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5" name="Google Shape;315;p4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6" name="Google Shape;316;p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7" name="Shape 317"/>
        <p:cNvGrpSpPr/>
        <p:nvPr/>
      </p:nvGrpSpPr>
      <p:grpSpPr>
        <a:xfrm>
          <a:off x="0" y="0"/>
          <a:ext cx="0" cy="0"/>
          <a:chOff x="0" y="0"/>
          <a:chExt cx="0" cy="0"/>
        </a:xfrm>
      </p:grpSpPr>
      <p:sp>
        <p:nvSpPr>
          <p:cNvPr id="318" name="Google Shape;318;p4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9" name="Google Shape;319;p4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0" name="Google Shape;320;p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Slide - Dark">
  <p:cSld name="1_Section Slide - Dark">
    <p:bg>
      <p:bgPr>
        <a:solidFill>
          <a:schemeClr val="dk2"/>
        </a:solidFill>
      </p:bgPr>
    </p:bg>
    <p:spTree>
      <p:nvGrpSpPr>
        <p:cNvPr id="321" name="Shape 321"/>
        <p:cNvGrpSpPr/>
        <p:nvPr/>
      </p:nvGrpSpPr>
      <p:grpSpPr>
        <a:xfrm>
          <a:off x="0" y="0"/>
          <a:ext cx="0" cy="0"/>
          <a:chOff x="0" y="0"/>
          <a:chExt cx="0" cy="0"/>
        </a:xfrm>
      </p:grpSpPr>
      <p:sp>
        <p:nvSpPr>
          <p:cNvPr id="322" name="Google Shape;322;p47"/>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3" name="Google Shape;323;p47"/>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1.png" id="324" name="Google Shape;324;p47"/>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325" name="Google Shape;325;p47"/>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hree Column">
  <p:cSld name="1_Content - Three Column">
    <p:spTree>
      <p:nvGrpSpPr>
        <p:cNvPr id="326" name="Shape 326"/>
        <p:cNvGrpSpPr/>
        <p:nvPr/>
      </p:nvGrpSpPr>
      <p:grpSpPr>
        <a:xfrm>
          <a:off x="0" y="0"/>
          <a:ext cx="0" cy="0"/>
          <a:chOff x="0" y="0"/>
          <a:chExt cx="0" cy="0"/>
        </a:xfrm>
      </p:grpSpPr>
      <p:sp>
        <p:nvSpPr>
          <p:cNvPr id="327" name="Google Shape;327;p48"/>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8" name="Google Shape;328;p48"/>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329" name="Google Shape;329;p48"/>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330" name="Google Shape;330;p48"/>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331" name="Google Shape;331;p48"/>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2" name="Google Shape;332;p48"/>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3" name="Google Shape;333;p4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4" name="Google Shape;334;p4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type="title">
  <p:cSld name="TITLE">
    <p:bg>
      <p:bgPr>
        <a:solidFill>
          <a:schemeClr val="dk2"/>
        </a:solidFill>
      </p:bgPr>
    </p:bg>
    <p:spTree>
      <p:nvGrpSpPr>
        <p:cNvPr id="335" name="Shape 335"/>
        <p:cNvGrpSpPr/>
        <p:nvPr/>
      </p:nvGrpSpPr>
      <p:grpSpPr>
        <a:xfrm>
          <a:off x="0" y="0"/>
          <a:ext cx="0" cy="0"/>
          <a:chOff x="0" y="0"/>
          <a:chExt cx="0" cy="0"/>
        </a:xfrm>
      </p:grpSpPr>
      <p:sp>
        <p:nvSpPr>
          <p:cNvPr id="336" name="Google Shape;336;p49"/>
          <p:cNvSpPr txBox="1"/>
          <p:nvPr>
            <p:ph type="ctrTitle"/>
          </p:nvPr>
        </p:nvSpPr>
        <p:spPr>
          <a:xfrm>
            <a:off x="1565011" y="1646818"/>
            <a:ext cx="6543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Helvetica Neue"/>
              <a:buNone/>
              <a:defRPr b="1" sz="4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7" name="Google Shape;337;p49"/>
          <p:cNvSpPr txBox="1"/>
          <p:nvPr>
            <p:ph idx="1" type="subTitle"/>
          </p:nvPr>
        </p:nvSpPr>
        <p:spPr>
          <a:xfrm>
            <a:off x="1565009" y="2749336"/>
            <a:ext cx="51756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400"/>
              </a:spcBef>
              <a:spcAft>
                <a:spcPts val="0"/>
              </a:spcAft>
              <a:buSzPts val="2000"/>
              <a:buNone/>
              <a:defRPr sz="20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338" name="Google Shape;338;p49"/>
          <p:cNvSpPr txBox="1"/>
          <p:nvPr>
            <p:ph idx="10" type="dt"/>
          </p:nvPr>
        </p:nvSpPr>
        <p:spPr>
          <a:xfrm>
            <a:off x="1565009" y="338595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C7CCCC"/>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71.png" id="339" name="Google Shape;339;p49"/>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67.png" id="340" name="Google Shape;340;p49"/>
          <p:cNvPicPr preferRelativeResize="0"/>
          <p:nvPr/>
        </p:nvPicPr>
        <p:blipFill rotWithShape="1">
          <a:blip r:embed="rId3">
            <a:alphaModFix/>
          </a:blip>
          <a:srcRect b="0" l="0" r="0" t="0"/>
          <a:stretch/>
        </p:blipFill>
        <p:spPr>
          <a:xfrm rot="5400000">
            <a:off x="8164887" y="41964"/>
            <a:ext cx="925829" cy="1184802"/>
          </a:xfrm>
          <a:prstGeom prst="rect">
            <a:avLst/>
          </a:prstGeom>
          <a:noFill/>
          <a:ln>
            <a:noFill/>
          </a:ln>
        </p:spPr>
      </p:pic>
      <p:grpSp>
        <p:nvGrpSpPr>
          <p:cNvPr id="341" name="Google Shape;341;p49"/>
          <p:cNvGrpSpPr/>
          <p:nvPr/>
        </p:nvGrpSpPr>
        <p:grpSpPr>
          <a:xfrm>
            <a:off x="-1065849" y="2249075"/>
            <a:ext cx="2666049" cy="2928716"/>
            <a:chOff x="-1065849" y="2498972"/>
            <a:chExt cx="2666049" cy="3254129"/>
          </a:xfrm>
        </p:grpSpPr>
        <p:pic>
          <p:nvPicPr>
            <p:cNvPr descr="Artboard 66.png" id="342" name="Google Shape;342;p49"/>
            <p:cNvPicPr preferRelativeResize="0"/>
            <p:nvPr/>
          </p:nvPicPr>
          <p:blipFill rotWithShape="1">
            <a:blip r:embed="rId4">
              <a:alphaModFix/>
            </a:blip>
            <a:srcRect b="0" l="63420" r="0" t="0"/>
            <a:stretch/>
          </p:blipFill>
          <p:spPr>
            <a:xfrm rot="5400000">
              <a:off x="179657" y="4332558"/>
              <a:ext cx="1156051" cy="1685035"/>
            </a:xfrm>
            <a:prstGeom prst="rect">
              <a:avLst/>
            </a:prstGeom>
            <a:noFill/>
            <a:ln>
              <a:noFill/>
            </a:ln>
          </p:spPr>
        </p:pic>
        <p:sp>
          <p:nvSpPr>
            <p:cNvPr id="343" name="Google Shape;343;p49"/>
            <p:cNvSpPr/>
            <p:nvPr/>
          </p:nvSpPr>
          <p:spPr>
            <a:xfrm>
              <a:off x="-1065849" y="2498972"/>
              <a:ext cx="2132700" cy="21387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 Element">
  <p:cSld name="Title Slide - Shapes + Element">
    <p:spTree>
      <p:nvGrpSpPr>
        <p:cNvPr id="344" name="Shape 344"/>
        <p:cNvGrpSpPr/>
        <p:nvPr/>
      </p:nvGrpSpPr>
      <p:grpSpPr>
        <a:xfrm>
          <a:off x="0" y="0"/>
          <a:ext cx="0" cy="0"/>
          <a:chOff x="0" y="0"/>
          <a:chExt cx="0" cy="0"/>
        </a:xfrm>
      </p:grpSpPr>
      <p:pic>
        <p:nvPicPr>
          <p:cNvPr descr="Artboard 72.png" id="345" name="Google Shape;345;p50"/>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346" name="Google Shape;346;p50"/>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1B376C"/>
              </a:buClr>
              <a:buSzPts val="4000"/>
              <a:buFont typeface="Helvetica Neue"/>
              <a:buNone/>
              <a:defRPr b="1" sz="4000">
                <a:solidFill>
                  <a:srgbClr val="1B376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7" name="Google Shape;347;p50"/>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dk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348" name="Google Shape;348;p50"/>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grpSp>
        <p:nvGrpSpPr>
          <p:cNvPr id="349" name="Google Shape;349;p50"/>
          <p:cNvGrpSpPr/>
          <p:nvPr/>
        </p:nvGrpSpPr>
        <p:grpSpPr>
          <a:xfrm>
            <a:off x="4648200" y="-102869"/>
            <a:ext cx="4737314" cy="5760719"/>
            <a:chOff x="4648201" y="-114299"/>
            <a:chExt cx="4737314" cy="6400799"/>
          </a:xfrm>
        </p:grpSpPr>
        <p:sp>
          <p:nvSpPr>
            <p:cNvPr id="350" name="Google Shape;350;p50"/>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351" name="Google Shape;351;p50"/>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female photo in circle">
  <p:cSld name="Title Slide - female photo in circle">
    <p:bg>
      <p:bgPr>
        <a:solidFill>
          <a:srgbClr val="0D1F32"/>
        </a:solidFill>
      </p:bgPr>
    </p:bg>
    <p:spTree>
      <p:nvGrpSpPr>
        <p:cNvPr id="352" name="Shape 352"/>
        <p:cNvGrpSpPr/>
        <p:nvPr/>
      </p:nvGrpSpPr>
      <p:grpSpPr>
        <a:xfrm>
          <a:off x="0" y="0"/>
          <a:ext cx="0" cy="0"/>
          <a:chOff x="0" y="0"/>
          <a:chExt cx="0" cy="0"/>
        </a:xfrm>
      </p:grpSpPr>
      <p:pic>
        <p:nvPicPr>
          <p:cNvPr descr="Artboard 71.png" id="353" name="Google Shape;353;p51"/>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354" name="Google Shape;354;p51"/>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5" name="Google Shape;355;p51"/>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356" name="Google Shape;356;p51"/>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80.png" id="357" name="Google Shape;357;p51"/>
          <p:cNvPicPr preferRelativeResize="0"/>
          <p:nvPr/>
        </p:nvPicPr>
        <p:blipFill rotWithShape="1">
          <a:blip r:embed="rId3">
            <a:alphaModFix/>
          </a:blip>
          <a:srcRect b="0" l="0" r="0" t="0"/>
          <a:stretch/>
        </p:blipFill>
        <p:spPr>
          <a:xfrm>
            <a:off x="5523463" y="1131570"/>
            <a:ext cx="3601384" cy="287267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male photo in circle">
  <p:cSld name="Title Slide - male photo in circle">
    <p:bg>
      <p:bgPr>
        <a:solidFill>
          <a:srgbClr val="0D1F32"/>
        </a:solidFill>
      </p:bgPr>
    </p:bg>
    <p:spTree>
      <p:nvGrpSpPr>
        <p:cNvPr id="358" name="Shape 358"/>
        <p:cNvGrpSpPr/>
        <p:nvPr/>
      </p:nvGrpSpPr>
      <p:grpSpPr>
        <a:xfrm>
          <a:off x="0" y="0"/>
          <a:ext cx="0" cy="0"/>
          <a:chOff x="0" y="0"/>
          <a:chExt cx="0" cy="0"/>
        </a:xfrm>
      </p:grpSpPr>
      <p:pic>
        <p:nvPicPr>
          <p:cNvPr descr="Artboard 71.png" id="359" name="Google Shape;359;p52"/>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360" name="Google Shape;360;p52"/>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1" name="Google Shape;361;p52"/>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362" name="Google Shape;362;p52"/>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79.png" id="363" name="Google Shape;363;p52"/>
          <p:cNvPicPr preferRelativeResize="0"/>
          <p:nvPr/>
        </p:nvPicPr>
        <p:blipFill rotWithShape="1">
          <a:blip r:embed="rId3">
            <a:alphaModFix/>
          </a:blip>
          <a:srcRect b="0" l="0" r="0" t="0"/>
          <a:stretch/>
        </p:blipFill>
        <p:spPr>
          <a:xfrm>
            <a:off x="5813885" y="1180190"/>
            <a:ext cx="3340005" cy="2763159"/>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Light">
  <p:cSld name="Section Slide - Light">
    <p:bg>
      <p:bgPr>
        <a:solidFill>
          <a:srgbClr val="FFFFFF"/>
        </a:solidFill>
      </p:bgPr>
    </p:bg>
    <p:spTree>
      <p:nvGrpSpPr>
        <p:cNvPr id="364" name="Shape 364"/>
        <p:cNvGrpSpPr/>
        <p:nvPr/>
      </p:nvGrpSpPr>
      <p:grpSpPr>
        <a:xfrm>
          <a:off x="0" y="0"/>
          <a:ext cx="0" cy="0"/>
          <a:chOff x="0" y="0"/>
          <a:chExt cx="0" cy="0"/>
        </a:xfrm>
      </p:grpSpPr>
      <p:pic>
        <p:nvPicPr>
          <p:cNvPr descr="Artboard 72.png" id="365" name="Google Shape;365;p53"/>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366" name="Google Shape;366;p53"/>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4000"/>
              <a:buFont typeface="Helvetica Neue"/>
              <a:buNone/>
              <a:defRPr b="1" sz="4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7" name="Google Shape;367;p53"/>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dk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5.png" id="368" name="Google Shape;368;p53"/>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Dark">
  <p:cSld name="Section Slide - Dark">
    <p:bg>
      <p:bgPr>
        <a:solidFill>
          <a:srgbClr val="0D1F32"/>
        </a:solidFill>
      </p:bgPr>
    </p:bg>
    <p:spTree>
      <p:nvGrpSpPr>
        <p:cNvPr id="369" name="Shape 369"/>
        <p:cNvGrpSpPr/>
        <p:nvPr/>
      </p:nvGrpSpPr>
      <p:grpSpPr>
        <a:xfrm>
          <a:off x="0" y="0"/>
          <a:ext cx="0" cy="0"/>
          <a:chOff x="0" y="0"/>
          <a:chExt cx="0" cy="0"/>
        </a:xfrm>
      </p:grpSpPr>
      <p:sp>
        <p:nvSpPr>
          <p:cNvPr id="370" name="Google Shape;370;p54"/>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1" name="Google Shape;371;p54"/>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1.png" id="372" name="Google Shape;372;p54"/>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373" name="Google Shape;373;p54"/>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ine/Agenda">
  <p:cSld name="Outline/Agenda">
    <p:spTree>
      <p:nvGrpSpPr>
        <p:cNvPr id="374" name="Shape 374"/>
        <p:cNvGrpSpPr/>
        <p:nvPr/>
      </p:nvGrpSpPr>
      <p:grpSpPr>
        <a:xfrm>
          <a:off x="0" y="0"/>
          <a:ext cx="0" cy="0"/>
          <a:chOff x="0" y="0"/>
          <a:chExt cx="0" cy="0"/>
        </a:xfrm>
      </p:grpSpPr>
      <p:sp>
        <p:nvSpPr>
          <p:cNvPr id="375" name="Google Shape;375;p5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6" name="Google Shape;376;p5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descr="Artboard 70.png" id="377" name="Google Shape;377;p55"/>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378" name="Google Shape;378;p55"/>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9" name="Google Shape;379;p55"/>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SzPts val="2400"/>
              <a:buFont typeface="Arial"/>
              <a:buChar char="•"/>
              <a:defRPr sz="24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67.png" id="380" name="Google Shape;380;p55"/>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2">
  <p:cSld name="Content - One Column_V2">
    <p:spTree>
      <p:nvGrpSpPr>
        <p:cNvPr id="381" name="Shape 381"/>
        <p:cNvGrpSpPr/>
        <p:nvPr/>
      </p:nvGrpSpPr>
      <p:grpSpPr>
        <a:xfrm>
          <a:off x="0" y="0"/>
          <a:ext cx="0" cy="0"/>
          <a:chOff x="0" y="0"/>
          <a:chExt cx="0" cy="0"/>
        </a:xfrm>
      </p:grpSpPr>
      <p:sp>
        <p:nvSpPr>
          <p:cNvPr id="382" name="Google Shape;382;p56"/>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3" name="Google Shape;383;p56"/>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384" name="Google Shape;384;p56"/>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385" name="Google Shape;385;p5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6" name="Google Shape;386;p5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387" name="Google Shape;387;p56"/>
          <p:cNvGrpSpPr/>
          <p:nvPr/>
        </p:nvGrpSpPr>
        <p:grpSpPr>
          <a:xfrm rot="10800000">
            <a:off x="7010293" y="-239987"/>
            <a:ext cx="2119001" cy="2609606"/>
            <a:chOff x="4648201" y="-114299"/>
            <a:chExt cx="4737314" cy="6400799"/>
          </a:xfrm>
        </p:grpSpPr>
        <p:sp>
          <p:nvSpPr>
            <p:cNvPr id="388" name="Google Shape;388;p56"/>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389" name="Google Shape;389;p56"/>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1">
  <p:cSld name="Content - Two Column_V1">
    <p:bg>
      <p:bgPr>
        <a:solidFill>
          <a:schemeClr val="dk2"/>
        </a:solidFill>
      </p:bgPr>
    </p:bg>
    <p:spTree>
      <p:nvGrpSpPr>
        <p:cNvPr id="390" name="Shape 390"/>
        <p:cNvGrpSpPr/>
        <p:nvPr/>
      </p:nvGrpSpPr>
      <p:grpSpPr>
        <a:xfrm>
          <a:off x="0" y="0"/>
          <a:ext cx="0" cy="0"/>
          <a:chOff x="0" y="0"/>
          <a:chExt cx="0" cy="0"/>
        </a:xfrm>
      </p:grpSpPr>
      <p:sp>
        <p:nvSpPr>
          <p:cNvPr id="391" name="Google Shape;391;p57"/>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2" name="Google Shape;392;p57"/>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3" name="Google Shape;393;p57"/>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67.png" id="394" name="Google Shape;394;p57"/>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395" name="Google Shape;395;p5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6" name="Google Shape;396;p5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397" name="Google Shape;397;p57"/>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2">
  <p:cSld name="Content - Two Column_V2">
    <p:bg>
      <p:bgPr>
        <a:solidFill>
          <a:schemeClr val="dk2"/>
        </a:solidFill>
      </p:bgPr>
    </p:bg>
    <p:spTree>
      <p:nvGrpSpPr>
        <p:cNvPr id="398" name="Shape 398"/>
        <p:cNvGrpSpPr/>
        <p:nvPr/>
      </p:nvGrpSpPr>
      <p:grpSpPr>
        <a:xfrm>
          <a:off x="0" y="0"/>
          <a:ext cx="0" cy="0"/>
          <a:chOff x="0" y="0"/>
          <a:chExt cx="0" cy="0"/>
        </a:xfrm>
      </p:grpSpPr>
      <p:sp>
        <p:nvSpPr>
          <p:cNvPr id="399" name="Google Shape;399;p58"/>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1"/>
                </a:solidFill>
              </a:defRPr>
            </a:lvl1pPr>
            <a:lvl2pPr indent="-330200" lvl="1" marL="914400" algn="l">
              <a:lnSpc>
                <a:spcPct val="100000"/>
              </a:lnSpc>
              <a:spcBef>
                <a:spcPts val="320"/>
              </a:spcBef>
              <a:spcAft>
                <a:spcPts val="0"/>
              </a:spcAft>
              <a:buSzPts val="1600"/>
              <a:buChar char="•"/>
              <a:defRPr>
                <a:solidFill>
                  <a:schemeClr val="lt1"/>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0" name="Google Shape;400;p58"/>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2"/>
                </a:solidFill>
              </a:defRPr>
            </a:lvl1pPr>
            <a:lvl2pPr indent="-330200" lvl="1" marL="914400" algn="l">
              <a:lnSpc>
                <a:spcPct val="100000"/>
              </a:lnSpc>
              <a:spcBef>
                <a:spcPts val="320"/>
              </a:spcBef>
              <a:spcAft>
                <a:spcPts val="0"/>
              </a:spcAft>
              <a:buSzPts val="1600"/>
              <a:buChar char="•"/>
              <a:defRPr>
                <a:solidFill>
                  <a:schemeClr val="lt2"/>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1" name="Google Shape;401;p58"/>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Helvetica Neue"/>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2" name="Google Shape;402;p5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3" name="Google Shape;403;p5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404" name="Google Shape;404;p58"/>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05" name="Google Shape;405;p58"/>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406" name="Google Shape;406;p58"/>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 + Subtitle">
  <p:cSld name="Content - Two Column + Subtitle">
    <p:bg>
      <p:bgPr>
        <a:solidFill>
          <a:schemeClr val="dk2"/>
        </a:solidFill>
      </p:bgPr>
    </p:bg>
    <p:spTree>
      <p:nvGrpSpPr>
        <p:cNvPr id="407" name="Shape 407"/>
        <p:cNvGrpSpPr/>
        <p:nvPr/>
      </p:nvGrpSpPr>
      <p:grpSpPr>
        <a:xfrm>
          <a:off x="0" y="0"/>
          <a:ext cx="0" cy="0"/>
          <a:chOff x="0" y="0"/>
          <a:chExt cx="0" cy="0"/>
        </a:xfrm>
      </p:grpSpPr>
      <p:sp>
        <p:nvSpPr>
          <p:cNvPr id="408" name="Google Shape;408;p59"/>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chemeClr val="dk2"/>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09" name="Google Shape;409;p59"/>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0" name="Google Shape;410;p59"/>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411" name="Google Shape;411;p59"/>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2" name="Google Shape;412;p59"/>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67.png" id="413" name="Google Shape;413;p59"/>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414" name="Google Shape;414;p5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5" name="Google Shape;415;p5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416" name="Google Shape;416;p59"/>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2">
  <p:cSld name="Content + Image/Graphic_V2">
    <p:spTree>
      <p:nvGrpSpPr>
        <p:cNvPr id="417" name="Shape 417"/>
        <p:cNvGrpSpPr/>
        <p:nvPr/>
      </p:nvGrpSpPr>
      <p:grpSpPr>
        <a:xfrm>
          <a:off x="0" y="0"/>
          <a:ext cx="0" cy="0"/>
          <a:chOff x="0" y="0"/>
          <a:chExt cx="0" cy="0"/>
        </a:xfrm>
      </p:grpSpPr>
      <p:sp>
        <p:nvSpPr>
          <p:cNvPr id="418" name="Google Shape;418;p60"/>
          <p:cNvSpPr/>
          <p:nvPr/>
        </p:nvSpPr>
        <p:spPr>
          <a:xfrm>
            <a:off x="5279456" y="-193688"/>
            <a:ext cx="3965700" cy="5394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9" name="Google Shape;419;p60"/>
          <p:cNvSpPr txBox="1"/>
          <p:nvPr/>
        </p:nvSpPr>
        <p:spPr>
          <a:xfrm>
            <a:off x="506407" y="119099"/>
            <a:ext cx="44136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420" name="Google Shape;420;p60"/>
          <p:cNvSpPr txBox="1"/>
          <p:nvPr>
            <p:ph idx="1" type="body"/>
          </p:nvPr>
        </p:nvSpPr>
        <p:spPr>
          <a:xfrm>
            <a:off x="506415" y="1255961"/>
            <a:ext cx="44136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21" name="Google Shape;421;p60"/>
          <p:cNvSpPr txBox="1"/>
          <p:nvPr>
            <p:ph idx="2" type="body"/>
          </p:nvPr>
        </p:nvSpPr>
        <p:spPr>
          <a:xfrm>
            <a:off x="5612732" y="1401241"/>
            <a:ext cx="3303900" cy="2415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1"/>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422" name="Google Shape;422;p60"/>
          <p:cNvPicPr preferRelativeResize="0"/>
          <p:nvPr/>
        </p:nvPicPr>
        <p:blipFill rotWithShape="1">
          <a:blip r:embed="rId2">
            <a:alphaModFix/>
          </a:blip>
          <a:srcRect b="0" l="0" r="0" t="0"/>
          <a:stretch/>
        </p:blipFill>
        <p:spPr>
          <a:xfrm>
            <a:off x="506407" y="4568956"/>
            <a:ext cx="426553" cy="376236"/>
          </a:xfrm>
          <a:prstGeom prst="rect">
            <a:avLst/>
          </a:prstGeom>
          <a:noFill/>
          <a:ln>
            <a:noFill/>
          </a:ln>
        </p:spPr>
      </p:pic>
      <p:pic>
        <p:nvPicPr>
          <p:cNvPr descr="Artboard 67.png" id="423" name="Google Shape;423;p60"/>
          <p:cNvPicPr preferRelativeResize="0"/>
          <p:nvPr/>
        </p:nvPicPr>
        <p:blipFill rotWithShape="1">
          <a:blip r:embed="rId3">
            <a:alphaModFix/>
          </a:blip>
          <a:srcRect b="0" l="0" r="0" t="0"/>
          <a:stretch/>
        </p:blipFill>
        <p:spPr>
          <a:xfrm>
            <a:off x="8067608" y="-68739"/>
            <a:ext cx="655818" cy="839265"/>
          </a:xfrm>
          <a:prstGeom prst="rect">
            <a:avLst/>
          </a:prstGeom>
          <a:noFill/>
          <a:ln>
            <a:noFill/>
          </a:ln>
        </p:spPr>
      </p:pic>
      <p:sp>
        <p:nvSpPr>
          <p:cNvPr id="424" name="Google Shape;424;p6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5" name="Google Shape;425;p6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1">
  <p:cSld name="Quote/Callout_V1">
    <p:spTree>
      <p:nvGrpSpPr>
        <p:cNvPr id="426" name="Shape 426"/>
        <p:cNvGrpSpPr/>
        <p:nvPr/>
      </p:nvGrpSpPr>
      <p:grpSpPr>
        <a:xfrm>
          <a:off x="0" y="0"/>
          <a:ext cx="0" cy="0"/>
          <a:chOff x="0" y="0"/>
          <a:chExt cx="0" cy="0"/>
        </a:xfrm>
      </p:grpSpPr>
      <p:sp>
        <p:nvSpPr>
          <p:cNvPr id="427" name="Google Shape;427;p61"/>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rgbClr val="1B376C"/>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428" name="Google Shape;428;p6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429" name="Google Shape;429;p61"/>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430" name="Google Shape;430;p6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1" name="Google Shape;431;p6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p:cSld name="Picture ">
    <p:spTree>
      <p:nvGrpSpPr>
        <p:cNvPr id="432" name="Shape 432"/>
        <p:cNvGrpSpPr/>
        <p:nvPr/>
      </p:nvGrpSpPr>
      <p:grpSpPr>
        <a:xfrm>
          <a:off x="0" y="0"/>
          <a:ext cx="0" cy="0"/>
          <a:chOff x="0" y="0"/>
          <a:chExt cx="0" cy="0"/>
        </a:xfrm>
      </p:grpSpPr>
      <p:sp>
        <p:nvSpPr>
          <p:cNvPr id="433" name="Google Shape;433;p62"/>
          <p:cNvSpPr/>
          <p:nvPr>
            <p:ph idx="2" type="pic"/>
          </p:nvPr>
        </p:nvSpPr>
        <p:spPr>
          <a:xfrm>
            <a:off x="994663" y="459582"/>
            <a:ext cx="7072800" cy="4000500"/>
          </a:xfrm>
          <a:prstGeom prst="rect">
            <a:avLst/>
          </a:prstGeom>
          <a:noFill/>
          <a:ln>
            <a:noFill/>
          </a:ln>
        </p:spPr>
      </p:sp>
      <p:pic>
        <p:nvPicPr>
          <p:cNvPr descr="Artboard 70.png" id="434" name="Google Shape;434;p62"/>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435" name="Google Shape;435;p62"/>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436" name="Google Shape;436;p6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7" name="Google Shape;437;p6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1">
  <p:cSld name="Full Picture_V1">
    <p:spTree>
      <p:nvGrpSpPr>
        <p:cNvPr id="438" name="Shape 438"/>
        <p:cNvGrpSpPr/>
        <p:nvPr/>
      </p:nvGrpSpPr>
      <p:grpSpPr>
        <a:xfrm>
          <a:off x="0" y="0"/>
          <a:ext cx="0" cy="0"/>
          <a:chOff x="0" y="0"/>
          <a:chExt cx="0" cy="0"/>
        </a:xfrm>
      </p:grpSpPr>
      <p:sp>
        <p:nvSpPr>
          <p:cNvPr id="439" name="Google Shape;439;p63"/>
          <p:cNvSpPr/>
          <p:nvPr>
            <p:ph idx="2" type="pic"/>
          </p:nvPr>
        </p:nvSpPr>
        <p:spPr>
          <a:xfrm>
            <a:off x="-71048" y="-79930"/>
            <a:ext cx="9215100" cy="5299500"/>
          </a:xfrm>
          <a:prstGeom prst="rect">
            <a:avLst/>
          </a:prstGeom>
          <a:noFill/>
          <a:ln>
            <a:noFill/>
          </a:ln>
        </p:spPr>
      </p:sp>
      <p:pic>
        <p:nvPicPr>
          <p:cNvPr descr="Artboard 70.png" id="440" name="Google Shape;440;p63"/>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2">
  <p:cSld name="Full Picture_V2">
    <p:spTree>
      <p:nvGrpSpPr>
        <p:cNvPr id="441" name="Shape 441"/>
        <p:cNvGrpSpPr/>
        <p:nvPr/>
      </p:nvGrpSpPr>
      <p:grpSpPr>
        <a:xfrm>
          <a:off x="0" y="0"/>
          <a:ext cx="0" cy="0"/>
          <a:chOff x="0" y="0"/>
          <a:chExt cx="0" cy="0"/>
        </a:xfrm>
      </p:grpSpPr>
      <p:sp>
        <p:nvSpPr>
          <p:cNvPr id="442" name="Google Shape;442;p64"/>
          <p:cNvSpPr/>
          <p:nvPr>
            <p:ph idx="2" type="pic"/>
          </p:nvPr>
        </p:nvSpPr>
        <p:spPr>
          <a:xfrm>
            <a:off x="-71048" y="-79930"/>
            <a:ext cx="9215100" cy="5299500"/>
          </a:xfrm>
          <a:prstGeom prst="rect">
            <a:avLst/>
          </a:prstGeom>
          <a:noFill/>
          <a:ln>
            <a:noFill/>
          </a:ln>
        </p:spPr>
      </p:sp>
      <p:pic>
        <p:nvPicPr>
          <p:cNvPr descr="Artboard 70.png" id="443" name="Google Shape;443;p6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grpSp>
        <p:nvGrpSpPr>
          <p:cNvPr id="444" name="Google Shape;444;p64"/>
          <p:cNvGrpSpPr/>
          <p:nvPr/>
        </p:nvGrpSpPr>
        <p:grpSpPr>
          <a:xfrm rot="10800000">
            <a:off x="7010293" y="-239987"/>
            <a:ext cx="2119001" cy="2609606"/>
            <a:chOff x="4648201" y="-114299"/>
            <a:chExt cx="4737314" cy="6400799"/>
          </a:xfrm>
        </p:grpSpPr>
        <p:sp>
          <p:nvSpPr>
            <p:cNvPr id="445" name="Google Shape;445;p64"/>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446" name="Google Shape;446;p64"/>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3">
  <p:cSld name="Full Picture_V3">
    <p:spTree>
      <p:nvGrpSpPr>
        <p:cNvPr id="447" name="Shape 447"/>
        <p:cNvGrpSpPr/>
        <p:nvPr/>
      </p:nvGrpSpPr>
      <p:grpSpPr>
        <a:xfrm>
          <a:off x="0" y="0"/>
          <a:ext cx="0" cy="0"/>
          <a:chOff x="0" y="0"/>
          <a:chExt cx="0" cy="0"/>
        </a:xfrm>
      </p:grpSpPr>
      <p:sp>
        <p:nvSpPr>
          <p:cNvPr id="448" name="Google Shape;448;p65"/>
          <p:cNvSpPr/>
          <p:nvPr>
            <p:ph idx="2" type="pic"/>
          </p:nvPr>
        </p:nvSpPr>
        <p:spPr>
          <a:xfrm>
            <a:off x="-71048" y="-79930"/>
            <a:ext cx="9215100" cy="5299500"/>
          </a:xfrm>
          <a:prstGeom prst="rect">
            <a:avLst/>
          </a:prstGeom>
          <a:noFill/>
          <a:ln>
            <a:noFill/>
          </a:ln>
        </p:spPr>
      </p:sp>
      <p:pic>
        <p:nvPicPr>
          <p:cNvPr descr="Artboard 69.png" id="449" name="Google Shape;449;p65"/>
          <p:cNvPicPr preferRelativeResize="0"/>
          <p:nvPr/>
        </p:nvPicPr>
        <p:blipFill rotWithShape="1">
          <a:blip r:embed="rId2">
            <a:alphaModFix/>
          </a:blip>
          <a:srcRect b="0" l="0" r="0" t="0"/>
          <a:stretch/>
        </p:blipFill>
        <p:spPr>
          <a:xfrm>
            <a:off x="427722" y="4497192"/>
            <a:ext cx="575171" cy="474857"/>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2">
  <p:cSld name="Boilerplate_V2">
    <p:spTree>
      <p:nvGrpSpPr>
        <p:cNvPr id="450" name="Shape 450"/>
        <p:cNvGrpSpPr/>
        <p:nvPr/>
      </p:nvGrpSpPr>
      <p:grpSpPr>
        <a:xfrm>
          <a:off x="0" y="0"/>
          <a:ext cx="0" cy="0"/>
          <a:chOff x="0" y="0"/>
          <a:chExt cx="0" cy="0"/>
        </a:xfrm>
      </p:grpSpPr>
      <p:sp>
        <p:nvSpPr>
          <p:cNvPr id="451" name="Google Shape;451;p66"/>
          <p:cNvSpPr/>
          <p:nvPr/>
        </p:nvSpPr>
        <p:spPr>
          <a:xfrm>
            <a:off x="-150975" y="-111901"/>
            <a:ext cx="5737200" cy="5353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1.png" id="452" name="Google Shape;452;p66"/>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453" name="Google Shape;453;p66"/>
          <p:cNvSpPr txBox="1"/>
          <p:nvPr/>
        </p:nvSpPr>
        <p:spPr>
          <a:xfrm>
            <a:off x="266429" y="877761"/>
            <a:ext cx="49644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b="0" i="0" sz="1400" u="none" cap="none" strike="noStrike">
              <a:solidFill>
                <a:srgbClr val="000000"/>
              </a:solidFill>
              <a:latin typeface="Arial"/>
              <a:ea typeface="Arial"/>
              <a:cs typeface="Arial"/>
              <a:sym typeface="Arial"/>
            </a:endParaRPr>
          </a:p>
        </p:txBody>
      </p:sp>
      <p:pic>
        <p:nvPicPr>
          <p:cNvPr descr="Artboard 67.png" id="454" name="Google Shape;454;p66"/>
          <p:cNvPicPr preferRelativeResize="0"/>
          <p:nvPr/>
        </p:nvPicPr>
        <p:blipFill rotWithShape="1">
          <a:blip r:embed="rId3">
            <a:alphaModFix/>
          </a:blip>
          <a:srcRect b="0" l="0" r="0" t="0"/>
          <a:stretch/>
        </p:blipFill>
        <p:spPr>
          <a:xfrm>
            <a:off x="7737268" y="-142283"/>
            <a:ext cx="953124" cy="1219732"/>
          </a:xfrm>
          <a:prstGeom prst="rect">
            <a:avLst/>
          </a:prstGeom>
          <a:noFill/>
          <a:ln>
            <a:noFill/>
          </a:ln>
        </p:spPr>
      </p:pic>
      <p:grpSp>
        <p:nvGrpSpPr>
          <p:cNvPr id="455" name="Google Shape;455;p66"/>
          <p:cNvGrpSpPr/>
          <p:nvPr/>
        </p:nvGrpSpPr>
        <p:grpSpPr>
          <a:xfrm rot="-5400000">
            <a:off x="-809488" y="3407851"/>
            <a:ext cx="2437656" cy="3159505"/>
            <a:chOff x="-1651846" y="1660772"/>
            <a:chExt cx="3577948" cy="4173718"/>
          </a:xfrm>
        </p:grpSpPr>
        <p:pic>
          <p:nvPicPr>
            <p:cNvPr descr="Artboard 66.png" id="456" name="Google Shape;456;p66"/>
            <p:cNvPicPr preferRelativeResize="0"/>
            <p:nvPr/>
          </p:nvPicPr>
          <p:blipFill rotWithShape="1">
            <a:blip r:embed="rId4">
              <a:alphaModFix/>
            </a:blip>
            <a:srcRect b="0" l="63420" r="0" t="0"/>
            <a:stretch/>
          </p:blipFill>
          <p:spPr>
            <a:xfrm rot="5400000">
              <a:off x="104125" y="4012514"/>
              <a:ext cx="1482741" cy="2161212"/>
            </a:xfrm>
            <a:prstGeom prst="rect">
              <a:avLst/>
            </a:prstGeom>
            <a:noFill/>
            <a:ln>
              <a:noFill/>
            </a:ln>
          </p:spPr>
        </p:pic>
        <p:sp>
          <p:nvSpPr>
            <p:cNvPr id="457" name="Google Shape;457;p66"/>
            <p:cNvSpPr/>
            <p:nvPr/>
          </p:nvSpPr>
          <p:spPr>
            <a:xfrm>
              <a:off x="-1651846" y="1660772"/>
              <a:ext cx="2735400" cy="27432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1">
  <p:cSld name="Boilerplate_V1">
    <p:spTree>
      <p:nvGrpSpPr>
        <p:cNvPr id="458" name="Shape 458"/>
        <p:cNvGrpSpPr/>
        <p:nvPr/>
      </p:nvGrpSpPr>
      <p:grpSpPr>
        <a:xfrm>
          <a:off x="0" y="0"/>
          <a:ext cx="0" cy="0"/>
          <a:chOff x="0" y="0"/>
          <a:chExt cx="0" cy="0"/>
        </a:xfrm>
      </p:grpSpPr>
      <p:sp>
        <p:nvSpPr>
          <p:cNvPr id="459" name="Google Shape;459;p67"/>
          <p:cNvSpPr/>
          <p:nvPr/>
        </p:nvSpPr>
        <p:spPr>
          <a:xfrm>
            <a:off x="-150975" y="-111902"/>
            <a:ext cx="5027700" cy="5289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1.png" id="460" name="Google Shape;460;p67"/>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461" name="Google Shape;461;p67"/>
          <p:cNvSpPr txBox="1"/>
          <p:nvPr/>
        </p:nvSpPr>
        <p:spPr>
          <a:xfrm>
            <a:off x="251805" y="1224729"/>
            <a:ext cx="4320300" cy="323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b="0" i="0" sz="1400" u="none" cap="none" strike="noStrike">
              <a:solidFill>
                <a:srgbClr val="000000"/>
              </a:solidFill>
              <a:latin typeface="Arial"/>
              <a:ea typeface="Arial"/>
              <a:cs typeface="Arial"/>
              <a:sym typeface="Arial"/>
            </a:endParaRPr>
          </a:p>
        </p:txBody>
      </p:sp>
      <p:grpSp>
        <p:nvGrpSpPr>
          <p:cNvPr id="462" name="Google Shape;462;p67"/>
          <p:cNvGrpSpPr/>
          <p:nvPr/>
        </p:nvGrpSpPr>
        <p:grpSpPr>
          <a:xfrm>
            <a:off x="4572120" y="-102866"/>
            <a:ext cx="4724524" cy="5818326"/>
            <a:chOff x="4648201" y="-114299"/>
            <a:chExt cx="4737314" cy="6400799"/>
          </a:xfrm>
        </p:grpSpPr>
        <p:sp>
          <p:nvSpPr>
            <p:cNvPr id="463" name="Google Shape;463;p67"/>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464" name="Google Shape;464;p67"/>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Shapes + Element">
  <p:cSld name="1_Title Slide - Shapes + Element">
    <p:bg>
      <p:bgPr>
        <a:solidFill>
          <a:schemeClr val="dk2"/>
        </a:solidFill>
      </p:bgPr>
    </p:bg>
    <p:spTree>
      <p:nvGrpSpPr>
        <p:cNvPr id="465" name="Shape 465"/>
        <p:cNvGrpSpPr/>
        <p:nvPr/>
      </p:nvGrpSpPr>
      <p:grpSpPr>
        <a:xfrm>
          <a:off x="0" y="0"/>
          <a:ext cx="0" cy="0"/>
          <a:chOff x="0" y="0"/>
          <a:chExt cx="0" cy="0"/>
        </a:xfrm>
      </p:grpSpPr>
      <p:sp>
        <p:nvSpPr>
          <p:cNvPr id="466" name="Google Shape;466;p68"/>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2"/>
              </a:buClr>
              <a:buSzPts val="4000"/>
              <a:buFont typeface="Helvetica Neue"/>
              <a:buNone/>
              <a:defRPr b="1" sz="40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7" name="Google Shape;467;p68"/>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468" name="Google Shape;468;p68"/>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69" name="Google Shape;469;p68"/>
          <p:cNvSpPr/>
          <p:nvPr/>
        </p:nvSpPr>
        <p:spPr>
          <a:xfrm>
            <a:off x="5105400" y="0"/>
            <a:ext cx="3959700" cy="34632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70" name="Google Shape;470;p68"/>
          <p:cNvPicPr preferRelativeResize="0"/>
          <p:nvPr/>
        </p:nvPicPr>
        <p:blipFill rotWithShape="1">
          <a:blip r:embed="rId3">
            <a:alphaModFix/>
          </a:blip>
          <a:srcRect b="0" l="0" r="0" t="0"/>
          <a:stretch/>
        </p:blipFill>
        <p:spPr>
          <a:xfrm rot="-5400000">
            <a:off x="3899935" y="648410"/>
            <a:ext cx="5760718" cy="4258160"/>
          </a:xfrm>
          <a:prstGeom prst="rect">
            <a:avLst/>
          </a:prstGeom>
          <a:noFill/>
          <a:ln>
            <a:noFill/>
          </a:ln>
        </p:spPr>
      </p:pic>
      <p:pic>
        <p:nvPicPr>
          <p:cNvPr descr="Artboard 71.png" id="471" name="Google Shape;471;p68"/>
          <p:cNvPicPr preferRelativeResize="0"/>
          <p:nvPr/>
        </p:nvPicPr>
        <p:blipFill rotWithShape="1">
          <a:blip r:embed="rId4">
            <a:alphaModFix/>
          </a:blip>
          <a:srcRect b="0" l="0" r="0" t="0"/>
          <a:stretch/>
        </p:blipFill>
        <p:spPr>
          <a:xfrm>
            <a:off x="346356" y="275046"/>
            <a:ext cx="2022183" cy="461902"/>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2">
  <p:cSld name="1_Content - Two Column_V2">
    <p:spTree>
      <p:nvGrpSpPr>
        <p:cNvPr id="472" name="Shape 472"/>
        <p:cNvGrpSpPr/>
        <p:nvPr/>
      </p:nvGrpSpPr>
      <p:grpSpPr>
        <a:xfrm>
          <a:off x="0" y="0"/>
          <a:ext cx="0" cy="0"/>
          <a:chOff x="0" y="0"/>
          <a:chExt cx="0" cy="0"/>
        </a:xfrm>
      </p:grpSpPr>
      <p:sp>
        <p:nvSpPr>
          <p:cNvPr id="473" name="Google Shape;473;p69"/>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4" name="Google Shape;474;p69"/>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5" name="Google Shape;475;p69"/>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476" name="Google Shape;476;p69"/>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477" name="Google Shape;477;p6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8" name="Google Shape;478;p6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479" name="Google Shape;479;p69"/>
          <p:cNvGrpSpPr/>
          <p:nvPr/>
        </p:nvGrpSpPr>
        <p:grpSpPr>
          <a:xfrm rot="10800000">
            <a:off x="7010293" y="-239987"/>
            <a:ext cx="2119001" cy="2609606"/>
            <a:chOff x="4648201" y="-114299"/>
            <a:chExt cx="4737314" cy="6400799"/>
          </a:xfrm>
        </p:grpSpPr>
        <p:sp>
          <p:nvSpPr>
            <p:cNvPr id="480" name="Google Shape;480;p69"/>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481" name="Google Shape;481;p69"/>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 + Subtitle">
  <p:cSld name="1_Content - Two Column + Subtitle">
    <p:spTree>
      <p:nvGrpSpPr>
        <p:cNvPr id="482" name="Shape 482"/>
        <p:cNvGrpSpPr/>
        <p:nvPr/>
      </p:nvGrpSpPr>
      <p:grpSpPr>
        <a:xfrm>
          <a:off x="0" y="0"/>
          <a:ext cx="0" cy="0"/>
          <a:chOff x="0" y="0"/>
          <a:chExt cx="0" cy="0"/>
        </a:xfrm>
      </p:grpSpPr>
      <p:sp>
        <p:nvSpPr>
          <p:cNvPr id="483" name="Google Shape;483;p70"/>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chemeClr val="dk2"/>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4" name="Google Shape;484;p70"/>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5" name="Google Shape;485;p70"/>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Helvetica Neue"/>
              <a:buNone/>
            </a:pPr>
            <a:r>
              <a:rPr b="1" i="0" lang="en" sz="3200" u="none" cap="none" strike="noStrike">
                <a:solidFill>
                  <a:schemeClr val="dk2"/>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486" name="Google Shape;486;p70"/>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7" name="Google Shape;487;p70"/>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488" name="Google Shape;488;p70"/>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489" name="Google Shape;489;p70"/>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490" name="Google Shape;490;p7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1" name="Google Shape;491;p7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Image/Graphic_V1">
  <p:cSld name="1_Content + Image/Graphic_V1">
    <p:spTree>
      <p:nvGrpSpPr>
        <p:cNvPr id="492" name="Shape 492"/>
        <p:cNvGrpSpPr/>
        <p:nvPr/>
      </p:nvGrpSpPr>
      <p:grpSpPr>
        <a:xfrm>
          <a:off x="0" y="0"/>
          <a:ext cx="0" cy="0"/>
          <a:chOff x="0" y="0"/>
          <a:chExt cx="0" cy="0"/>
        </a:xfrm>
      </p:grpSpPr>
      <p:sp>
        <p:nvSpPr>
          <p:cNvPr id="493" name="Google Shape;493;p71"/>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4" name="Google Shape;494;p71"/>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495" name="Google Shape;495;p71"/>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6" name="Google Shape;496;p71"/>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497" name="Google Shape;497;p7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498" name="Google Shape;498;p71"/>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499" name="Google Shape;499;p7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0" name="Google Shape;500;p7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2">
  <p:cSld name="1_Quote/Callout_V2">
    <p:spTree>
      <p:nvGrpSpPr>
        <p:cNvPr id="501" name="Shape 501"/>
        <p:cNvGrpSpPr/>
        <p:nvPr/>
      </p:nvGrpSpPr>
      <p:grpSpPr>
        <a:xfrm>
          <a:off x="0" y="0"/>
          <a:ext cx="0" cy="0"/>
          <a:chOff x="0" y="0"/>
          <a:chExt cx="0" cy="0"/>
        </a:xfrm>
      </p:grpSpPr>
      <p:sp>
        <p:nvSpPr>
          <p:cNvPr id="502" name="Google Shape;502;p72"/>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rgbClr val="1B376C"/>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503" name="Google Shape;503;p72"/>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504" name="Google Shape;504;p7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5" name="Google Shape;505;p7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506" name="Google Shape;506;p72"/>
          <p:cNvGrpSpPr/>
          <p:nvPr/>
        </p:nvGrpSpPr>
        <p:grpSpPr>
          <a:xfrm rot="10800000">
            <a:off x="7010293" y="-239987"/>
            <a:ext cx="2119001" cy="2609606"/>
            <a:chOff x="4648201" y="-114299"/>
            <a:chExt cx="4737314" cy="6400799"/>
          </a:xfrm>
        </p:grpSpPr>
        <p:sp>
          <p:nvSpPr>
            <p:cNvPr id="507" name="Google Shape;507;p72"/>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508" name="Google Shape;508;p72"/>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2">
  <p:cSld name="1_Content - One Column_V2">
    <p:bg>
      <p:bgPr>
        <a:solidFill>
          <a:schemeClr val="dk2"/>
        </a:solidFill>
      </p:bgPr>
    </p:bg>
    <p:spTree>
      <p:nvGrpSpPr>
        <p:cNvPr id="509" name="Shape 509"/>
        <p:cNvGrpSpPr/>
        <p:nvPr/>
      </p:nvGrpSpPr>
      <p:grpSpPr>
        <a:xfrm>
          <a:off x="0" y="0"/>
          <a:ext cx="0" cy="0"/>
          <a:chOff x="0" y="0"/>
          <a:chExt cx="0" cy="0"/>
        </a:xfrm>
      </p:grpSpPr>
      <p:sp>
        <p:nvSpPr>
          <p:cNvPr id="510" name="Google Shape;510;p73"/>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1" name="Google Shape;511;p73"/>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solidFill>
                  <a:schemeClr val="lt2"/>
                </a:solidFill>
              </a:defRPr>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2" name="Google Shape;512;p7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3" name="Google Shape;513;p7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514" name="Google Shape;514;p73"/>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15" name="Google Shape;515;p73"/>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516" name="Google Shape;516;p73"/>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1">
  <p:cSld name="Content + Image/Graphic_V1">
    <p:bg>
      <p:bgPr>
        <a:solidFill>
          <a:schemeClr val="dk2"/>
        </a:solidFill>
      </p:bgPr>
    </p:bg>
    <p:spTree>
      <p:nvGrpSpPr>
        <p:cNvPr id="517" name="Shape 517"/>
        <p:cNvGrpSpPr/>
        <p:nvPr/>
      </p:nvGrpSpPr>
      <p:grpSpPr>
        <a:xfrm>
          <a:off x="0" y="0"/>
          <a:ext cx="0" cy="0"/>
          <a:chOff x="0" y="0"/>
          <a:chExt cx="0" cy="0"/>
        </a:xfrm>
      </p:grpSpPr>
      <p:sp>
        <p:nvSpPr>
          <p:cNvPr id="518" name="Google Shape;518;p74"/>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lt1"/>
              </a:buClr>
              <a:buSzPts val="1600"/>
              <a:buNone/>
              <a:defRPr b="1" sz="1600"/>
            </a:lvl6pPr>
            <a:lvl7pPr indent="-228600" lvl="6" marL="3200400" algn="l">
              <a:lnSpc>
                <a:spcPct val="100000"/>
              </a:lnSpc>
              <a:spcBef>
                <a:spcPts val="320"/>
              </a:spcBef>
              <a:spcAft>
                <a:spcPts val="0"/>
              </a:spcAft>
              <a:buClr>
                <a:schemeClr val="lt1"/>
              </a:buClr>
              <a:buSzPts val="1600"/>
              <a:buNone/>
              <a:defRPr b="1" sz="1600"/>
            </a:lvl7pPr>
            <a:lvl8pPr indent="-228600" lvl="7" marL="3657600" algn="l">
              <a:lnSpc>
                <a:spcPct val="100000"/>
              </a:lnSpc>
              <a:spcBef>
                <a:spcPts val="320"/>
              </a:spcBef>
              <a:spcAft>
                <a:spcPts val="0"/>
              </a:spcAft>
              <a:buClr>
                <a:schemeClr val="lt1"/>
              </a:buClr>
              <a:buSzPts val="1600"/>
              <a:buNone/>
              <a:defRPr b="1" sz="1600"/>
            </a:lvl8pPr>
            <a:lvl9pPr indent="-228600" lvl="8" marL="4114800" algn="l">
              <a:lnSpc>
                <a:spcPct val="100000"/>
              </a:lnSpc>
              <a:spcBef>
                <a:spcPts val="320"/>
              </a:spcBef>
              <a:spcAft>
                <a:spcPts val="0"/>
              </a:spcAft>
              <a:buClr>
                <a:schemeClr val="lt1"/>
              </a:buClr>
              <a:buSzPts val="1600"/>
              <a:buNone/>
              <a:defRPr b="1" sz="1600"/>
            </a:lvl9pPr>
          </a:lstStyle>
          <a:p/>
        </p:txBody>
      </p:sp>
      <p:sp>
        <p:nvSpPr>
          <p:cNvPr id="519" name="Google Shape;519;p74"/>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520" name="Google Shape;520;p74"/>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521" name="Google Shape;521;p74"/>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descr="Artboard 67.png" id="522" name="Google Shape;522;p74"/>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523" name="Google Shape;523;p7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4" name="Google Shape;524;p7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525" name="Google Shape;525;p74"/>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hree Column">
  <p:cSld name="Content - Three Column">
    <p:bg>
      <p:bgPr>
        <a:solidFill>
          <a:schemeClr val="dk2"/>
        </a:solidFill>
      </p:bgPr>
    </p:bg>
    <p:spTree>
      <p:nvGrpSpPr>
        <p:cNvPr id="526" name="Shape 526"/>
        <p:cNvGrpSpPr/>
        <p:nvPr/>
      </p:nvGrpSpPr>
      <p:grpSpPr>
        <a:xfrm>
          <a:off x="0" y="0"/>
          <a:ext cx="0" cy="0"/>
          <a:chOff x="0" y="0"/>
          <a:chExt cx="0" cy="0"/>
        </a:xfrm>
      </p:grpSpPr>
      <p:sp>
        <p:nvSpPr>
          <p:cNvPr id="527" name="Google Shape;527;p75"/>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528" name="Google Shape;528;p75"/>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67.png" id="529" name="Google Shape;529;p75"/>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530" name="Google Shape;530;p75"/>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531" name="Google Shape;531;p75"/>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532" name="Google Shape;532;p7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3" name="Google Shape;533;p7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534" name="Google Shape;534;p75"/>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1">
  <p:cSld name="1_Quote/Callout_V1">
    <p:bg>
      <p:bgPr>
        <a:solidFill>
          <a:schemeClr val="dk2"/>
        </a:solidFill>
      </p:bgPr>
    </p:bg>
    <p:spTree>
      <p:nvGrpSpPr>
        <p:cNvPr id="535" name="Shape 535"/>
        <p:cNvGrpSpPr/>
        <p:nvPr/>
      </p:nvGrpSpPr>
      <p:grpSpPr>
        <a:xfrm>
          <a:off x="0" y="0"/>
          <a:ext cx="0" cy="0"/>
          <a:chOff x="0" y="0"/>
          <a:chExt cx="0" cy="0"/>
        </a:xfrm>
      </p:grpSpPr>
      <p:sp>
        <p:nvSpPr>
          <p:cNvPr id="536" name="Google Shape;536;p76"/>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chemeClr val="lt2"/>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descr="Artboard 67.png" id="537" name="Google Shape;537;p76"/>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538" name="Google Shape;538;p7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9" name="Google Shape;539;p7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540" name="Google Shape;540;p76"/>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2">
  <p:cSld name="Quote/Callout_V2">
    <p:bg>
      <p:bgPr>
        <a:solidFill>
          <a:schemeClr val="dk2"/>
        </a:solidFill>
      </p:bgPr>
    </p:bg>
    <p:spTree>
      <p:nvGrpSpPr>
        <p:cNvPr id="541" name="Shape 541"/>
        <p:cNvGrpSpPr/>
        <p:nvPr/>
      </p:nvGrpSpPr>
      <p:grpSpPr>
        <a:xfrm>
          <a:off x="0" y="0"/>
          <a:ext cx="0" cy="0"/>
          <a:chOff x="0" y="0"/>
          <a:chExt cx="0" cy="0"/>
        </a:xfrm>
      </p:grpSpPr>
      <p:sp>
        <p:nvSpPr>
          <p:cNvPr id="542" name="Google Shape;542;p77"/>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chemeClr val="accent1"/>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id="543" name="Google Shape;543;p77"/>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544" name="Google Shape;544;p7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5" name="Google Shape;545;p7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546" name="Google Shape;546;p77"/>
          <p:cNvSpPr/>
          <p:nvPr/>
        </p:nvSpPr>
        <p:spPr>
          <a:xfrm rot="10800000">
            <a:off x="7153646" y="754019"/>
            <a:ext cx="1771200" cy="15690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47" name="Google Shape;547;p77"/>
          <p:cNvPicPr preferRelativeResize="0"/>
          <p:nvPr/>
        </p:nvPicPr>
        <p:blipFill rotWithShape="1">
          <a:blip r:embed="rId4">
            <a:alphaModFix/>
          </a:blip>
          <a:srcRect b="0" l="0" r="0" t="0"/>
          <a:stretch/>
        </p:blipFill>
        <p:spPr>
          <a:xfrm rot="5400000">
            <a:off x="6885827" y="111269"/>
            <a:ext cx="2579986" cy="1907053"/>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8" name="Shape 548"/>
        <p:cNvGrpSpPr/>
        <p:nvPr/>
      </p:nvGrpSpPr>
      <p:grpSpPr>
        <a:xfrm>
          <a:off x="0" y="0"/>
          <a:ext cx="0" cy="0"/>
          <a:chOff x="0" y="0"/>
          <a:chExt cx="0" cy="0"/>
        </a:xfrm>
      </p:grpSpPr>
      <p:sp>
        <p:nvSpPr>
          <p:cNvPr id="549" name="Google Shape;549;p78"/>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0" name="Google Shape;550;p7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1" name="Google Shape;551;p7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2" name="Google Shape;552;p7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9" name="Shape 559"/>
        <p:cNvGrpSpPr/>
        <p:nvPr/>
      </p:nvGrpSpPr>
      <p:grpSpPr>
        <a:xfrm>
          <a:off x="0" y="0"/>
          <a:ext cx="0" cy="0"/>
          <a:chOff x="0" y="0"/>
          <a:chExt cx="0" cy="0"/>
        </a:xfrm>
      </p:grpSpPr>
      <p:sp>
        <p:nvSpPr>
          <p:cNvPr id="560" name="Google Shape;560;p80"/>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1" name="Google Shape;561;p80"/>
          <p:cNvSpPr txBox="1"/>
          <p:nvPr>
            <p:ph idx="1" type="body"/>
          </p:nvPr>
        </p:nvSpPr>
        <p:spPr>
          <a:xfrm>
            <a:off x="628650" y="1369218"/>
            <a:ext cx="78867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2" name="Google Shape;562;p80"/>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3" name="Google Shape;563;p80"/>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4" name="Google Shape;564;p80"/>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5" name="Shape 565"/>
        <p:cNvGrpSpPr/>
        <p:nvPr/>
      </p:nvGrpSpPr>
      <p:grpSpPr>
        <a:xfrm>
          <a:off x="0" y="0"/>
          <a:ext cx="0" cy="0"/>
          <a:chOff x="0" y="0"/>
          <a:chExt cx="0" cy="0"/>
        </a:xfrm>
      </p:grpSpPr>
      <p:sp>
        <p:nvSpPr>
          <p:cNvPr id="566" name="Google Shape;566;p81"/>
          <p:cNvSpPr txBox="1"/>
          <p:nvPr>
            <p:ph type="ctrTitle"/>
          </p:nvPr>
        </p:nvSpPr>
        <p:spPr>
          <a:xfrm>
            <a:off x="1143001"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499"/>
              <a:buFont typeface="Play"/>
              <a:buNone/>
              <a:defRPr sz="44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7" name="Google Shape;567;p81"/>
          <p:cNvSpPr txBox="1"/>
          <p:nvPr>
            <p:ph idx="1" type="subTitle"/>
          </p:nvPr>
        </p:nvSpPr>
        <p:spPr>
          <a:xfrm>
            <a:off x="1143001" y="2701528"/>
            <a:ext cx="6858000" cy="1241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568" name="Google Shape;568;p81"/>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9" name="Google Shape;569;p81"/>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0" name="Google Shape;570;p81"/>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1" name="Shape 571"/>
        <p:cNvGrpSpPr/>
        <p:nvPr/>
      </p:nvGrpSpPr>
      <p:grpSpPr>
        <a:xfrm>
          <a:off x="0" y="0"/>
          <a:ext cx="0" cy="0"/>
          <a:chOff x="0" y="0"/>
          <a:chExt cx="0" cy="0"/>
        </a:xfrm>
      </p:grpSpPr>
      <p:sp>
        <p:nvSpPr>
          <p:cNvPr id="572" name="Google Shape;572;p82"/>
          <p:cNvSpPr txBox="1"/>
          <p:nvPr>
            <p:ph type="title"/>
          </p:nvPr>
        </p:nvSpPr>
        <p:spPr>
          <a:xfrm>
            <a:off x="623887" y="1282305"/>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99"/>
              <a:buFont typeface="Play"/>
              <a:buNone/>
              <a:defRPr sz="44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3" name="Google Shape;573;p82"/>
          <p:cNvSpPr txBox="1"/>
          <p:nvPr>
            <p:ph idx="1" type="body"/>
          </p:nvPr>
        </p:nvSpPr>
        <p:spPr>
          <a:xfrm>
            <a:off x="623887" y="3442099"/>
            <a:ext cx="7886700" cy="1125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574" name="Google Shape;574;p82"/>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5" name="Google Shape;575;p82"/>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6" name="Google Shape;576;p82"/>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7" name="Shape 577"/>
        <p:cNvGrpSpPr/>
        <p:nvPr/>
      </p:nvGrpSpPr>
      <p:grpSpPr>
        <a:xfrm>
          <a:off x="0" y="0"/>
          <a:ext cx="0" cy="0"/>
          <a:chOff x="0" y="0"/>
          <a:chExt cx="0" cy="0"/>
        </a:xfrm>
      </p:grpSpPr>
      <p:sp>
        <p:nvSpPr>
          <p:cNvPr id="578" name="Google Shape;578;p8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9" name="Google Shape;579;p83"/>
          <p:cNvSpPr txBox="1"/>
          <p:nvPr>
            <p:ph idx="1" type="body"/>
          </p:nvPr>
        </p:nvSpPr>
        <p:spPr>
          <a:xfrm>
            <a:off x="628650" y="1369218"/>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0" name="Google Shape;580;p83"/>
          <p:cNvSpPr txBox="1"/>
          <p:nvPr>
            <p:ph idx="2" type="body"/>
          </p:nvPr>
        </p:nvSpPr>
        <p:spPr>
          <a:xfrm>
            <a:off x="4629150" y="1369218"/>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1" name="Google Shape;581;p83"/>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2" name="Google Shape;582;p83"/>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3" name="Google Shape;583;p83"/>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4" name="Shape 584"/>
        <p:cNvGrpSpPr/>
        <p:nvPr/>
      </p:nvGrpSpPr>
      <p:grpSpPr>
        <a:xfrm>
          <a:off x="0" y="0"/>
          <a:ext cx="0" cy="0"/>
          <a:chOff x="0" y="0"/>
          <a:chExt cx="0" cy="0"/>
        </a:xfrm>
      </p:grpSpPr>
      <p:sp>
        <p:nvSpPr>
          <p:cNvPr id="585" name="Google Shape;585;p84"/>
          <p:cNvSpPr txBox="1"/>
          <p:nvPr>
            <p:ph type="title"/>
          </p:nvPr>
        </p:nvSpPr>
        <p:spPr>
          <a:xfrm>
            <a:off x="629841"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6" name="Google Shape;586;p84"/>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87" name="Google Shape;587;p84"/>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8" name="Google Shape;588;p84"/>
          <p:cNvSpPr txBox="1"/>
          <p:nvPr>
            <p:ph idx="3" type="body"/>
          </p:nvPr>
        </p:nvSpPr>
        <p:spPr>
          <a:xfrm>
            <a:off x="4629151" y="1260872"/>
            <a:ext cx="38874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89" name="Google Shape;589;p84"/>
          <p:cNvSpPr txBox="1"/>
          <p:nvPr>
            <p:ph idx="4" type="body"/>
          </p:nvPr>
        </p:nvSpPr>
        <p:spPr>
          <a:xfrm>
            <a:off x="4629151" y="1878806"/>
            <a:ext cx="38874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90" name="Google Shape;590;p84"/>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1" name="Google Shape;591;p84"/>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2" name="Google Shape;592;p84"/>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3" name="Shape 593"/>
        <p:cNvGrpSpPr/>
        <p:nvPr/>
      </p:nvGrpSpPr>
      <p:grpSpPr>
        <a:xfrm>
          <a:off x="0" y="0"/>
          <a:ext cx="0" cy="0"/>
          <a:chOff x="0" y="0"/>
          <a:chExt cx="0" cy="0"/>
        </a:xfrm>
      </p:grpSpPr>
      <p:sp>
        <p:nvSpPr>
          <p:cNvPr id="594" name="Google Shape;594;p8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5" name="Google Shape;595;p85"/>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6" name="Google Shape;596;p85"/>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7" name="Google Shape;597;p85"/>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8" name="Shape 598"/>
        <p:cNvGrpSpPr/>
        <p:nvPr/>
      </p:nvGrpSpPr>
      <p:grpSpPr>
        <a:xfrm>
          <a:off x="0" y="0"/>
          <a:ext cx="0" cy="0"/>
          <a:chOff x="0" y="0"/>
          <a:chExt cx="0" cy="0"/>
        </a:xfrm>
      </p:grpSpPr>
      <p:sp>
        <p:nvSpPr>
          <p:cNvPr id="599" name="Google Shape;599;p86"/>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0" name="Google Shape;600;p86"/>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1" name="Google Shape;601;p86"/>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2" name="Shape 602"/>
        <p:cNvGrpSpPr/>
        <p:nvPr/>
      </p:nvGrpSpPr>
      <p:grpSpPr>
        <a:xfrm>
          <a:off x="0" y="0"/>
          <a:ext cx="0" cy="0"/>
          <a:chOff x="0" y="0"/>
          <a:chExt cx="0" cy="0"/>
        </a:xfrm>
      </p:grpSpPr>
      <p:sp>
        <p:nvSpPr>
          <p:cNvPr id="603" name="Google Shape;603;p87"/>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4" name="Google Shape;604;p87"/>
          <p:cNvSpPr txBox="1"/>
          <p:nvPr>
            <p:ph idx="1" type="body"/>
          </p:nvPr>
        </p:nvSpPr>
        <p:spPr>
          <a:xfrm>
            <a:off x="3887391" y="740570"/>
            <a:ext cx="4629300" cy="36552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05" name="Google Shape;605;p87"/>
          <p:cNvSpPr txBox="1"/>
          <p:nvPr>
            <p:ph idx="2" type="body"/>
          </p:nvPr>
        </p:nvSpPr>
        <p:spPr>
          <a:xfrm>
            <a:off x="629841" y="1543051"/>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06" name="Google Shape;606;p87"/>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7" name="Google Shape;607;p87"/>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8" name="Google Shape;608;p87"/>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9" name="Shape 609"/>
        <p:cNvGrpSpPr/>
        <p:nvPr/>
      </p:nvGrpSpPr>
      <p:grpSpPr>
        <a:xfrm>
          <a:off x="0" y="0"/>
          <a:ext cx="0" cy="0"/>
          <a:chOff x="0" y="0"/>
          <a:chExt cx="0" cy="0"/>
        </a:xfrm>
      </p:grpSpPr>
      <p:sp>
        <p:nvSpPr>
          <p:cNvPr id="610" name="Google Shape;610;p88"/>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1" name="Google Shape;611;p88"/>
          <p:cNvSpPr/>
          <p:nvPr>
            <p:ph idx="2" type="pic"/>
          </p:nvPr>
        </p:nvSpPr>
        <p:spPr>
          <a:xfrm>
            <a:off x="3887391" y="740570"/>
            <a:ext cx="4629300" cy="3655200"/>
          </a:xfrm>
          <a:prstGeom prst="rect">
            <a:avLst/>
          </a:prstGeom>
          <a:noFill/>
          <a:ln>
            <a:noFill/>
          </a:ln>
        </p:spPr>
      </p:sp>
      <p:sp>
        <p:nvSpPr>
          <p:cNvPr id="612" name="Google Shape;612;p88"/>
          <p:cNvSpPr txBox="1"/>
          <p:nvPr>
            <p:ph idx="1" type="body"/>
          </p:nvPr>
        </p:nvSpPr>
        <p:spPr>
          <a:xfrm>
            <a:off x="629841" y="1543051"/>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13" name="Google Shape;613;p88"/>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4" name="Google Shape;614;p88"/>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5" name="Google Shape;615;p88"/>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16" name="Shape 616"/>
        <p:cNvGrpSpPr/>
        <p:nvPr/>
      </p:nvGrpSpPr>
      <p:grpSpPr>
        <a:xfrm>
          <a:off x="0" y="0"/>
          <a:ext cx="0" cy="0"/>
          <a:chOff x="0" y="0"/>
          <a:chExt cx="0" cy="0"/>
        </a:xfrm>
      </p:grpSpPr>
      <p:sp>
        <p:nvSpPr>
          <p:cNvPr id="617" name="Google Shape;617;p8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8" name="Google Shape;618;p89"/>
          <p:cNvSpPr txBox="1"/>
          <p:nvPr>
            <p:ph idx="1" type="body"/>
          </p:nvPr>
        </p:nvSpPr>
        <p:spPr>
          <a:xfrm rot="5400000">
            <a:off x="2940300" y="-942432"/>
            <a:ext cx="326340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19" name="Google Shape;619;p89"/>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0" name="Google Shape;620;p89"/>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1" name="Google Shape;621;p89"/>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22" name="Shape 622"/>
        <p:cNvGrpSpPr/>
        <p:nvPr/>
      </p:nvGrpSpPr>
      <p:grpSpPr>
        <a:xfrm>
          <a:off x="0" y="0"/>
          <a:ext cx="0" cy="0"/>
          <a:chOff x="0" y="0"/>
          <a:chExt cx="0" cy="0"/>
        </a:xfrm>
      </p:grpSpPr>
      <p:sp>
        <p:nvSpPr>
          <p:cNvPr id="623" name="Google Shape;623;p90"/>
          <p:cNvSpPr txBox="1"/>
          <p:nvPr>
            <p:ph type="title"/>
          </p:nvPr>
        </p:nvSpPr>
        <p:spPr>
          <a:xfrm rot="5400000">
            <a:off x="5350050" y="1467543"/>
            <a:ext cx="4359000" cy="19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4" name="Google Shape;624;p90"/>
          <p:cNvSpPr txBox="1"/>
          <p:nvPr>
            <p:ph idx="1" type="body"/>
          </p:nvPr>
        </p:nvSpPr>
        <p:spPr>
          <a:xfrm rot="5400000">
            <a:off x="1349476" y="-447057"/>
            <a:ext cx="4359000" cy="5800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5" name="Google Shape;625;p90"/>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6" name="Google Shape;626;p90"/>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7" name="Google Shape;627;p90"/>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4" name="Shape 634"/>
        <p:cNvGrpSpPr/>
        <p:nvPr/>
      </p:nvGrpSpPr>
      <p:grpSpPr>
        <a:xfrm>
          <a:off x="0" y="0"/>
          <a:ext cx="0" cy="0"/>
          <a:chOff x="0" y="0"/>
          <a:chExt cx="0" cy="0"/>
        </a:xfrm>
      </p:grpSpPr>
      <p:sp>
        <p:nvSpPr>
          <p:cNvPr id="635" name="Google Shape;635;p92"/>
          <p:cNvSpPr txBox="1"/>
          <p:nvPr>
            <p:ph type="ctrTitle"/>
          </p:nvPr>
        </p:nvSpPr>
        <p:spPr>
          <a:xfrm>
            <a:off x="1143001"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499"/>
              <a:buFont typeface="Play"/>
              <a:buNone/>
              <a:defRPr sz="44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6" name="Google Shape;636;p92"/>
          <p:cNvSpPr txBox="1"/>
          <p:nvPr>
            <p:ph idx="1" type="subTitle"/>
          </p:nvPr>
        </p:nvSpPr>
        <p:spPr>
          <a:xfrm>
            <a:off x="1143001" y="2701528"/>
            <a:ext cx="6858000" cy="1241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637" name="Google Shape;637;p92"/>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8" name="Google Shape;638;p92"/>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9" name="Google Shape;639;p92"/>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0" name="Shape 640"/>
        <p:cNvGrpSpPr/>
        <p:nvPr/>
      </p:nvGrpSpPr>
      <p:grpSpPr>
        <a:xfrm>
          <a:off x="0" y="0"/>
          <a:ext cx="0" cy="0"/>
          <a:chOff x="0" y="0"/>
          <a:chExt cx="0" cy="0"/>
        </a:xfrm>
      </p:grpSpPr>
      <p:sp>
        <p:nvSpPr>
          <p:cNvPr id="641" name="Google Shape;641;p93"/>
          <p:cNvSpPr txBox="1"/>
          <p:nvPr>
            <p:ph type="title"/>
          </p:nvPr>
        </p:nvSpPr>
        <p:spPr>
          <a:xfrm>
            <a:off x="628650" y="273845"/>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2" name="Google Shape;642;p93"/>
          <p:cNvSpPr txBox="1"/>
          <p:nvPr>
            <p:ph idx="1" type="body"/>
          </p:nvPr>
        </p:nvSpPr>
        <p:spPr>
          <a:xfrm>
            <a:off x="628650" y="1369218"/>
            <a:ext cx="78867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43" name="Google Shape;643;p93"/>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4" name="Google Shape;644;p93"/>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5" name="Google Shape;645;p93"/>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6" name="Shape 646"/>
        <p:cNvGrpSpPr/>
        <p:nvPr/>
      </p:nvGrpSpPr>
      <p:grpSpPr>
        <a:xfrm>
          <a:off x="0" y="0"/>
          <a:ext cx="0" cy="0"/>
          <a:chOff x="0" y="0"/>
          <a:chExt cx="0" cy="0"/>
        </a:xfrm>
      </p:grpSpPr>
      <p:sp>
        <p:nvSpPr>
          <p:cNvPr id="647" name="Google Shape;647;p94"/>
          <p:cNvSpPr txBox="1"/>
          <p:nvPr>
            <p:ph type="title"/>
          </p:nvPr>
        </p:nvSpPr>
        <p:spPr>
          <a:xfrm>
            <a:off x="623887" y="1282304"/>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99"/>
              <a:buFont typeface="Play"/>
              <a:buNone/>
              <a:defRPr sz="44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8" name="Google Shape;648;p94"/>
          <p:cNvSpPr txBox="1"/>
          <p:nvPr>
            <p:ph idx="1" type="body"/>
          </p:nvPr>
        </p:nvSpPr>
        <p:spPr>
          <a:xfrm>
            <a:off x="623887" y="3442099"/>
            <a:ext cx="7886700" cy="1125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649" name="Google Shape;649;p94"/>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0" name="Google Shape;650;p94"/>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1" name="Google Shape;651;p94"/>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2" name="Shape 652"/>
        <p:cNvGrpSpPr/>
        <p:nvPr/>
      </p:nvGrpSpPr>
      <p:grpSpPr>
        <a:xfrm>
          <a:off x="0" y="0"/>
          <a:ext cx="0" cy="0"/>
          <a:chOff x="0" y="0"/>
          <a:chExt cx="0" cy="0"/>
        </a:xfrm>
      </p:grpSpPr>
      <p:sp>
        <p:nvSpPr>
          <p:cNvPr id="653" name="Google Shape;653;p95"/>
          <p:cNvSpPr txBox="1"/>
          <p:nvPr>
            <p:ph type="title"/>
          </p:nvPr>
        </p:nvSpPr>
        <p:spPr>
          <a:xfrm>
            <a:off x="628650" y="273845"/>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4" name="Google Shape;654;p95"/>
          <p:cNvSpPr txBox="1"/>
          <p:nvPr>
            <p:ph idx="1" type="body"/>
          </p:nvPr>
        </p:nvSpPr>
        <p:spPr>
          <a:xfrm>
            <a:off x="628650" y="1369218"/>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5" name="Google Shape;655;p95"/>
          <p:cNvSpPr txBox="1"/>
          <p:nvPr>
            <p:ph idx="2" type="body"/>
          </p:nvPr>
        </p:nvSpPr>
        <p:spPr>
          <a:xfrm>
            <a:off x="4629150" y="1369218"/>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6" name="Google Shape;656;p95"/>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7" name="Google Shape;657;p95"/>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8" name="Google Shape;658;p95"/>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9" name="Shape 659"/>
        <p:cNvGrpSpPr/>
        <p:nvPr/>
      </p:nvGrpSpPr>
      <p:grpSpPr>
        <a:xfrm>
          <a:off x="0" y="0"/>
          <a:ext cx="0" cy="0"/>
          <a:chOff x="0" y="0"/>
          <a:chExt cx="0" cy="0"/>
        </a:xfrm>
      </p:grpSpPr>
      <p:sp>
        <p:nvSpPr>
          <p:cNvPr id="660" name="Google Shape;660;p96"/>
          <p:cNvSpPr txBox="1"/>
          <p:nvPr>
            <p:ph type="title"/>
          </p:nvPr>
        </p:nvSpPr>
        <p:spPr>
          <a:xfrm>
            <a:off x="629841" y="273845"/>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1" name="Google Shape;661;p96"/>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62" name="Google Shape;662;p96"/>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3" name="Google Shape;663;p96"/>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64" name="Google Shape;664;p96"/>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5" name="Google Shape;665;p96"/>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6" name="Google Shape;666;p96"/>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7" name="Google Shape;667;p96"/>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8" name="Shape 668"/>
        <p:cNvGrpSpPr/>
        <p:nvPr/>
      </p:nvGrpSpPr>
      <p:grpSpPr>
        <a:xfrm>
          <a:off x="0" y="0"/>
          <a:ext cx="0" cy="0"/>
          <a:chOff x="0" y="0"/>
          <a:chExt cx="0" cy="0"/>
        </a:xfrm>
      </p:grpSpPr>
      <p:sp>
        <p:nvSpPr>
          <p:cNvPr id="669" name="Google Shape;669;p97"/>
          <p:cNvSpPr txBox="1"/>
          <p:nvPr>
            <p:ph type="title"/>
          </p:nvPr>
        </p:nvSpPr>
        <p:spPr>
          <a:xfrm>
            <a:off x="628650" y="273845"/>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0" name="Google Shape;670;p97"/>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1" name="Google Shape;671;p97"/>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2" name="Google Shape;672;p97"/>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3" name="Shape 673"/>
        <p:cNvGrpSpPr/>
        <p:nvPr/>
      </p:nvGrpSpPr>
      <p:grpSpPr>
        <a:xfrm>
          <a:off x="0" y="0"/>
          <a:ext cx="0" cy="0"/>
          <a:chOff x="0" y="0"/>
          <a:chExt cx="0" cy="0"/>
        </a:xfrm>
      </p:grpSpPr>
      <p:sp>
        <p:nvSpPr>
          <p:cNvPr id="674" name="Google Shape;674;p98"/>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5" name="Google Shape;675;p98"/>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6" name="Google Shape;676;p98"/>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7" name="Shape 677"/>
        <p:cNvGrpSpPr/>
        <p:nvPr/>
      </p:nvGrpSpPr>
      <p:grpSpPr>
        <a:xfrm>
          <a:off x="0" y="0"/>
          <a:ext cx="0" cy="0"/>
          <a:chOff x="0" y="0"/>
          <a:chExt cx="0" cy="0"/>
        </a:xfrm>
      </p:grpSpPr>
      <p:sp>
        <p:nvSpPr>
          <p:cNvPr id="678" name="Google Shape;678;p99"/>
          <p:cNvSpPr txBox="1"/>
          <p:nvPr>
            <p:ph type="title"/>
          </p:nvPr>
        </p:nvSpPr>
        <p:spPr>
          <a:xfrm>
            <a:off x="629842"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9" name="Google Shape;679;p99"/>
          <p:cNvSpPr txBox="1"/>
          <p:nvPr>
            <p:ph idx="1" type="body"/>
          </p:nvPr>
        </p:nvSpPr>
        <p:spPr>
          <a:xfrm>
            <a:off x="3887391" y="740570"/>
            <a:ext cx="4629300" cy="36552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80" name="Google Shape;680;p99"/>
          <p:cNvSpPr txBox="1"/>
          <p:nvPr>
            <p:ph idx="2" type="body"/>
          </p:nvPr>
        </p:nvSpPr>
        <p:spPr>
          <a:xfrm>
            <a:off x="629842"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81" name="Google Shape;681;p99"/>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2" name="Google Shape;682;p99"/>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3" name="Google Shape;683;p99"/>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4" name="Shape 684"/>
        <p:cNvGrpSpPr/>
        <p:nvPr/>
      </p:nvGrpSpPr>
      <p:grpSpPr>
        <a:xfrm>
          <a:off x="0" y="0"/>
          <a:ext cx="0" cy="0"/>
          <a:chOff x="0" y="0"/>
          <a:chExt cx="0" cy="0"/>
        </a:xfrm>
      </p:grpSpPr>
      <p:sp>
        <p:nvSpPr>
          <p:cNvPr id="685" name="Google Shape;685;p100"/>
          <p:cNvSpPr txBox="1"/>
          <p:nvPr>
            <p:ph type="title"/>
          </p:nvPr>
        </p:nvSpPr>
        <p:spPr>
          <a:xfrm>
            <a:off x="629842"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6" name="Google Shape;686;p100"/>
          <p:cNvSpPr/>
          <p:nvPr>
            <p:ph idx="2" type="pic"/>
          </p:nvPr>
        </p:nvSpPr>
        <p:spPr>
          <a:xfrm>
            <a:off x="3887391" y="740570"/>
            <a:ext cx="4629300" cy="3655200"/>
          </a:xfrm>
          <a:prstGeom prst="rect">
            <a:avLst/>
          </a:prstGeom>
          <a:noFill/>
          <a:ln>
            <a:noFill/>
          </a:ln>
        </p:spPr>
      </p:sp>
      <p:sp>
        <p:nvSpPr>
          <p:cNvPr id="687" name="Google Shape;687;p100"/>
          <p:cNvSpPr txBox="1"/>
          <p:nvPr>
            <p:ph idx="1" type="body"/>
          </p:nvPr>
        </p:nvSpPr>
        <p:spPr>
          <a:xfrm>
            <a:off x="629842"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88" name="Google Shape;688;p100"/>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9" name="Google Shape;689;p100"/>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0" name="Google Shape;690;p100"/>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1" name="Shape 691"/>
        <p:cNvGrpSpPr/>
        <p:nvPr/>
      </p:nvGrpSpPr>
      <p:grpSpPr>
        <a:xfrm>
          <a:off x="0" y="0"/>
          <a:ext cx="0" cy="0"/>
          <a:chOff x="0" y="0"/>
          <a:chExt cx="0" cy="0"/>
        </a:xfrm>
      </p:grpSpPr>
      <p:sp>
        <p:nvSpPr>
          <p:cNvPr id="692" name="Google Shape;692;p101"/>
          <p:cNvSpPr txBox="1"/>
          <p:nvPr>
            <p:ph type="title"/>
          </p:nvPr>
        </p:nvSpPr>
        <p:spPr>
          <a:xfrm>
            <a:off x="628650" y="273845"/>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3" name="Google Shape;693;p101"/>
          <p:cNvSpPr txBox="1"/>
          <p:nvPr>
            <p:ph idx="1" type="body"/>
          </p:nvPr>
        </p:nvSpPr>
        <p:spPr>
          <a:xfrm rot="5400000">
            <a:off x="2940300" y="-942432"/>
            <a:ext cx="326340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94" name="Google Shape;694;p101"/>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5" name="Google Shape;695;p101"/>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6" name="Google Shape;696;p101"/>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97" name="Shape 697"/>
        <p:cNvGrpSpPr/>
        <p:nvPr/>
      </p:nvGrpSpPr>
      <p:grpSpPr>
        <a:xfrm>
          <a:off x="0" y="0"/>
          <a:ext cx="0" cy="0"/>
          <a:chOff x="0" y="0"/>
          <a:chExt cx="0" cy="0"/>
        </a:xfrm>
      </p:grpSpPr>
      <p:sp>
        <p:nvSpPr>
          <p:cNvPr id="698" name="Google Shape;698;p102"/>
          <p:cNvSpPr txBox="1"/>
          <p:nvPr>
            <p:ph type="title"/>
          </p:nvPr>
        </p:nvSpPr>
        <p:spPr>
          <a:xfrm rot="5400000">
            <a:off x="5350050" y="1467543"/>
            <a:ext cx="4359000" cy="19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9" name="Google Shape;699;p102"/>
          <p:cNvSpPr txBox="1"/>
          <p:nvPr>
            <p:ph idx="1" type="body"/>
          </p:nvPr>
        </p:nvSpPr>
        <p:spPr>
          <a:xfrm rot="5400000">
            <a:off x="1349475" y="-447057"/>
            <a:ext cx="4359000" cy="5800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00" name="Google Shape;700;p102"/>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1" name="Google Shape;701;p102"/>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2" name="Google Shape;702;p102"/>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1">
  <p:cSld name="1_Content - Two Column_V1">
    <p:spTree>
      <p:nvGrpSpPr>
        <p:cNvPr id="703" name="Shape 703"/>
        <p:cNvGrpSpPr/>
        <p:nvPr/>
      </p:nvGrpSpPr>
      <p:grpSpPr>
        <a:xfrm>
          <a:off x="0" y="0"/>
          <a:ext cx="0" cy="0"/>
          <a:chOff x="0" y="0"/>
          <a:chExt cx="0" cy="0"/>
        </a:xfrm>
      </p:grpSpPr>
      <p:sp>
        <p:nvSpPr>
          <p:cNvPr id="704" name="Google Shape;704;p103"/>
          <p:cNvSpPr txBox="1"/>
          <p:nvPr>
            <p:ph idx="1" type="body"/>
          </p:nvPr>
        </p:nvSpPr>
        <p:spPr>
          <a:xfrm>
            <a:off x="506416" y="1431811"/>
            <a:ext cx="3880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24"/>
              </a:spcBef>
              <a:spcAft>
                <a:spcPts val="0"/>
              </a:spcAft>
              <a:buClr>
                <a:schemeClr val="dk1"/>
              </a:buClr>
              <a:buSzPts val="1800"/>
              <a:buNone/>
              <a:defRPr/>
            </a:lvl1pPr>
            <a:lvl2pPr indent="-342900" lvl="1" marL="914400" algn="l">
              <a:lnSpc>
                <a:spcPct val="90000"/>
              </a:lnSpc>
              <a:spcBef>
                <a:spcPts val="324"/>
              </a:spcBef>
              <a:spcAft>
                <a:spcPts val="0"/>
              </a:spcAft>
              <a:buClr>
                <a:schemeClr val="dk1"/>
              </a:buClr>
              <a:buSzPts val="1800"/>
              <a:buChar char="•"/>
              <a:defRPr/>
            </a:lvl2pPr>
            <a:lvl3pPr indent="-342900" lvl="2" marL="1371600" algn="l">
              <a:lnSpc>
                <a:spcPct val="90000"/>
              </a:lnSpc>
              <a:spcBef>
                <a:spcPts val="324"/>
              </a:spcBef>
              <a:spcAft>
                <a:spcPts val="0"/>
              </a:spcAft>
              <a:buClr>
                <a:schemeClr val="dk1"/>
              </a:buClr>
              <a:buSzPts val="1800"/>
              <a:buChar char="•"/>
              <a:defRPr/>
            </a:lvl3pPr>
            <a:lvl4pPr indent="-342900" lvl="3" marL="1828800" algn="l">
              <a:lnSpc>
                <a:spcPct val="90000"/>
              </a:lnSpc>
              <a:spcBef>
                <a:spcPts val="324"/>
              </a:spcBef>
              <a:spcAft>
                <a:spcPts val="0"/>
              </a:spcAft>
              <a:buClr>
                <a:schemeClr val="dk1"/>
              </a:buClr>
              <a:buSzPts val="1800"/>
              <a:buChar char="•"/>
              <a:defRPr/>
            </a:lvl4pPr>
            <a:lvl5pPr indent="-342900" lvl="4" marL="2286000" algn="l">
              <a:lnSpc>
                <a:spcPct val="90000"/>
              </a:lnSpc>
              <a:spcBef>
                <a:spcPts val="324"/>
              </a:spcBef>
              <a:spcAft>
                <a:spcPts val="0"/>
              </a:spcAft>
              <a:buClr>
                <a:schemeClr val="dk1"/>
              </a:buClr>
              <a:buSzPts val="1800"/>
              <a:buChar char="•"/>
              <a:defRPr/>
            </a:lvl5pPr>
            <a:lvl6pPr indent="-342900" lvl="5" marL="2743200" algn="l">
              <a:lnSpc>
                <a:spcPct val="90000"/>
              </a:lnSpc>
              <a:spcBef>
                <a:spcPts val="324"/>
              </a:spcBef>
              <a:spcAft>
                <a:spcPts val="0"/>
              </a:spcAft>
              <a:buClr>
                <a:schemeClr val="dk1"/>
              </a:buClr>
              <a:buSzPts val="1800"/>
              <a:buChar char="•"/>
              <a:defRPr/>
            </a:lvl6pPr>
            <a:lvl7pPr indent="-342900" lvl="6" marL="3200400" algn="l">
              <a:lnSpc>
                <a:spcPct val="90000"/>
              </a:lnSpc>
              <a:spcBef>
                <a:spcPts val="324"/>
              </a:spcBef>
              <a:spcAft>
                <a:spcPts val="0"/>
              </a:spcAft>
              <a:buClr>
                <a:schemeClr val="dk1"/>
              </a:buClr>
              <a:buSzPts val="1800"/>
              <a:buChar char="•"/>
              <a:defRPr/>
            </a:lvl7pPr>
            <a:lvl8pPr indent="-342900" lvl="7" marL="3657600" algn="l">
              <a:lnSpc>
                <a:spcPct val="90000"/>
              </a:lnSpc>
              <a:spcBef>
                <a:spcPts val="324"/>
              </a:spcBef>
              <a:spcAft>
                <a:spcPts val="0"/>
              </a:spcAft>
              <a:buClr>
                <a:schemeClr val="dk1"/>
              </a:buClr>
              <a:buSzPts val="1800"/>
              <a:buChar char="•"/>
              <a:defRPr/>
            </a:lvl8pPr>
            <a:lvl9pPr indent="-342900" lvl="8" marL="4114800" algn="l">
              <a:lnSpc>
                <a:spcPct val="90000"/>
              </a:lnSpc>
              <a:spcBef>
                <a:spcPts val="324"/>
              </a:spcBef>
              <a:spcAft>
                <a:spcPts val="0"/>
              </a:spcAft>
              <a:buClr>
                <a:schemeClr val="dk1"/>
              </a:buClr>
              <a:buSzPts val="1800"/>
              <a:buChar char="•"/>
              <a:defRPr/>
            </a:lvl9pPr>
          </a:lstStyle>
          <a:p/>
        </p:txBody>
      </p:sp>
      <p:sp>
        <p:nvSpPr>
          <p:cNvPr id="705" name="Google Shape;705;p103"/>
          <p:cNvSpPr txBox="1"/>
          <p:nvPr>
            <p:ph idx="2" type="body"/>
          </p:nvPr>
        </p:nvSpPr>
        <p:spPr>
          <a:xfrm>
            <a:off x="4696085" y="1431811"/>
            <a:ext cx="385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24"/>
              </a:spcBef>
              <a:spcAft>
                <a:spcPts val="0"/>
              </a:spcAft>
              <a:buClr>
                <a:schemeClr val="dk1"/>
              </a:buClr>
              <a:buSzPts val="1800"/>
              <a:buNone/>
              <a:defRPr/>
            </a:lvl1pPr>
            <a:lvl2pPr indent="-342900" lvl="1" marL="914400" algn="l">
              <a:lnSpc>
                <a:spcPct val="90000"/>
              </a:lnSpc>
              <a:spcBef>
                <a:spcPts val="324"/>
              </a:spcBef>
              <a:spcAft>
                <a:spcPts val="0"/>
              </a:spcAft>
              <a:buClr>
                <a:schemeClr val="dk1"/>
              </a:buClr>
              <a:buSzPts val="1800"/>
              <a:buChar char="•"/>
              <a:defRPr/>
            </a:lvl2pPr>
            <a:lvl3pPr indent="-342900" lvl="2" marL="1371600" algn="l">
              <a:lnSpc>
                <a:spcPct val="90000"/>
              </a:lnSpc>
              <a:spcBef>
                <a:spcPts val="324"/>
              </a:spcBef>
              <a:spcAft>
                <a:spcPts val="0"/>
              </a:spcAft>
              <a:buClr>
                <a:schemeClr val="dk1"/>
              </a:buClr>
              <a:buSzPts val="1800"/>
              <a:buChar char="•"/>
              <a:defRPr/>
            </a:lvl3pPr>
            <a:lvl4pPr indent="-342900" lvl="3" marL="1828800" algn="l">
              <a:lnSpc>
                <a:spcPct val="90000"/>
              </a:lnSpc>
              <a:spcBef>
                <a:spcPts val="324"/>
              </a:spcBef>
              <a:spcAft>
                <a:spcPts val="0"/>
              </a:spcAft>
              <a:buClr>
                <a:schemeClr val="dk1"/>
              </a:buClr>
              <a:buSzPts val="1800"/>
              <a:buChar char="•"/>
              <a:defRPr/>
            </a:lvl4pPr>
            <a:lvl5pPr indent="-342900" lvl="4" marL="2286000" algn="l">
              <a:lnSpc>
                <a:spcPct val="90000"/>
              </a:lnSpc>
              <a:spcBef>
                <a:spcPts val="324"/>
              </a:spcBef>
              <a:spcAft>
                <a:spcPts val="0"/>
              </a:spcAft>
              <a:buClr>
                <a:schemeClr val="dk1"/>
              </a:buClr>
              <a:buSzPts val="1800"/>
              <a:buChar char="•"/>
              <a:defRPr/>
            </a:lvl5pPr>
            <a:lvl6pPr indent="-342900" lvl="5" marL="2743200" algn="l">
              <a:lnSpc>
                <a:spcPct val="90000"/>
              </a:lnSpc>
              <a:spcBef>
                <a:spcPts val="324"/>
              </a:spcBef>
              <a:spcAft>
                <a:spcPts val="0"/>
              </a:spcAft>
              <a:buClr>
                <a:schemeClr val="dk1"/>
              </a:buClr>
              <a:buSzPts val="1800"/>
              <a:buChar char="•"/>
              <a:defRPr/>
            </a:lvl6pPr>
            <a:lvl7pPr indent="-342900" lvl="6" marL="3200400" algn="l">
              <a:lnSpc>
                <a:spcPct val="90000"/>
              </a:lnSpc>
              <a:spcBef>
                <a:spcPts val="324"/>
              </a:spcBef>
              <a:spcAft>
                <a:spcPts val="0"/>
              </a:spcAft>
              <a:buClr>
                <a:schemeClr val="dk1"/>
              </a:buClr>
              <a:buSzPts val="1800"/>
              <a:buChar char="•"/>
              <a:defRPr/>
            </a:lvl7pPr>
            <a:lvl8pPr indent="-342900" lvl="7" marL="3657600" algn="l">
              <a:lnSpc>
                <a:spcPct val="90000"/>
              </a:lnSpc>
              <a:spcBef>
                <a:spcPts val="324"/>
              </a:spcBef>
              <a:spcAft>
                <a:spcPts val="0"/>
              </a:spcAft>
              <a:buClr>
                <a:schemeClr val="dk1"/>
              </a:buClr>
              <a:buSzPts val="1800"/>
              <a:buChar char="•"/>
              <a:defRPr/>
            </a:lvl8pPr>
            <a:lvl9pPr indent="-342900" lvl="8" marL="4114800" algn="l">
              <a:lnSpc>
                <a:spcPct val="90000"/>
              </a:lnSpc>
              <a:spcBef>
                <a:spcPts val="324"/>
              </a:spcBef>
              <a:spcAft>
                <a:spcPts val="0"/>
              </a:spcAft>
              <a:buClr>
                <a:schemeClr val="dk1"/>
              </a:buClr>
              <a:buSzPts val="1800"/>
              <a:buChar char="•"/>
              <a:defRPr/>
            </a:lvl9pPr>
          </a:lstStyle>
          <a:p/>
        </p:txBody>
      </p:sp>
      <p:sp>
        <p:nvSpPr>
          <p:cNvPr id="706" name="Google Shape;706;p103"/>
          <p:cNvSpPr txBox="1"/>
          <p:nvPr>
            <p:ph type="title"/>
          </p:nvPr>
        </p:nvSpPr>
        <p:spPr>
          <a:xfrm>
            <a:off x="506408" y="342900"/>
            <a:ext cx="7230000" cy="8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Font typeface="Play"/>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707" name="Google Shape;707;p103"/>
          <p:cNvPicPr preferRelativeResize="0"/>
          <p:nvPr/>
        </p:nvPicPr>
        <p:blipFill rotWithShape="1">
          <a:blip r:embed="rId2">
            <a:alphaModFix/>
          </a:blip>
          <a:srcRect b="0" l="0" r="0" t="0"/>
          <a:stretch/>
        </p:blipFill>
        <p:spPr>
          <a:xfrm>
            <a:off x="506407" y="4560965"/>
            <a:ext cx="473949" cy="376237"/>
          </a:xfrm>
          <a:prstGeom prst="rect">
            <a:avLst/>
          </a:prstGeom>
          <a:noFill/>
          <a:ln>
            <a:noFill/>
          </a:ln>
        </p:spPr>
      </p:pic>
      <p:pic>
        <p:nvPicPr>
          <p:cNvPr descr="Artboard 67.png" id="708" name="Google Shape;708;p103"/>
          <p:cNvPicPr preferRelativeResize="0"/>
          <p:nvPr/>
        </p:nvPicPr>
        <p:blipFill rotWithShape="1">
          <a:blip r:embed="rId3">
            <a:alphaModFix/>
          </a:blip>
          <a:srcRect b="0" l="0" r="0" t="0"/>
          <a:stretch/>
        </p:blipFill>
        <p:spPr>
          <a:xfrm>
            <a:off x="8067608" y="-76732"/>
            <a:ext cx="728688" cy="839264"/>
          </a:xfrm>
          <a:prstGeom prst="rect">
            <a:avLst/>
          </a:prstGeom>
          <a:noFill/>
          <a:ln>
            <a:noFill/>
          </a:ln>
        </p:spPr>
      </p:pic>
      <p:sp>
        <p:nvSpPr>
          <p:cNvPr id="709" name="Google Shape;709;p103"/>
          <p:cNvSpPr txBox="1"/>
          <p:nvPr>
            <p:ph idx="11" type="ftr"/>
          </p:nvPr>
        </p:nvSpPr>
        <p:spPr>
          <a:xfrm>
            <a:off x="6147013" y="4672416"/>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0" name="Google Shape;710;p103"/>
          <p:cNvSpPr txBox="1"/>
          <p:nvPr>
            <p:ph idx="12" type="sldNum"/>
          </p:nvPr>
        </p:nvSpPr>
        <p:spPr>
          <a:xfrm>
            <a:off x="8201538" y="4672416"/>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080"/>
              <a:buFont typeface="Arial"/>
              <a:buNone/>
              <a:defRPr b="0" i="0" sz="108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p:cSld name="Layout 1">
    <p:spTree>
      <p:nvGrpSpPr>
        <p:cNvPr id="711" name="Shape 711"/>
        <p:cNvGrpSpPr/>
        <p:nvPr/>
      </p:nvGrpSpPr>
      <p:grpSpPr>
        <a:xfrm>
          <a:off x="0" y="0"/>
          <a:ext cx="0" cy="0"/>
          <a:chOff x="0" y="0"/>
          <a:chExt cx="0" cy="0"/>
        </a:xfrm>
      </p:grpSpPr>
      <p:sp>
        <p:nvSpPr>
          <p:cNvPr id="712" name="Google Shape;712;p104"/>
          <p:cNvSpPr txBox="1"/>
          <p:nvPr>
            <p:ph idx="1" type="body"/>
          </p:nvPr>
        </p:nvSpPr>
        <p:spPr>
          <a:xfrm>
            <a:off x="457201" y="1162147"/>
            <a:ext cx="8229600" cy="630900"/>
          </a:xfrm>
          <a:prstGeom prst="rect">
            <a:avLst/>
          </a:prstGeom>
          <a:noFill/>
          <a:ln>
            <a:noFill/>
          </a:ln>
        </p:spPr>
        <p:txBody>
          <a:bodyPr anchorCtr="0" anchor="t" bIns="45700" lIns="91425" spcFirstLastPara="1" rIns="91425" wrap="square" tIns="45700">
            <a:normAutofit/>
          </a:bodyPr>
          <a:lstStyle>
            <a:lvl1pPr indent="-304800" lvl="0" marL="457200" algn="l">
              <a:lnSpc>
                <a:spcPct val="100000"/>
              </a:lnSpc>
              <a:spcBef>
                <a:spcPts val="750"/>
              </a:spcBef>
              <a:spcAft>
                <a:spcPts val="0"/>
              </a:spcAft>
              <a:buClr>
                <a:schemeClr val="dk1"/>
              </a:buClr>
              <a:buSzPts val="1200"/>
              <a:buFont typeface="NTR"/>
              <a:buChar char="—"/>
              <a:defRPr sz="1200"/>
            </a:lvl1pPr>
            <a:lvl2pPr indent="-304800" lvl="1" marL="914400" algn="l">
              <a:lnSpc>
                <a:spcPct val="100000"/>
              </a:lnSpc>
              <a:spcBef>
                <a:spcPts val="375"/>
              </a:spcBef>
              <a:spcAft>
                <a:spcPts val="0"/>
              </a:spcAft>
              <a:buClr>
                <a:schemeClr val="dk1"/>
              </a:buClr>
              <a:buSzPts val="1200"/>
              <a:buFont typeface="Arial"/>
              <a:buChar char="•"/>
              <a:defRPr sz="1200"/>
            </a:lvl2pPr>
            <a:lvl3pPr indent="-304800" lvl="2" marL="1371600" algn="l">
              <a:lnSpc>
                <a:spcPct val="100000"/>
              </a:lnSpc>
              <a:spcBef>
                <a:spcPts val="375"/>
              </a:spcBef>
              <a:spcAft>
                <a:spcPts val="0"/>
              </a:spcAft>
              <a:buClr>
                <a:schemeClr val="dk1"/>
              </a:buClr>
              <a:buSzPts val="1200"/>
              <a:buFont typeface="Courier New"/>
              <a:buChar char="o"/>
              <a:defRPr sz="1200"/>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13" name="Google Shape;713;p104"/>
          <p:cNvSpPr txBox="1"/>
          <p:nvPr>
            <p:ph type="title"/>
          </p:nvPr>
        </p:nvSpPr>
        <p:spPr>
          <a:xfrm>
            <a:off x="457201" y="342902"/>
            <a:ext cx="8229600" cy="5478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300"/>
              <a:buFont typeface="Play"/>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4" name="Google Shape;714;p104"/>
          <p:cNvSpPr txBox="1"/>
          <p:nvPr>
            <p:ph idx="2" type="body"/>
          </p:nvPr>
        </p:nvSpPr>
        <p:spPr>
          <a:xfrm>
            <a:off x="457199" y="4286252"/>
            <a:ext cx="8229600" cy="12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800"/>
              <a:buNone/>
              <a:defRPr i="1" sz="800"/>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1">
  <p:cSld name="Content - One Column_V1">
    <p:spTree>
      <p:nvGrpSpPr>
        <p:cNvPr id="720" name="Shape 720"/>
        <p:cNvGrpSpPr/>
        <p:nvPr/>
      </p:nvGrpSpPr>
      <p:grpSpPr>
        <a:xfrm>
          <a:off x="0" y="0"/>
          <a:ext cx="0" cy="0"/>
          <a:chOff x="0" y="0"/>
          <a:chExt cx="0" cy="0"/>
        </a:xfrm>
      </p:grpSpPr>
      <p:sp>
        <p:nvSpPr>
          <p:cNvPr id="721" name="Google Shape;721;p106"/>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2" name="Google Shape;722;p106"/>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723" name="Google Shape;723;p106"/>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724" name="Google Shape;724;p106"/>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725" name="Google Shape;725;p10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6" name="Google Shape;726;p10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1">
  <p:cSld name="1_Content - Two Column_V1">
    <p:spTree>
      <p:nvGrpSpPr>
        <p:cNvPr id="727" name="Shape 727"/>
        <p:cNvGrpSpPr/>
        <p:nvPr/>
      </p:nvGrpSpPr>
      <p:grpSpPr>
        <a:xfrm>
          <a:off x="0" y="0"/>
          <a:ext cx="0" cy="0"/>
          <a:chOff x="0" y="0"/>
          <a:chExt cx="0" cy="0"/>
        </a:xfrm>
      </p:grpSpPr>
      <p:sp>
        <p:nvSpPr>
          <p:cNvPr id="728" name="Google Shape;728;p107"/>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9" name="Google Shape;729;p107"/>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30" name="Google Shape;730;p107"/>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731" name="Google Shape;731;p107"/>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732" name="Google Shape;732;p107"/>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733" name="Google Shape;733;p10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4" name="Google Shape;734;p10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type="title">
  <p:cSld name="TITLE">
    <p:bg>
      <p:bgPr>
        <a:solidFill>
          <a:schemeClr val="dk2"/>
        </a:solidFill>
      </p:bgPr>
    </p:bg>
    <p:spTree>
      <p:nvGrpSpPr>
        <p:cNvPr id="735" name="Shape 735"/>
        <p:cNvGrpSpPr/>
        <p:nvPr/>
      </p:nvGrpSpPr>
      <p:grpSpPr>
        <a:xfrm>
          <a:off x="0" y="0"/>
          <a:ext cx="0" cy="0"/>
          <a:chOff x="0" y="0"/>
          <a:chExt cx="0" cy="0"/>
        </a:xfrm>
      </p:grpSpPr>
      <p:sp>
        <p:nvSpPr>
          <p:cNvPr id="736" name="Google Shape;736;p108"/>
          <p:cNvSpPr txBox="1"/>
          <p:nvPr>
            <p:ph type="ctrTitle"/>
          </p:nvPr>
        </p:nvSpPr>
        <p:spPr>
          <a:xfrm>
            <a:off x="1565011" y="1646818"/>
            <a:ext cx="6543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Helvetica Neue"/>
              <a:buNone/>
              <a:defRPr b="1" sz="4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7" name="Google Shape;737;p108"/>
          <p:cNvSpPr txBox="1"/>
          <p:nvPr>
            <p:ph idx="1" type="subTitle"/>
          </p:nvPr>
        </p:nvSpPr>
        <p:spPr>
          <a:xfrm>
            <a:off x="1565009" y="2749336"/>
            <a:ext cx="51756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400"/>
              </a:spcBef>
              <a:spcAft>
                <a:spcPts val="0"/>
              </a:spcAft>
              <a:buSzPts val="2000"/>
              <a:buNone/>
              <a:defRPr sz="20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738" name="Google Shape;738;p108"/>
          <p:cNvSpPr txBox="1"/>
          <p:nvPr>
            <p:ph idx="10" type="dt"/>
          </p:nvPr>
        </p:nvSpPr>
        <p:spPr>
          <a:xfrm>
            <a:off x="1565009" y="338595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C7CCCC"/>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71.png" id="739" name="Google Shape;739;p108"/>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67.png" id="740" name="Google Shape;740;p108"/>
          <p:cNvPicPr preferRelativeResize="0"/>
          <p:nvPr/>
        </p:nvPicPr>
        <p:blipFill rotWithShape="1">
          <a:blip r:embed="rId3">
            <a:alphaModFix/>
          </a:blip>
          <a:srcRect b="0" l="0" r="0" t="0"/>
          <a:stretch/>
        </p:blipFill>
        <p:spPr>
          <a:xfrm rot="5400000">
            <a:off x="8164887" y="41964"/>
            <a:ext cx="925829" cy="1184802"/>
          </a:xfrm>
          <a:prstGeom prst="rect">
            <a:avLst/>
          </a:prstGeom>
          <a:noFill/>
          <a:ln>
            <a:noFill/>
          </a:ln>
        </p:spPr>
      </p:pic>
      <p:grpSp>
        <p:nvGrpSpPr>
          <p:cNvPr id="741" name="Google Shape;741;p108"/>
          <p:cNvGrpSpPr/>
          <p:nvPr/>
        </p:nvGrpSpPr>
        <p:grpSpPr>
          <a:xfrm>
            <a:off x="-1065849" y="2249075"/>
            <a:ext cx="2666049" cy="2928716"/>
            <a:chOff x="-1065849" y="2498972"/>
            <a:chExt cx="2666049" cy="3254129"/>
          </a:xfrm>
        </p:grpSpPr>
        <p:pic>
          <p:nvPicPr>
            <p:cNvPr descr="Artboard 66.png" id="742" name="Google Shape;742;p108"/>
            <p:cNvPicPr preferRelativeResize="0"/>
            <p:nvPr/>
          </p:nvPicPr>
          <p:blipFill rotWithShape="1">
            <a:blip r:embed="rId4">
              <a:alphaModFix/>
            </a:blip>
            <a:srcRect b="0" l="63420" r="0" t="0"/>
            <a:stretch/>
          </p:blipFill>
          <p:spPr>
            <a:xfrm rot="5400000">
              <a:off x="179657" y="4332558"/>
              <a:ext cx="1156051" cy="1685035"/>
            </a:xfrm>
            <a:prstGeom prst="rect">
              <a:avLst/>
            </a:prstGeom>
            <a:noFill/>
            <a:ln>
              <a:noFill/>
            </a:ln>
          </p:spPr>
        </p:pic>
        <p:sp>
          <p:nvSpPr>
            <p:cNvPr id="743" name="Google Shape;743;p108"/>
            <p:cNvSpPr/>
            <p:nvPr/>
          </p:nvSpPr>
          <p:spPr>
            <a:xfrm>
              <a:off x="-1065849" y="2498972"/>
              <a:ext cx="2132700" cy="21387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 Element">
  <p:cSld name="Title Slide - Shapes + Element">
    <p:spTree>
      <p:nvGrpSpPr>
        <p:cNvPr id="744" name="Shape 744"/>
        <p:cNvGrpSpPr/>
        <p:nvPr/>
      </p:nvGrpSpPr>
      <p:grpSpPr>
        <a:xfrm>
          <a:off x="0" y="0"/>
          <a:ext cx="0" cy="0"/>
          <a:chOff x="0" y="0"/>
          <a:chExt cx="0" cy="0"/>
        </a:xfrm>
      </p:grpSpPr>
      <p:pic>
        <p:nvPicPr>
          <p:cNvPr descr="Artboard 72.png" id="745" name="Google Shape;745;p109"/>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746" name="Google Shape;746;p109"/>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1B376C"/>
              </a:buClr>
              <a:buSzPts val="4000"/>
              <a:buFont typeface="Helvetica Neue"/>
              <a:buNone/>
              <a:defRPr b="1" sz="4000">
                <a:solidFill>
                  <a:srgbClr val="1B376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7" name="Google Shape;747;p109"/>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dk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748" name="Google Shape;748;p109"/>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grpSp>
        <p:nvGrpSpPr>
          <p:cNvPr id="749" name="Google Shape;749;p109"/>
          <p:cNvGrpSpPr/>
          <p:nvPr/>
        </p:nvGrpSpPr>
        <p:grpSpPr>
          <a:xfrm>
            <a:off x="4648200" y="-102869"/>
            <a:ext cx="4737314" cy="5760719"/>
            <a:chOff x="4648201" y="-114299"/>
            <a:chExt cx="4737314" cy="6400799"/>
          </a:xfrm>
        </p:grpSpPr>
        <p:sp>
          <p:nvSpPr>
            <p:cNvPr id="750" name="Google Shape;750;p109"/>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751" name="Google Shape;751;p109"/>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female photo in circle">
  <p:cSld name="Title Slide - female photo in circle">
    <p:bg>
      <p:bgPr>
        <a:solidFill>
          <a:srgbClr val="0D1F32"/>
        </a:solidFill>
      </p:bgPr>
    </p:bg>
    <p:spTree>
      <p:nvGrpSpPr>
        <p:cNvPr id="752" name="Shape 752"/>
        <p:cNvGrpSpPr/>
        <p:nvPr/>
      </p:nvGrpSpPr>
      <p:grpSpPr>
        <a:xfrm>
          <a:off x="0" y="0"/>
          <a:ext cx="0" cy="0"/>
          <a:chOff x="0" y="0"/>
          <a:chExt cx="0" cy="0"/>
        </a:xfrm>
      </p:grpSpPr>
      <p:pic>
        <p:nvPicPr>
          <p:cNvPr descr="Artboard 71.png" id="753" name="Google Shape;753;p110"/>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754" name="Google Shape;754;p110"/>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5" name="Google Shape;755;p110"/>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756" name="Google Shape;756;p110"/>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80.png" id="757" name="Google Shape;757;p110"/>
          <p:cNvPicPr preferRelativeResize="0"/>
          <p:nvPr/>
        </p:nvPicPr>
        <p:blipFill rotWithShape="1">
          <a:blip r:embed="rId3">
            <a:alphaModFix/>
          </a:blip>
          <a:srcRect b="0" l="0" r="0" t="0"/>
          <a:stretch/>
        </p:blipFill>
        <p:spPr>
          <a:xfrm>
            <a:off x="5523463" y="1131570"/>
            <a:ext cx="3601384" cy="2872670"/>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male photo in circle">
  <p:cSld name="Title Slide - male photo in circle">
    <p:bg>
      <p:bgPr>
        <a:solidFill>
          <a:srgbClr val="0D1F32"/>
        </a:solidFill>
      </p:bgPr>
    </p:bg>
    <p:spTree>
      <p:nvGrpSpPr>
        <p:cNvPr id="758" name="Shape 758"/>
        <p:cNvGrpSpPr/>
        <p:nvPr/>
      </p:nvGrpSpPr>
      <p:grpSpPr>
        <a:xfrm>
          <a:off x="0" y="0"/>
          <a:ext cx="0" cy="0"/>
          <a:chOff x="0" y="0"/>
          <a:chExt cx="0" cy="0"/>
        </a:xfrm>
      </p:grpSpPr>
      <p:pic>
        <p:nvPicPr>
          <p:cNvPr descr="Artboard 71.png" id="759" name="Google Shape;759;p111"/>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760" name="Google Shape;760;p111"/>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1" name="Google Shape;761;p111"/>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762" name="Google Shape;762;p111"/>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79.png" id="763" name="Google Shape;763;p111"/>
          <p:cNvPicPr preferRelativeResize="0"/>
          <p:nvPr/>
        </p:nvPicPr>
        <p:blipFill rotWithShape="1">
          <a:blip r:embed="rId3">
            <a:alphaModFix/>
          </a:blip>
          <a:srcRect b="0" l="0" r="0" t="0"/>
          <a:stretch/>
        </p:blipFill>
        <p:spPr>
          <a:xfrm>
            <a:off x="5813885" y="1180190"/>
            <a:ext cx="3340005" cy="2763159"/>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Light">
  <p:cSld name="Section Slide - Light">
    <p:bg>
      <p:bgPr>
        <a:solidFill>
          <a:srgbClr val="FFFFFF"/>
        </a:solidFill>
      </p:bgPr>
    </p:bg>
    <p:spTree>
      <p:nvGrpSpPr>
        <p:cNvPr id="764" name="Shape 764"/>
        <p:cNvGrpSpPr/>
        <p:nvPr/>
      </p:nvGrpSpPr>
      <p:grpSpPr>
        <a:xfrm>
          <a:off x="0" y="0"/>
          <a:ext cx="0" cy="0"/>
          <a:chOff x="0" y="0"/>
          <a:chExt cx="0" cy="0"/>
        </a:xfrm>
      </p:grpSpPr>
      <p:pic>
        <p:nvPicPr>
          <p:cNvPr descr="Artboard 72.png" id="765" name="Google Shape;765;p112"/>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766" name="Google Shape;766;p112"/>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4000"/>
              <a:buFont typeface="Helvetica Neue"/>
              <a:buNone/>
              <a:defRPr b="1" sz="4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7" name="Google Shape;767;p112"/>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dk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5.png" id="768" name="Google Shape;768;p112"/>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Dark">
  <p:cSld name="Section Slide - Dark">
    <p:bg>
      <p:bgPr>
        <a:solidFill>
          <a:srgbClr val="0D1F32"/>
        </a:solidFill>
      </p:bgPr>
    </p:bg>
    <p:spTree>
      <p:nvGrpSpPr>
        <p:cNvPr id="769" name="Shape 769"/>
        <p:cNvGrpSpPr/>
        <p:nvPr/>
      </p:nvGrpSpPr>
      <p:grpSpPr>
        <a:xfrm>
          <a:off x="0" y="0"/>
          <a:ext cx="0" cy="0"/>
          <a:chOff x="0" y="0"/>
          <a:chExt cx="0" cy="0"/>
        </a:xfrm>
      </p:grpSpPr>
      <p:sp>
        <p:nvSpPr>
          <p:cNvPr id="770" name="Google Shape;770;p113"/>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1" name="Google Shape;771;p113"/>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1.png" id="772" name="Google Shape;772;p113"/>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773" name="Google Shape;773;p113"/>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2">
  <p:cSld name="Content - One Column_V2">
    <p:spTree>
      <p:nvGrpSpPr>
        <p:cNvPr id="774" name="Shape 774"/>
        <p:cNvGrpSpPr/>
        <p:nvPr/>
      </p:nvGrpSpPr>
      <p:grpSpPr>
        <a:xfrm>
          <a:off x="0" y="0"/>
          <a:ext cx="0" cy="0"/>
          <a:chOff x="0" y="0"/>
          <a:chExt cx="0" cy="0"/>
        </a:xfrm>
      </p:grpSpPr>
      <p:sp>
        <p:nvSpPr>
          <p:cNvPr id="775" name="Google Shape;775;p114"/>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6" name="Google Shape;776;p114"/>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777" name="Google Shape;777;p11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778" name="Google Shape;778;p11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9" name="Google Shape;779;p11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780" name="Google Shape;780;p114"/>
          <p:cNvGrpSpPr/>
          <p:nvPr/>
        </p:nvGrpSpPr>
        <p:grpSpPr>
          <a:xfrm rot="10800000">
            <a:off x="7010293" y="-239987"/>
            <a:ext cx="2119001" cy="2609606"/>
            <a:chOff x="4648201" y="-114299"/>
            <a:chExt cx="4737314" cy="6400799"/>
          </a:xfrm>
        </p:grpSpPr>
        <p:sp>
          <p:nvSpPr>
            <p:cNvPr id="781" name="Google Shape;781;p114"/>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782" name="Google Shape;782;p114"/>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1">
  <p:cSld name="Content - Two Column_V1">
    <p:bg>
      <p:bgPr>
        <a:solidFill>
          <a:schemeClr val="dk2"/>
        </a:solidFill>
      </p:bgPr>
    </p:bg>
    <p:spTree>
      <p:nvGrpSpPr>
        <p:cNvPr id="783" name="Shape 783"/>
        <p:cNvGrpSpPr/>
        <p:nvPr/>
      </p:nvGrpSpPr>
      <p:grpSpPr>
        <a:xfrm>
          <a:off x="0" y="0"/>
          <a:ext cx="0" cy="0"/>
          <a:chOff x="0" y="0"/>
          <a:chExt cx="0" cy="0"/>
        </a:xfrm>
      </p:grpSpPr>
      <p:sp>
        <p:nvSpPr>
          <p:cNvPr id="784" name="Google Shape;784;p115"/>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5" name="Google Shape;785;p115"/>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6" name="Google Shape;786;p115"/>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67.png" id="787" name="Google Shape;787;p115"/>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788" name="Google Shape;788;p11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9" name="Google Shape;789;p11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790" name="Google Shape;790;p115"/>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2">
  <p:cSld name="Content - Two Column_V2">
    <p:bg>
      <p:bgPr>
        <a:solidFill>
          <a:schemeClr val="dk2"/>
        </a:solidFill>
      </p:bgPr>
    </p:bg>
    <p:spTree>
      <p:nvGrpSpPr>
        <p:cNvPr id="791" name="Shape 791"/>
        <p:cNvGrpSpPr/>
        <p:nvPr/>
      </p:nvGrpSpPr>
      <p:grpSpPr>
        <a:xfrm>
          <a:off x="0" y="0"/>
          <a:ext cx="0" cy="0"/>
          <a:chOff x="0" y="0"/>
          <a:chExt cx="0" cy="0"/>
        </a:xfrm>
      </p:grpSpPr>
      <p:sp>
        <p:nvSpPr>
          <p:cNvPr id="792" name="Google Shape;792;p116"/>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1"/>
                </a:solidFill>
              </a:defRPr>
            </a:lvl1pPr>
            <a:lvl2pPr indent="-330200" lvl="1" marL="914400" algn="l">
              <a:lnSpc>
                <a:spcPct val="100000"/>
              </a:lnSpc>
              <a:spcBef>
                <a:spcPts val="320"/>
              </a:spcBef>
              <a:spcAft>
                <a:spcPts val="0"/>
              </a:spcAft>
              <a:buSzPts val="1600"/>
              <a:buChar char="•"/>
              <a:defRPr>
                <a:solidFill>
                  <a:schemeClr val="lt1"/>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3" name="Google Shape;793;p116"/>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2"/>
                </a:solidFill>
              </a:defRPr>
            </a:lvl1pPr>
            <a:lvl2pPr indent="-330200" lvl="1" marL="914400" algn="l">
              <a:lnSpc>
                <a:spcPct val="100000"/>
              </a:lnSpc>
              <a:spcBef>
                <a:spcPts val="320"/>
              </a:spcBef>
              <a:spcAft>
                <a:spcPts val="0"/>
              </a:spcAft>
              <a:buSzPts val="1600"/>
              <a:buChar char="•"/>
              <a:defRPr>
                <a:solidFill>
                  <a:schemeClr val="lt2"/>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4" name="Google Shape;794;p116"/>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Helvetica Neue"/>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5" name="Google Shape;795;p11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6" name="Google Shape;796;p11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797" name="Google Shape;797;p116"/>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8" name="Google Shape;798;p116"/>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799" name="Google Shape;799;p116"/>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 + Subtitle">
  <p:cSld name="Content - Two Column + Subtitle">
    <p:bg>
      <p:bgPr>
        <a:solidFill>
          <a:schemeClr val="dk2"/>
        </a:solidFill>
      </p:bgPr>
    </p:bg>
    <p:spTree>
      <p:nvGrpSpPr>
        <p:cNvPr id="800" name="Shape 800"/>
        <p:cNvGrpSpPr/>
        <p:nvPr/>
      </p:nvGrpSpPr>
      <p:grpSpPr>
        <a:xfrm>
          <a:off x="0" y="0"/>
          <a:ext cx="0" cy="0"/>
          <a:chOff x="0" y="0"/>
          <a:chExt cx="0" cy="0"/>
        </a:xfrm>
      </p:grpSpPr>
      <p:sp>
        <p:nvSpPr>
          <p:cNvPr id="801" name="Google Shape;801;p117"/>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chemeClr val="dk2"/>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02" name="Google Shape;802;p117"/>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03" name="Google Shape;803;p117"/>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804" name="Google Shape;804;p117"/>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5" name="Google Shape;805;p117"/>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67.png" id="806" name="Google Shape;806;p117"/>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807" name="Google Shape;807;p11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8" name="Google Shape;808;p11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809" name="Google Shape;809;p117"/>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2">
  <p:cSld name="Content + Image/Graphic_V2">
    <p:spTree>
      <p:nvGrpSpPr>
        <p:cNvPr id="810" name="Shape 810"/>
        <p:cNvGrpSpPr/>
        <p:nvPr/>
      </p:nvGrpSpPr>
      <p:grpSpPr>
        <a:xfrm>
          <a:off x="0" y="0"/>
          <a:ext cx="0" cy="0"/>
          <a:chOff x="0" y="0"/>
          <a:chExt cx="0" cy="0"/>
        </a:xfrm>
      </p:grpSpPr>
      <p:sp>
        <p:nvSpPr>
          <p:cNvPr id="811" name="Google Shape;811;p118"/>
          <p:cNvSpPr/>
          <p:nvPr/>
        </p:nvSpPr>
        <p:spPr>
          <a:xfrm>
            <a:off x="5279456" y="-193688"/>
            <a:ext cx="3965700" cy="5394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2" name="Google Shape;812;p118"/>
          <p:cNvSpPr txBox="1"/>
          <p:nvPr/>
        </p:nvSpPr>
        <p:spPr>
          <a:xfrm>
            <a:off x="506407" y="119099"/>
            <a:ext cx="44136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813" name="Google Shape;813;p118"/>
          <p:cNvSpPr txBox="1"/>
          <p:nvPr>
            <p:ph idx="1" type="body"/>
          </p:nvPr>
        </p:nvSpPr>
        <p:spPr>
          <a:xfrm>
            <a:off x="506415" y="1255961"/>
            <a:ext cx="44136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4" name="Google Shape;814;p118"/>
          <p:cNvSpPr txBox="1"/>
          <p:nvPr>
            <p:ph idx="2" type="body"/>
          </p:nvPr>
        </p:nvSpPr>
        <p:spPr>
          <a:xfrm>
            <a:off x="5612732" y="1401241"/>
            <a:ext cx="3303900" cy="2415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1"/>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815" name="Google Shape;815;p118"/>
          <p:cNvPicPr preferRelativeResize="0"/>
          <p:nvPr/>
        </p:nvPicPr>
        <p:blipFill rotWithShape="1">
          <a:blip r:embed="rId2">
            <a:alphaModFix/>
          </a:blip>
          <a:srcRect b="0" l="0" r="0" t="0"/>
          <a:stretch/>
        </p:blipFill>
        <p:spPr>
          <a:xfrm>
            <a:off x="506407" y="4568956"/>
            <a:ext cx="426553" cy="376236"/>
          </a:xfrm>
          <a:prstGeom prst="rect">
            <a:avLst/>
          </a:prstGeom>
          <a:noFill/>
          <a:ln>
            <a:noFill/>
          </a:ln>
        </p:spPr>
      </p:pic>
      <p:pic>
        <p:nvPicPr>
          <p:cNvPr descr="Artboard 67.png" id="816" name="Google Shape;816;p118"/>
          <p:cNvPicPr preferRelativeResize="0"/>
          <p:nvPr/>
        </p:nvPicPr>
        <p:blipFill rotWithShape="1">
          <a:blip r:embed="rId3">
            <a:alphaModFix/>
          </a:blip>
          <a:srcRect b="0" l="0" r="0" t="0"/>
          <a:stretch/>
        </p:blipFill>
        <p:spPr>
          <a:xfrm>
            <a:off x="8067608" y="-68739"/>
            <a:ext cx="655818" cy="839265"/>
          </a:xfrm>
          <a:prstGeom prst="rect">
            <a:avLst/>
          </a:prstGeom>
          <a:noFill/>
          <a:ln>
            <a:noFill/>
          </a:ln>
        </p:spPr>
      </p:pic>
      <p:sp>
        <p:nvSpPr>
          <p:cNvPr id="817" name="Google Shape;817;p11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8" name="Google Shape;818;p11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1">
  <p:cSld name="Quote/Callout_V1">
    <p:spTree>
      <p:nvGrpSpPr>
        <p:cNvPr id="819" name="Shape 819"/>
        <p:cNvGrpSpPr/>
        <p:nvPr/>
      </p:nvGrpSpPr>
      <p:grpSpPr>
        <a:xfrm>
          <a:off x="0" y="0"/>
          <a:ext cx="0" cy="0"/>
          <a:chOff x="0" y="0"/>
          <a:chExt cx="0" cy="0"/>
        </a:xfrm>
      </p:grpSpPr>
      <p:sp>
        <p:nvSpPr>
          <p:cNvPr id="820" name="Google Shape;820;p119"/>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rgbClr val="1B376C"/>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821" name="Google Shape;821;p119"/>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822" name="Google Shape;822;p119"/>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823" name="Google Shape;823;p11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4" name="Google Shape;824;p11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p:cSld name="Picture ">
    <p:spTree>
      <p:nvGrpSpPr>
        <p:cNvPr id="825" name="Shape 825"/>
        <p:cNvGrpSpPr/>
        <p:nvPr/>
      </p:nvGrpSpPr>
      <p:grpSpPr>
        <a:xfrm>
          <a:off x="0" y="0"/>
          <a:ext cx="0" cy="0"/>
          <a:chOff x="0" y="0"/>
          <a:chExt cx="0" cy="0"/>
        </a:xfrm>
      </p:grpSpPr>
      <p:sp>
        <p:nvSpPr>
          <p:cNvPr id="826" name="Google Shape;826;p120"/>
          <p:cNvSpPr/>
          <p:nvPr>
            <p:ph idx="2" type="pic"/>
          </p:nvPr>
        </p:nvSpPr>
        <p:spPr>
          <a:xfrm>
            <a:off x="994663" y="459582"/>
            <a:ext cx="7072800" cy="4000500"/>
          </a:xfrm>
          <a:prstGeom prst="rect">
            <a:avLst/>
          </a:prstGeom>
          <a:noFill/>
          <a:ln>
            <a:noFill/>
          </a:ln>
        </p:spPr>
      </p:sp>
      <p:pic>
        <p:nvPicPr>
          <p:cNvPr descr="Artboard 70.png" id="827" name="Google Shape;827;p120"/>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828" name="Google Shape;828;p120"/>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829" name="Google Shape;829;p12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0" name="Google Shape;830;p12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1">
  <p:cSld name="Full Picture_V1">
    <p:spTree>
      <p:nvGrpSpPr>
        <p:cNvPr id="831" name="Shape 831"/>
        <p:cNvGrpSpPr/>
        <p:nvPr/>
      </p:nvGrpSpPr>
      <p:grpSpPr>
        <a:xfrm>
          <a:off x="0" y="0"/>
          <a:ext cx="0" cy="0"/>
          <a:chOff x="0" y="0"/>
          <a:chExt cx="0" cy="0"/>
        </a:xfrm>
      </p:grpSpPr>
      <p:sp>
        <p:nvSpPr>
          <p:cNvPr id="832" name="Google Shape;832;p121"/>
          <p:cNvSpPr/>
          <p:nvPr>
            <p:ph idx="2" type="pic"/>
          </p:nvPr>
        </p:nvSpPr>
        <p:spPr>
          <a:xfrm>
            <a:off x="-71048" y="-79930"/>
            <a:ext cx="9215100" cy="5299500"/>
          </a:xfrm>
          <a:prstGeom prst="rect">
            <a:avLst/>
          </a:prstGeom>
          <a:noFill/>
          <a:ln>
            <a:noFill/>
          </a:ln>
        </p:spPr>
      </p:sp>
      <p:pic>
        <p:nvPicPr>
          <p:cNvPr descr="Artboard 70.png" id="833" name="Google Shape;833;p12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2">
  <p:cSld name="Full Picture_V2">
    <p:spTree>
      <p:nvGrpSpPr>
        <p:cNvPr id="834" name="Shape 834"/>
        <p:cNvGrpSpPr/>
        <p:nvPr/>
      </p:nvGrpSpPr>
      <p:grpSpPr>
        <a:xfrm>
          <a:off x="0" y="0"/>
          <a:ext cx="0" cy="0"/>
          <a:chOff x="0" y="0"/>
          <a:chExt cx="0" cy="0"/>
        </a:xfrm>
      </p:grpSpPr>
      <p:sp>
        <p:nvSpPr>
          <p:cNvPr id="835" name="Google Shape;835;p122"/>
          <p:cNvSpPr/>
          <p:nvPr>
            <p:ph idx="2" type="pic"/>
          </p:nvPr>
        </p:nvSpPr>
        <p:spPr>
          <a:xfrm>
            <a:off x="-71048" y="-79930"/>
            <a:ext cx="9215100" cy="5299500"/>
          </a:xfrm>
          <a:prstGeom prst="rect">
            <a:avLst/>
          </a:prstGeom>
          <a:noFill/>
          <a:ln>
            <a:noFill/>
          </a:ln>
        </p:spPr>
      </p:sp>
      <p:pic>
        <p:nvPicPr>
          <p:cNvPr descr="Artboard 70.png" id="836" name="Google Shape;836;p122"/>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grpSp>
        <p:nvGrpSpPr>
          <p:cNvPr id="837" name="Google Shape;837;p122"/>
          <p:cNvGrpSpPr/>
          <p:nvPr/>
        </p:nvGrpSpPr>
        <p:grpSpPr>
          <a:xfrm rot="10800000">
            <a:off x="7010293" y="-239987"/>
            <a:ext cx="2119001" cy="2609606"/>
            <a:chOff x="4648201" y="-114299"/>
            <a:chExt cx="4737314" cy="6400799"/>
          </a:xfrm>
        </p:grpSpPr>
        <p:sp>
          <p:nvSpPr>
            <p:cNvPr id="838" name="Google Shape;838;p122"/>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839" name="Google Shape;839;p122"/>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3">
  <p:cSld name="Full Picture_V3">
    <p:spTree>
      <p:nvGrpSpPr>
        <p:cNvPr id="840" name="Shape 840"/>
        <p:cNvGrpSpPr/>
        <p:nvPr/>
      </p:nvGrpSpPr>
      <p:grpSpPr>
        <a:xfrm>
          <a:off x="0" y="0"/>
          <a:ext cx="0" cy="0"/>
          <a:chOff x="0" y="0"/>
          <a:chExt cx="0" cy="0"/>
        </a:xfrm>
      </p:grpSpPr>
      <p:sp>
        <p:nvSpPr>
          <p:cNvPr id="841" name="Google Shape;841;p123"/>
          <p:cNvSpPr/>
          <p:nvPr>
            <p:ph idx="2" type="pic"/>
          </p:nvPr>
        </p:nvSpPr>
        <p:spPr>
          <a:xfrm>
            <a:off x="-71048" y="-79930"/>
            <a:ext cx="9215100" cy="5299500"/>
          </a:xfrm>
          <a:prstGeom prst="rect">
            <a:avLst/>
          </a:prstGeom>
          <a:noFill/>
          <a:ln>
            <a:noFill/>
          </a:ln>
        </p:spPr>
      </p:sp>
      <p:pic>
        <p:nvPicPr>
          <p:cNvPr descr="Artboard 69.png" id="842" name="Google Shape;842;p123"/>
          <p:cNvPicPr preferRelativeResize="0"/>
          <p:nvPr/>
        </p:nvPicPr>
        <p:blipFill rotWithShape="1">
          <a:blip r:embed="rId2">
            <a:alphaModFix/>
          </a:blip>
          <a:srcRect b="0" l="0" r="0" t="0"/>
          <a:stretch/>
        </p:blipFill>
        <p:spPr>
          <a:xfrm>
            <a:off x="427722" y="4497192"/>
            <a:ext cx="575171" cy="474857"/>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2">
  <p:cSld name="Boilerplate_V2">
    <p:spTree>
      <p:nvGrpSpPr>
        <p:cNvPr id="843" name="Shape 843"/>
        <p:cNvGrpSpPr/>
        <p:nvPr/>
      </p:nvGrpSpPr>
      <p:grpSpPr>
        <a:xfrm>
          <a:off x="0" y="0"/>
          <a:ext cx="0" cy="0"/>
          <a:chOff x="0" y="0"/>
          <a:chExt cx="0" cy="0"/>
        </a:xfrm>
      </p:grpSpPr>
      <p:sp>
        <p:nvSpPr>
          <p:cNvPr id="844" name="Google Shape;844;p124"/>
          <p:cNvSpPr/>
          <p:nvPr/>
        </p:nvSpPr>
        <p:spPr>
          <a:xfrm>
            <a:off x="-150975" y="-111901"/>
            <a:ext cx="5737200" cy="5353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1.png" id="845" name="Google Shape;845;p124"/>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846" name="Google Shape;846;p124"/>
          <p:cNvSpPr txBox="1"/>
          <p:nvPr/>
        </p:nvSpPr>
        <p:spPr>
          <a:xfrm>
            <a:off x="266429" y="877761"/>
            <a:ext cx="49644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b="0" i="0" sz="1400" u="none" cap="none" strike="noStrike">
              <a:solidFill>
                <a:srgbClr val="000000"/>
              </a:solidFill>
              <a:latin typeface="Arial"/>
              <a:ea typeface="Arial"/>
              <a:cs typeface="Arial"/>
              <a:sym typeface="Arial"/>
            </a:endParaRPr>
          </a:p>
        </p:txBody>
      </p:sp>
      <p:pic>
        <p:nvPicPr>
          <p:cNvPr descr="Artboard 67.png" id="847" name="Google Shape;847;p124"/>
          <p:cNvPicPr preferRelativeResize="0"/>
          <p:nvPr/>
        </p:nvPicPr>
        <p:blipFill rotWithShape="1">
          <a:blip r:embed="rId3">
            <a:alphaModFix/>
          </a:blip>
          <a:srcRect b="0" l="0" r="0" t="0"/>
          <a:stretch/>
        </p:blipFill>
        <p:spPr>
          <a:xfrm>
            <a:off x="7737268" y="-142283"/>
            <a:ext cx="953124" cy="1219732"/>
          </a:xfrm>
          <a:prstGeom prst="rect">
            <a:avLst/>
          </a:prstGeom>
          <a:noFill/>
          <a:ln>
            <a:noFill/>
          </a:ln>
        </p:spPr>
      </p:pic>
      <p:grpSp>
        <p:nvGrpSpPr>
          <p:cNvPr id="848" name="Google Shape;848;p124"/>
          <p:cNvGrpSpPr/>
          <p:nvPr/>
        </p:nvGrpSpPr>
        <p:grpSpPr>
          <a:xfrm rot="-5400000">
            <a:off x="-809488" y="3407851"/>
            <a:ext cx="2437656" cy="3159505"/>
            <a:chOff x="-1651846" y="1660772"/>
            <a:chExt cx="3577948" cy="4173718"/>
          </a:xfrm>
        </p:grpSpPr>
        <p:pic>
          <p:nvPicPr>
            <p:cNvPr descr="Artboard 66.png" id="849" name="Google Shape;849;p124"/>
            <p:cNvPicPr preferRelativeResize="0"/>
            <p:nvPr/>
          </p:nvPicPr>
          <p:blipFill rotWithShape="1">
            <a:blip r:embed="rId4">
              <a:alphaModFix/>
            </a:blip>
            <a:srcRect b="0" l="63420" r="0" t="0"/>
            <a:stretch/>
          </p:blipFill>
          <p:spPr>
            <a:xfrm rot="5400000">
              <a:off x="104125" y="4012514"/>
              <a:ext cx="1482741" cy="2161212"/>
            </a:xfrm>
            <a:prstGeom prst="rect">
              <a:avLst/>
            </a:prstGeom>
            <a:noFill/>
            <a:ln>
              <a:noFill/>
            </a:ln>
          </p:spPr>
        </p:pic>
        <p:sp>
          <p:nvSpPr>
            <p:cNvPr id="850" name="Google Shape;850;p124"/>
            <p:cNvSpPr/>
            <p:nvPr/>
          </p:nvSpPr>
          <p:spPr>
            <a:xfrm>
              <a:off x="-1651846" y="1660772"/>
              <a:ext cx="2735400" cy="27432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1">
  <p:cSld name="Boilerplate_V1">
    <p:spTree>
      <p:nvGrpSpPr>
        <p:cNvPr id="851" name="Shape 851"/>
        <p:cNvGrpSpPr/>
        <p:nvPr/>
      </p:nvGrpSpPr>
      <p:grpSpPr>
        <a:xfrm>
          <a:off x="0" y="0"/>
          <a:ext cx="0" cy="0"/>
          <a:chOff x="0" y="0"/>
          <a:chExt cx="0" cy="0"/>
        </a:xfrm>
      </p:grpSpPr>
      <p:sp>
        <p:nvSpPr>
          <p:cNvPr id="852" name="Google Shape;852;p125"/>
          <p:cNvSpPr/>
          <p:nvPr/>
        </p:nvSpPr>
        <p:spPr>
          <a:xfrm>
            <a:off x="-150975" y="-111902"/>
            <a:ext cx="5027700" cy="5289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1.png" id="853" name="Google Shape;853;p125"/>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854" name="Google Shape;854;p125"/>
          <p:cNvSpPr txBox="1"/>
          <p:nvPr/>
        </p:nvSpPr>
        <p:spPr>
          <a:xfrm>
            <a:off x="251805" y="1224729"/>
            <a:ext cx="4320300" cy="323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b="0" i="0" sz="1400" u="none" cap="none" strike="noStrike">
              <a:solidFill>
                <a:srgbClr val="000000"/>
              </a:solidFill>
              <a:latin typeface="Arial"/>
              <a:ea typeface="Arial"/>
              <a:cs typeface="Arial"/>
              <a:sym typeface="Arial"/>
            </a:endParaRPr>
          </a:p>
        </p:txBody>
      </p:sp>
      <p:grpSp>
        <p:nvGrpSpPr>
          <p:cNvPr id="855" name="Google Shape;855;p125"/>
          <p:cNvGrpSpPr/>
          <p:nvPr/>
        </p:nvGrpSpPr>
        <p:grpSpPr>
          <a:xfrm>
            <a:off x="4572119" y="-102866"/>
            <a:ext cx="4724524" cy="5818326"/>
            <a:chOff x="4648201" y="-114299"/>
            <a:chExt cx="4737314" cy="6400799"/>
          </a:xfrm>
        </p:grpSpPr>
        <p:sp>
          <p:nvSpPr>
            <p:cNvPr id="856" name="Google Shape;856;p125"/>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857" name="Google Shape;857;p125"/>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Shapes + Element">
  <p:cSld name="1_Title Slide - Shapes + Element">
    <p:bg>
      <p:bgPr>
        <a:solidFill>
          <a:schemeClr val="dk2"/>
        </a:solidFill>
      </p:bgPr>
    </p:bg>
    <p:spTree>
      <p:nvGrpSpPr>
        <p:cNvPr id="858" name="Shape 858"/>
        <p:cNvGrpSpPr/>
        <p:nvPr/>
      </p:nvGrpSpPr>
      <p:grpSpPr>
        <a:xfrm>
          <a:off x="0" y="0"/>
          <a:ext cx="0" cy="0"/>
          <a:chOff x="0" y="0"/>
          <a:chExt cx="0" cy="0"/>
        </a:xfrm>
      </p:grpSpPr>
      <p:sp>
        <p:nvSpPr>
          <p:cNvPr id="859" name="Google Shape;859;p126"/>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2"/>
              </a:buClr>
              <a:buSzPts val="4000"/>
              <a:buFont typeface="Helvetica Neue"/>
              <a:buNone/>
              <a:defRPr b="1" sz="40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0" name="Google Shape;860;p126"/>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861" name="Google Shape;861;p126"/>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62" name="Google Shape;862;p126"/>
          <p:cNvSpPr/>
          <p:nvPr/>
        </p:nvSpPr>
        <p:spPr>
          <a:xfrm>
            <a:off x="5105400" y="0"/>
            <a:ext cx="3959700" cy="34632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63" name="Google Shape;863;p126"/>
          <p:cNvPicPr preferRelativeResize="0"/>
          <p:nvPr/>
        </p:nvPicPr>
        <p:blipFill rotWithShape="1">
          <a:blip r:embed="rId3">
            <a:alphaModFix/>
          </a:blip>
          <a:srcRect b="0" l="0" r="0" t="0"/>
          <a:stretch/>
        </p:blipFill>
        <p:spPr>
          <a:xfrm rot="-5400000">
            <a:off x="3899935" y="648410"/>
            <a:ext cx="5760718" cy="4258160"/>
          </a:xfrm>
          <a:prstGeom prst="rect">
            <a:avLst/>
          </a:prstGeom>
          <a:noFill/>
          <a:ln>
            <a:noFill/>
          </a:ln>
        </p:spPr>
      </p:pic>
      <p:pic>
        <p:nvPicPr>
          <p:cNvPr descr="Artboard 71.png" id="864" name="Google Shape;864;p126"/>
          <p:cNvPicPr preferRelativeResize="0"/>
          <p:nvPr/>
        </p:nvPicPr>
        <p:blipFill rotWithShape="1">
          <a:blip r:embed="rId4">
            <a:alphaModFix/>
          </a:blip>
          <a:srcRect b="0" l="0" r="0" t="0"/>
          <a:stretch/>
        </p:blipFill>
        <p:spPr>
          <a:xfrm>
            <a:off x="346356" y="275046"/>
            <a:ext cx="2022183" cy="461902"/>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Slide - Dark">
  <p:cSld name="1_Section Slide - Dark">
    <p:bg>
      <p:bgPr>
        <a:solidFill>
          <a:schemeClr val="dk2"/>
        </a:solidFill>
      </p:bgPr>
    </p:bg>
    <p:spTree>
      <p:nvGrpSpPr>
        <p:cNvPr id="865" name="Shape 865"/>
        <p:cNvGrpSpPr/>
        <p:nvPr/>
      </p:nvGrpSpPr>
      <p:grpSpPr>
        <a:xfrm>
          <a:off x="0" y="0"/>
          <a:ext cx="0" cy="0"/>
          <a:chOff x="0" y="0"/>
          <a:chExt cx="0" cy="0"/>
        </a:xfrm>
      </p:grpSpPr>
      <p:sp>
        <p:nvSpPr>
          <p:cNvPr id="866" name="Google Shape;866;p127"/>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7" name="Google Shape;867;p127"/>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1.png" id="868" name="Google Shape;868;p127"/>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869" name="Google Shape;869;p127"/>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2">
  <p:cSld name="1_Content - Two Column_V2">
    <p:spTree>
      <p:nvGrpSpPr>
        <p:cNvPr id="870" name="Shape 870"/>
        <p:cNvGrpSpPr/>
        <p:nvPr/>
      </p:nvGrpSpPr>
      <p:grpSpPr>
        <a:xfrm>
          <a:off x="0" y="0"/>
          <a:ext cx="0" cy="0"/>
          <a:chOff x="0" y="0"/>
          <a:chExt cx="0" cy="0"/>
        </a:xfrm>
      </p:grpSpPr>
      <p:sp>
        <p:nvSpPr>
          <p:cNvPr id="871" name="Google Shape;871;p128"/>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2" name="Google Shape;872;p128"/>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3" name="Google Shape;873;p128"/>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874" name="Google Shape;874;p128"/>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875" name="Google Shape;875;p12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6" name="Google Shape;876;p12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877" name="Google Shape;877;p128"/>
          <p:cNvGrpSpPr/>
          <p:nvPr/>
        </p:nvGrpSpPr>
        <p:grpSpPr>
          <a:xfrm rot="10800000">
            <a:off x="7010293" y="-239987"/>
            <a:ext cx="2119001" cy="2609606"/>
            <a:chOff x="4648201" y="-114299"/>
            <a:chExt cx="4737314" cy="6400799"/>
          </a:xfrm>
        </p:grpSpPr>
        <p:sp>
          <p:nvSpPr>
            <p:cNvPr id="878" name="Google Shape;878;p128"/>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879" name="Google Shape;879;p128"/>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 + Subtitle">
  <p:cSld name="1_Content - Two Column + Subtitle">
    <p:spTree>
      <p:nvGrpSpPr>
        <p:cNvPr id="880" name="Shape 880"/>
        <p:cNvGrpSpPr/>
        <p:nvPr/>
      </p:nvGrpSpPr>
      <p:grpSpPr>
        <a:xfrm>
          <a:off x="0" y="0"/>
          <a:ext cx="0" cy="0"/>
          <a:chOff x="0" y="0"/>
          <a:chExt cx="0" cy="0"/>
        </a:xfrm>
      </p:grpSpPr>
      <p:sp>
        <p:nvSpPr>
          <p:cNvPr id="881" name="Google Shape;881;p129"/>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chemeClr val="dk2"/>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82" name="Google Shape;882;p129"/>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83" name="Google Shape;883;p129"/>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Helvetica Neue"/>
              <a:buNone/>
            </a:pPr>
            <a:r>
              <a:rPr b="1" i="0" lang="en" sz="3200" u="none" cap="none" strike="noStrike">
                <a:solidFill>
                  <a:schemeClr val="dk2"/>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884" name="Google Shape;884;p129"/>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85" name="Google Shape;885;p129"/>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886" name="Google Shape;886;p129"/>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887" name="Google Shape;887;p129"/>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888" name="Google Shape;888;p12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9" name="Google Shape;889;p12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Image/Graphic_V1">
  <p:cSld name="1_Content + Image/Graphic_V1">
    <p:spTree>
      <p:nvGrpSpPr>
        <p:cNvPr id="890" name="Shape 890"/>
        <p:cNvGrpSpPr/>
        <p:nvPr/>
      </p:nvGrpSpPr>
      <p:grpSpPr>
        <a:xfrm>
          <a:off x="0" y="0"/>
          <a:ext cx="0" cy="0"/>
          <a:chOff x="0" y="0"/>
          <a:chExt cx="0" cy="0"/>
        </a:xfrm>
      </p:grpSpPr>
      <p:sp>
        <p:nvSpPr>
          <p:cNvPr id="891" name="Google Shape;891;p130"/>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92" name="Google Shape;892;p130"/>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893" name="Google Shape;893;p130"/>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4" name="Google Shape;894;p130"/>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895" name="Google Shape;895;p130"/>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896" name="Google Shape;896;p130"/>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897" name="Google Shape;897;p13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8" name="Google Shape;898;p13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hree Column">
  <p:cSld name="1_Content - Three Column">
    <p:spTree>
      <p:nvGrpSpPr>
        <p:cNvPr id="899" name="Shape 899"/>
        <p:cNvGrpSpPr/>
        <p:nvPr/>
      </p:nvGrpSpPr>
      <p:grpSpPr>
        <a:xfrm>
          <a:off x="0" y="0"/>
          <a:ext cx="0" cy="0"/>
          <a:chOff x="0" y="0"/>
          <a:chExt cx="0" cy="0"/>
        </a:xfrm>
      </p:grpSpPr>
      <p:sp>
        <p:nvSpPr>
          <p:cNvPr id="900" name="Google Shape;900;p131"/>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01" name="Google Shape;901;p131"/>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902" name="Google Shape;902;p13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903" name="Google Shape;903;p131"/>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904" name="Google Shape;904;p131"/>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05" name="Google Shape;905;p131"/>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06" name="Google Shape;906;p13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7" name="Google Shape;907;p13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2">
  <p:cSld name="1_Quote/Callout_V2">
    <p:spTree>
      <p:nvGrpSpPr>
        <p:cNvPr id="908" name="Shape 908"/>
        <p:cNvGrpSpPr/>
        <p:nvPr/>
      </p:nvGrpSpPr>
      <p:grpSpPr>
        <a:xfrm>
          <a:off x="0" y="0"/>
          <a:ext cx="0" cy="0"/>
          <a:chOff x="0" y="0"/>
          <a:chExt cx="0" cy="0"/>
        </a:xfrm>
      </p:grpSpPr>
      <p:sp>
        <p:nvSpPr>
          <p:cNvPr id="909" name="Google Shape;909;p132"/>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rgbClr val="1B376C"/>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910" name="Google Shape;910;p132"/>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911" name="Google Shape;911;p13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2" name="Google Shape;912;p13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913" name="Google Shape;913;p132"/>
          <p:cNvGrpSpPr/>
          <p:nvPr/>
        </p:nvGrpSpPr>
        <p:grpSpPr>
          <a:xfrm rot="10800000">
            <a:off x="7010293" y="-239987"/>
            <a:ext cx="2119001" cy="2609606"/>
            <a:chOff x="4648201" y="-114299"/>
            <a:chExt cx="4737314" cy="6400799"/>
          </a:xfrm>
        </p:grpSpPr>
        <p:sp>
          <p:nvSpPr>
            <p:cNvPr id="914" name="Google Shape;914;p132"/>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915" name="Google Shape;915;p132"/>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1">
  <p:cSld name="1_Content - One Column_V1">
    <p:bg>
      <p:bgPr>
        <a:solidFill>
          <a:schemeClr val="dk2"/>
        </a:solidFill>
      </p:bgPr>
    </p:bg>
    <p:spTree>
      <p:nvGrpSpPr>
        <p:cNvPr id="916" name="Shape 916"/>
        <p:cNvGrpSpPr/>
        <p:nvPr/>
      </p:nvGrpSpPr>
      <p:grpSpPr>
        <a:xfrm>
          <a:off x="0" y="0"/>
          <a:ext cx="0" cy="0"/>
          <a:chOff x="0" y="0"/>
          <a:chExt cx="0" cy="0"/>
        </a:xfrm>
      </p:grpSpPr>
      <p:sp>
        <p:nvSpPr>
          <p:cNvPr id="917" name="Google Shape;917;p133"/>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8" name="Google Shape;918;p133"/>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solidFill>
                  <a:schemeClr val="lt2"/>
                </a:solidFill>
              </a:defRPr>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67.png" id="919" name="Google Shape;919;p133"/>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920" name="Google Shape;920;p13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1" name="Google Shape;921;p13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922" name="Google Shape;922;p133"/>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2">
  <p:cSld name="1_Content - One Column_V2">
    <p:bg>
      <p:bgPr>
        <a:solidFill>
          <a:schemeClr val="dk2"/>
        </a:solidFill>
      </p:bgPr>
    </p:bg>
    <p:spTree>
      <p:nvGrpSpPr>
        <p:cNvPr id="923" name="Shape 923"/>
        <p:cNvGrpSpPr/>
        <p:nvPr/>
      </p:nvGrpSpPr>
      <p:grpSpPr>
        <a:xfrm>
          <a:off x="0" y="0"/>
          <a:ext cx="0" cy="0"/>
          <a:chOff x="0" y="0"/>
          <a:chExt cx="0" cy="0"/>
        </a:xfrm>
      </p:grpSpPr>
      <p:sp>
        <p:nvSpPr>
          <p:cNvPr id="924" name="Google Shape;924;p134"/>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5" name="Google Shape;925;p134"/>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solidFill>
                  <a:schemeClr val="lt2"/>
                </a:solidFill>
              </a:defRPr>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26" name="Google Shape;926;p13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7" name="Google Shape;927;p13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928" name="Google Shape;928;p134"/>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929" name="Google Shape;929;p134"/>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930" name="Google Shape;930;p134"/>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1">
  <p:cSld name="Content + Image/Graphic_V1">
    <p:bg>
      <p:bgPr>
        <a:solidFill>
          <a:schemeClr val="dk2"/>
        </a:solidFill>
      </p:bgPr>
    </p:bg>
    <p:spTree>
      <p:nvGrpSpPr>
        <p:cNvPr id="931" name="Shape 931"/>
        <p:cNvGrpSpPr/>
        <p:nvPr/>
      </p:nvGrpSpPr>
      <p:grpSpPr>
        <a:xfrm>
          <a:off x="0" y="0"/>
          <a:ext cx="0" cy="0"/>
          <a:chOff x="0" y="0"/>
          <a:chExt cx="0" cy="0"/>
        </a:xfrm>
      </p:grpSpPr>
      <p:sp>
        <p:nvSpPr>
          <p:cNvPr id="932" name="Google Shape;932;p135"/>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lt1"/>
              </a:buClr>
              <a:buSzPts val="1600"/>
              <a:buNone/>
              <a:defRPr b="1" sz="1600"/>
            </a:lvl6pPr>
            <a:lvl7pPr indent="-228600" lvl="6" marL="3200400" algn="l">
              <a:lnSpc>
                <a:spcPct val="100000"/>
              </a:lnSpc>
              <a:spcBef>
                <a:spcPts val="320"/>
              </a:spcBef>
              <a:spcAft>
                <a:spcPts val="0"/>
              </a:spcAft>
              <a:buClr>
                <a:schemeClr val="lt1"/>
              </a:buClr>
              <a:buSzPts val="1600"/>
              <a:buNone/>
              <a:defRPr b="1" sz="1600"/>
            </a:lvl7pPr>
            <a:lvl8pPr indent="-228600" lvl="7" marL="3657600" algn="l">
              <a:lnSpc>
                <a:spcPct val="100000"/>
              </a:lnSpc>
              <a:spcBef>
                <a:spcPts val="320"/>
              </a:spcBef>
              <a:spcAft>
                <a:spcPts val="0"/>
              </a:spcAft>
              <a:buClr>
                <a:schemeClr val="lt1"/>
              </a:buClr>
              <a:buSzPts val="1600"/>
              <a:buNone/>
              <a:defRPr b="1" sz="1600"/>
            </a:lvl8pPr>
            <a:lvl9pPr indent="-228600" lvl="8" marL="4114800" algn="l">
              <a:lnSpc>
                <a:spcPct val="100000"/>
              </a:lnSpc>
              <a:spcBef>
                <a:spcPts val="320"/>
              </a:spcBef>
              <a:spcAft>
                <a:spcPts val="0"/>
              </a:spcAft>
              <a:buClr>
                <a:schemeClr val="lt1"/>
              </a:buClr>
              <a:buSzPts val="1600"/>
              <a:buNone/>
              <a:defRPr b="1" sz="1600"/>
            </a:lvl9pPr>
          </a:lstStyle>
          <a:p/>
        </p:txBody>
      </p:sp>
      <p:sp>
        <p:nvSpPr>
          <p:cNvPr id="933" name="Google Shape;933;p135"/>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934" name="Google Shape;934;p135"/>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935" name="Google Shape;935;p135"/>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descr="Artboard 67.png" id="936" name="Google Shape;936;p135"/>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937" name="Google Shape;937;p13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8" name="Google Shape;938;p13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939" name="Google Shape;939;p135"/>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hree Column">
  <p:cSld name="Content - Three Column">
    <p:bg>
      <p:bgPr>
        <a:solidFill>
          <a:schemeClr val="dk2"/>
        </a:solidFill>
      </p:bgPr>
    </p:bg>
    <p:spTree>
      <p:nvGrpSpPr>
        <p:cNvPr id="940" name="Shape 940"/>
        <p:cNvGrpSpPr/>
        <p:nvPr/>
      </p:nvGrpSpPr>
      <p:grpSpPr>
        <a:xfrm>
          <a:off x="0" y="0"/>
          <a:ext cx="0" cy="0"/>
          <a:chOff x="0" y="0"/>
          <a:chExt cx="0" cy="0"/>
        </a:xfrm>
      </p:grpSpPr>
      <p:sp>
        <p:nvSpPr>
          <p:cNvPr id="941" name="Google Shape;941;p136"/>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942" name="Google Shape;942;p136"/>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67.png" id="943" name="Google Shape;943;p136"/>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944" name="Google Shape;944;p136"/>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945" name="Google Shape;945;p136"/>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946" name="Google Shape;946;p13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7" name="Google Shape;947;p13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948" name="Google Shape;948;p136"/>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1">
  <p:cSld name="1_Quote/Callout_V1">
    <p:bg>
      <p:bgPr>
        <a:solidFill>
          <a:schemeClr val="dk2"/>
        </a:solidFill>
      </p:bgPr>
    </p:bg>
    <p:spTree>
      <p:nvGrpSpPr>
        <p:cNvPr id="949" name="Shape 949"/>
        <p:cNvGrpSpPr/>
        <p:nvPr/>
      </p:nvGrpSpPr>
      <p:grpSpPr>
        <a:xfrm>
          <a:off x="0" y="0"/>
          <a:ext cx="0" cy="0"/>
          <a:chOff x="0" y="0"/>
          <a:chExt cx="0" cy="0"/>
        </a:xfrm>
      </p:grpSpPr>
      <p:sp>
        <p:nvSpPr>
          <p:cNvPr id="950" name="Google Shape;950;p137"/>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chemeClr val="lt2"/>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descr="Artboard 67.png" id="951" name="Google Shape;951;p137"/>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952" name="Google Shape;952;p13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3" name="Google Shape;953;p13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954" name="Google Shape;954;p137"/>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5" name="Shape 955"/>
        <p:cNvGrpSpPr/>
        <p:nvPr/>
      </p:nvGrpSpPr>
      <p:grpSpPr>
        <a:xfrm>
          <a:off x="0" y="0"/>
          <a:ext cx="0" cy="0"/>
          <a:chOff x="0" y="0"/>
          <a:chExt cx="0" cy="0"/>
        </a:xfrm>
      </p:grpSpPr>
      <p:sp>
        <p:nvSpPr>
          <p:cNvPr id="956" name="Google Shape;956;p138"/>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7" name="Google Shape;957;p13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58" name="Google Shape;958;p13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9" name="Google Shape;959;p13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0" name="Shape 960"/>
        <p:cNvGrpSpPr/>
        <p:nvPr/>
      </p:nvGrpSpPr>
      <p:grpSpPr>
        <a:xfrm>
          <a:off x="0" y="0"/>
          <a:ext cx="0" cy="0"/>
          <a:chOff x="0" y="0"/>
          <a:chExt cx="0" cy="0"/>
        </a:xfrm>
      </p:grpSpPr>
      <p:sp>
        <p:nvSpPr>
          <p:cNvPr id="961" name="Google Shape;961;p13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2" name="Google Shape;962;p13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3" name="Google Shape;963;p13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964" name="Google Shape;964;p13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5" name="Google Shape;965;p1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Icon Image 1" showMasterSp="0">
  <p:cSld name="3_Title Slide Icon Image 1">
    <p:bg>
      <p:bgPr>
        <a:solidFill>
          <a:schemeClr val="accent2"/>
        </a:solidFill>
      </p:bgPr>
    </p:bg>
    <p:spTree>
      <p:nvGrpSpPr>
        <p:cNvPr id="966" name="Shape 966"/>
        <p:cNvGrpSpPr/>
        <p:nvPr/>
      </p:nvGrpSpPr>
      <p:grpSpPr>
        <a:xfrm>
          <a:off x="0" y="0"/>
          <a:ext cx="0" cy="0"/>
          <a:chOff x="0" y="0"/>
          <a:chExt cx="0" cy="0"/>
        </a:xfrm>
      </p:grpSpPr>
      <p:pic>
        <p:nvPicPr>
          <p:cNvPr id="967" name="Google Shape;967;p140"/>
          <p:cNvPicPr preferRelativeResize="0"/>
          <p:nvPr/>
        </p:nvPicPr>
        <p:blipFill rotWithShape="1">
          <a:blip r:embed="rId2">
            <a:alphaModFix/>
          </a:blip>
          <a:srcRect b="0" l="0" r="-160" t="0"/>
          <a:stretch/>
        </p:blipFill>
        <p:spPr>
          <a:xfrm>
            <a:off x="0" y="-1"/>
            <a:ext cx="6762749" cy="4471744"/>
          </a:xfrm>
          <a:prstGeom prst="rect">
            <a:avLst/>
          </a:prstGeom>
          <a:noFill/>
          <a:ln>
            <a:noFill/>
          </a:ln>
        </p:spPr>
      </p:pic>
      <p:pic>
        <p:nvPicPr>
          <p:cNvPr id="968" name="Google Shape;968;p140"/>
          <p:cNvPicPr preferRelativeResize="0"/>
          <p:nvPr/>
        </p:nvPicPr>
        <p:blipFill rotWithShape="1">
          <a:blip r:embed="rId3">
            <a:alphaModFix/>
          </a:blip>
          <a:srcRect b="3101" l="0" r="8156" t="3781"/>
          <a:stretch/>
        </p:blipFill>
        <p:spPr>
          <a:xfrm>
            <a:off x="-1" y="-1"/>
            <a:ext cx="9144000" cy="5143501"/>
          </a:xfrm>
          <a:prstGeom prst="rect">
            <a:avLst/>
          </a:prstGeom>
          <a:noFill/>
          <a:ln>
            <a:noFill/>
          </a:ln>
        </p:spPr>
      </p:pic>
      <p:sp>
        <p:nvSpPr>
          <p:cNvPr id="969" name="Google Shape;969;p140"/>
          <p:cNvSpPr txBox="1"/>
          <p:nvPr>
            <p:ph type="ctrTitle"/>
          </p:nvPr>
        </p:nvSpPr>
        <p:spPr>
          <a:xfrm>
            <a:off x="5684520" y="1326258"/>
            <a:ext cx="3126000" cy="156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3900"/>
              <a:buFont typeface="Arial"/>
              <a:buNone/>
              <a:defRPr sz="39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0" name="Google Shape;970;p140"/>
          <p:cNvSpPr txBox="1"/>
          <p:nvPr>
            <p:ph idx="1" type="subTitle"/>
          </p:nvPr>
        </p:nvSpPr>
        <p:spPr>
          <a:xfrm>
            <a:off x="5684520" y="3158006"/>
            <a:ext cx="3126000" cy="394200"/>
          </a:xfrm>
          <a:prstGeom prst="rect">
            <a:avLst/>
          </a:prstGeom>
          <a:noFill/>
          <a:ln>
            <a:noFill/>
          </a:ln>
        </p:spPr>
        <p:txBody>
          <a:bodyPr anchorCtr="0" anchor="t" bIns="0" lIns="0" spcFirstLastPara="1" rIns="137150" wrap="square" tIns="0">
            <a:noAutofit/>
          </a:bodyPr>
          <a:lstStyle>
            <a:lvl1pPr lvl="0" algn="l">
              <a:lnSpc>
                <a:spcPct val="100000"/>
              </a:lnSpc>
              <a:spcBef>
                <a:spcPts val="0"/>
              </a:spcBef>
              <a:spcAft>
                <a:spcPts val="0"/>
              </a:spcAft>
              <a:buClr>
                <a:schemeClr val="lt1"/>
              </a:buClr>
              <a:buSzPts val="1500"/>
              <a:buNone/>
              <a:defRPr sz="1500">
                <a:solidFill>
                  <a:schemeClr val="lt1"/>
                </a:solidFill>
                <a:latin typeface="Arial"/>
                <a:ea typeface="Arial"/>
                <a:cs typeface="Arial"/>
                <a:sym typeface="Arial"/>
              </a:defRPr>
            </a:lvl1pPr>
            <a:lvl2pPr lvl="1" algn="ctr">
              <a:lnSpc>
                <a:spcPct val="100000"/>
              </a:lnSpc>
              <a:spcBef>
                <a:spcPts val="1500"/>
              </a:spcBef>
              <a:spcAft>
                <a:spcPts val="0"/>
              </a:spcAft>
              <a:buClr>
                <a:schemeClr val="dk2"/>
              </a:buClr>
              <a:buSzPts val="1500"/>
              <a:buNone/>
              <a:defRPr sz="1500"/>
            </a:lvl2pPr>
            <a:lvl3pPr lvl="2" algn="ctr">
              <a:lnSpc>
                <a:spcPct val="100000"/>
              </a:lnSpc>
              <a:spcBef>
                <a:spcPts val="1500"/>
              </a:spcBef>
              <a:spcAft>
                <a:spcPts val="0"/>
              </a:spcAft>
              <a:buClr>
                <a:schemeClr val="dk2"/>
              </a:buClr>
              <a:buSzPts val="1400"/>
              <a:buNone/>
              <a:defRPr sz="1400"/>
            </a:lvl3pPr>
            <a:lvl4pPr lvl="3" algn="ctr">
              <a:lnSpc>
                <a:spcPct val="100000"/>
              </a:lnSpc>
              <a:spcBef>
                <a:spcPts val="1500"/>
              </a:spcBef>
              <a:spcAft>
                <a:spcPts val="0"/>
              </a:spcAft>
              <a:buClr>
                <a:schemeClr val="dk2"/>
              </a:buClr>
              <a:buSzPts val="1200"/>
              <a:buNone/>
              <a:defRPr sz="1200"/>
            </a:lvl4pPr>
            <a:lvl5pPr lvl="4" algn="ctr">
              <a:lnSpc>
                <a:spcPct val="100000"/>
              </a:lnSpc>
              <a:spcBef>
                <a:spcPts val="1500"/>
              </a:spcBef>
              <a:spcAft>
                <a:spcPts val="0"/>
              </a:spcAft>
              <a:buClr>
                <a:schemeClr val="dk2"/>
              </a:buClr>
              <a:buSzPts val="1200"/>
              <a:buNone/>
              <a:defRPr sz="1200"/>
            </a:lvl5pPr>
            <a:lvl6pPr lvl="5" algn="ctr">
              <a:lnSpc>
                <a:spcPct val="100000"/>
              </a:lnSpc>
              <a:spcBef>
                <a:spcPts val="1500"/>
              </a:spcBef>
              <a:spcAft>
                <a:spcPts val="0"/>
              </a:spcAft>
              <a:buClr>
                <a:schemeClr val="dk2"/>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971" name="Google Shape;971;p140"/>
          <p:cNvSpPr txBox="1"/>
          <p:nvPr>
            <p:ph idx="2" type="body"/>
          </p:nvPr>
        </p:nvSpPr>
        <p:spPr>
          <a:xfrm>
            <a:off x="5684520" y="3712943"/>
            <a:ext cx="3005100" cy="394200"/>
          </a:xfrm>
          <a:prstGeom prst="rect">
            <a:avLst/>
          </a:prstGeom>
          <a:noFill/>
          <a:ln>
            <a:noFill/>
          </a:ln>
        </p:spPr>
        <p:txBody>
          <a:bodyPr anchorCtr="0" anchor="t" bIns="0" lIns="0" spcFirstLastPara="1" rIns="137150" wrap="square" tIns="0">
            <a:noAutofit/>
          </a:bodyPr>
          <a:lstStyle>
            <a:lvl1pPr indent="-298450" lvl="0" marL="457200" algn="l">
              <a:lnSpc>
                <a:spcPct val="100000"/>
              </a:lnSpc>
              <a:spcBef>
                <a:spcPts val="0"/>
              </a:spcBef>
              <a:spcAft>
                <a:spcPts val="0"/>
              </a:spcAft>
              <a:buClr>
                <a:schemeClr val="lt1"/>
              </a:buClr>
              <a:buSzPts val="1100"/>
              <a:buChar char="•"/>
              <a:defRPr b="0" i="0" sz="1100">
                <a:solidFill>
                  <a:schemeClr val="l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972" name="Google Shape;972;p140"/>
          <p:cNvGrpSpPr/>
          <p:nvPr/>
        </p:nvGrpSpPr>
        <p:grpSpPr>
          <a:xfrm>
            <a:off x="5694840" y="4613433"/>
            <a:ext cx="3105349" cy="210027"/>
            <a:chOff x="789563" y="525703"/>
            <a:chExt cx="3313433" cy="224100"/>
          </a:xfrm>
        </p:grpSpPr>
        <p:sp>
          <p:nvSpPr>
            <p:cNvPr id="973" name="Google Shape;973;p140"/>
            <p:cNvSpPr/>
            <p:nvPr/>
          </p:nvSpPr>
          <p:spPr>
            <a:xfrm>
              <a:off x="2705296" y="532666"/>
              <a:ext cx="1397700" cy="210300"/>
            </a:xfrm>
            <a:prstGeom prst="rect">
              <a:avLst/>
            </a:prstGeom>
            <a:solidFill>
              <a:srgbClr val="A5A5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Arial"/>
                  <a:ea typeface="Arial"/>
                  <a:cs typeface="Arial"/>
                  <a:sym typeface="Arial"/>
                </a:rPr>
                <a:t>Co-brand logo</a:t>
              </a:r>
              <a:endParaRPr b="0" i="0" sz="1100" u="none" cap="none" strike="noStrike">
                <a:solidFill>
                  <a:srgbClr val="000000"/>
                </a:solidFill>
                <a:latin typeface="Arial"/>
                <a:ea typeface="Arial"/>
                <a:cs typeface="Arial"/>
                <a:sym typeface="Arial"/>
              </a:endParaRPr>
            </a:p>
          </p:txBody>
        </p:sp>
        <p:grpSp>
          <p:nvGrpSpPr>
            <p:cNvPr id="974" name="Google Shape;974;p140"/>
            <p:cNvGrpSpPr/>
            <p:nvPr/>
          </p:nvGrpSpPr>
          <p:grpSpPr>
            <a:xfrm>
              <a:off x="789563" y="525703"/>
              <a:ext cx="1628813" cy="224100"/>
              <a:chOff x="789563" y="525703"/>
              <a:chExt cx="1628813" cy="224100"/>
            </a:xfrm>
          </p:grpSpPr>
          <p:cxnSp>
            <p:nvCxnSpPr>
              <p:cNvPr id="975" name="Google Shape;975;p140"/>
              <p:cNvCxnSpPr/>
              <p:nvPr/>
            </p:nvCxnSpPr>
            <p:spPr>
              <a:xfrm>
                <a:off x="2418376" y="525703"/>
                <a:ext cx="0" cy="224100"/>
              </a:xfrm>
              <a:prstGeom prst="straightConnector1">
                <a:avLst/>
              </a:prstGeom>
              <a:noFill/>
              <a:ln cap="flat" cmpd="sng" w="9525">
                <a:solidFill>
                  <a:schemeClr val="lt1"/>
                </a:solidFill>
                <a:prstDash val="solid"/>
                <a:miter lim="800000"/>
                <a:headEnd len="sm" w="sm" type="none"/>
                <a:tailEnd len="sm" w="sm" type="none"/>
              </a:ln>
            </p:spPr>
          </p:cxnSp>
          <p:pic>
            <p:nvPicPr>
              <p:cNvPr id="976" name="Google Shape;976;p140"/>
              <p:cNvPicPr preferRelativeResize="0"/>
              <p:nvPr/>
            </p:nvPicPr>
            <p:blipFill rotWithShape="1">
              <a:blip r:embed="rId4">
                <a:alphaModFix/>
              </a:blip>
              <a:srcRect b="0" l="0" r="0" t="0"/>
              <a:stretch/>
            </p:blipFill>
            <p:spPr>
              <a:xfrm>
                <a:off x="789563" y="532667"/>
                <a:ext cx="1397745" cy="210312"/>
              </a:xfrm>
              <a:prstGeom prst="rect">
                <a:avLst/>
              </a:prstGeom>
              <a:noFill/>
              <a:ln>
                <a:noFill/>
              </a:ln>
            </p:spPr>
          </p:pic>
        </p:gr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Up 1 ">
  <p:cSld name="Four Up 1 ">
    <p:spTree>
      <p:nvGrpSpPr>
        <p:cNvPr id="977" name="Shape 977"/>
        <p:cNvGrpSpPr/>
        <p:nvPr/>
      </p:nvGrpSpPr>
      <p:grpSpPr>
        <a:xfrm>
          <a:off x="0" y="0"/>
          <a:ext cx="0" cy="0"/>
          <a:chOff x="0" y="0"/>
          <a:chExt cx="0" cy="0"/>
        </a:xfrm>
      </p:grpSpPr>
      <p:sp>
        <p:nvSpPr>
          <p:cNvPr id="978" name="Google Shape;978;p141"/>
          <p:cNvSpPr txBox="1"/>
          <p:nvPr>
            <p:ph idx="1" type="body"/>
          </p:nvPr>
        </p:nvSpPr>
        <p:spPr>
          <a:xfrm>
            <a:off x="342900" y="4729663"/>
            <a:ext cx="7743900" cy="1998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2"/>
              </a:buClr>
              <a:buSzPts val="700"/>
              <a:buNone/>
              <a:defRPr b="0" i="0" sz="700">
                <a:latin typeface="Arial"/>
                <a:ea typeface="Arial"/>
                <a:cs typeface="Arial"/>
                <a:sym typeface="Arial"/>
              </a:defRPr>
            </a:lvl1pPr>
            <a:lvl2pPr indent="-228600" lvl="1" marL="914400" algn="l">
              <a:lnSpc>
                <a:spcPct val="100000"/>
              </a:lnSpc>
              <a:spcBef>
                <a:spcPts val="1500"/>
              </a:spcBef>
              <a:spcAft>
                <a:spcPts val="0"/>
              </a:spcAft>
              <a:buClr>
                <a:schemeClr val="dk2"/>
              </a:buClr>
              <a:buSzPts val="1100"/>
              <a:buNone/>
              <a:defRPr sz="1100"/>
            </a:lvl2pPr>
            <a:lvl3pPr indent="-228600" lvl="2" marL="1371600" algn="l">
              <a:lnSpc>
                <a:spcPct val="100000"/>
              </a:lnSpc>
              <a:spcBef>
                <a:spcPts val="1500"/>
              </a:spcBef>
              <a:spcAft>
                <a:spcPts val="0"/>
              </a:spcAft>
              <a:buClr>
                <a:schemeClr val="dk2"/>
              </a:buClr>
              <a:buSzPts val="900"/>
              <a:buNone/>
              <a:defRPr sz="900"/>
            </a:lvl3pPr>
            <a:lvl4pPr indent="-228600" lvl="3" marL="1828800" algn="l">
              <a:lnSpc>
                <a:spcPct val="100000"/>
              </a:lnSpc>
              <a:spcBef>
                <a:spcPts val="1500"/>
              </a:spcBef>
              <a:spcAft>
                <a:spcPts val="0"/>
              </a:spcAft>
              <a:buClr>
                <a:schemeClr val="dk2"/>
              </a:buClr>
              <a:buSzPts val="800"/>
              <a:buNone/>
              <a:defRPr sz="800"/>
            </a:lvl4pPr>
            <a:lvl5pPr indent="-228600" lvl="4" marL="2286000" algn="l">
              <a:lnSpc>
                <a:spcPct val="100000"/>
              </a:lnSpc>
              <a:spcBef>
                <a:spcPts val="1500"/>
              </a:spcBef>
              <a:spcAft>
                <a:spcPts val="0"/>
              </a:spcAft>
              <a:buClr>
                <a:schemeClr val="dk2"/>
              </a:buClr>
              <a:buSzPts val="800"/>
              <a:buNone/>
              <a:defRPr sz="800"/>
            </a:lvl5pPr>
            <a:lvl6pPr indent="-228600" lvl="5" marL="2743200" algn="l">
              <a:lnSpc>
                <a:spcPct val="100000"/>
              </a:lnSpc>
              <a:spcBef>
                <a:spcPts val="1500"/>
              </a:spcBef>
              <a:spcAft>
                <a:spcPts val="0"/>
              </a:spcAft>
              <a:buClr>
                <a:schemeClr val="dk2"/>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979" name="Google Shape;979;p141"/>
          <p:cNvSpPr txBox="1"/>
          <p:nvPr>
            <p:ph type="title"/>
          </p:nvPr>
        </p:nvSpPr>
        <p:spPr>
          <a:xfrm>
            <a:off x="342900" y="288036"/>
            <a:ext cx="8455800" cy="617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0" name="Google Shape;980;p141"/>
          <p:cNvSpPr txBox="1"/>
          <p:nvPr>
            <p:ph idx="2" type="body"/>
          </p:nvPr>
        </p:nvSpPr>
        <p:spPr>
          <a:xfrm>
            <a:off x="608293" y="1667303"/>
            <a:ext cx="11166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1" name="Google Shape;981;p141"/>
          <p:cNvSpPr txBox="1"/>
          <p:nvPr>
            <p:ph idx="3" type="body"/>
          </p:nvPr>
        </p:nvSpPr>
        <p:spPr>
          <a:xfrm>
            <a:off x="4897904" y="1667303"/>
            <a:ext cx="11469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2" name="Google Shape;982;p141"/>
          <p:cNvSpPr txBox="1"/>
          <p:nvPr>
            <p:ph idx="4" type="body"/>
          </p:nvPr>
        </p:nvSpPr>
        <p:spPr>
          <a:xfrm>
            <a:off x="608292" y="3257642"/>
            <a:ext cx="11469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3" name="Google Shape;983;p141"/>
          <p:cNvSpPr txBox="1"/>
          <p:nvPr>
            <p:ph idx="5" type="body"/>
          </p:nvPr>
        </p:nvSpPr>
        <p:spPr>
          <a:xfrm>
            <a:off x="4897904" y="3257642"/>
            <a:ext cx="11469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4" name="Google Shape;984;p141"/>
          <p:cNvSpPr txBox="1"/>
          <p:nvPr>
            <p:ph idx="6" type="body"/>
          </p:nvPr>
        </p:nvSpPr>
        <p:spPr>
          <a:xfrm>
            <a:off x="1724828" y="173801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5" name="Google Shape;985;p141"/>
          <p:cNvSpPr txBox="1"/>
          <p:nvPr>
            <p:ph idx="7" type="body"/>
          </p:nvPr>
        </p:nvSpPr>
        <p:spPr>
          <a:xfrm>
            <a:off x="6044316" y="173039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6" name="Google Shape;986;p141"/>
          <p:cNvSpPr txBox="1"/>
          <p:nvPr>
            <p:ph idx="8" type="body"/>
          </p:nvPr>
        </p:nvSpPr>
        <p:spPr>
          <a:xfrm>
            <a:off x="1764037" y="331042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7" name="Google Shape;987;p141"/>
          <p:cNvSpPr txBox="1"/>
          <p:nvPr>
            <p:ph idx="9" type="body"/>
          </p:nvPr>
        </p:nvSpPr>
        <p:spPr>
          <a:xfrm>
            <a:off x="6044068" y="331042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988" name="Google Shape;988;p141"/>
          <p:cNvCxnSpPr/>
          <p:nvPr/>
        </p:nvCxnSpPr>
        <p:spPr>
          <a:xfrm>
            <a:off x="4594652" y="1258058"/>
            <a:ext cx="0" cy="1403400"/>
          </a:xfrm>
          <a:prstGeom prst="straightConnector1">
            <a:avLst/>
          </a:prstGeom>
          <a:noFill/>
          <a:ln cap="flat" cmpd="sng" w="9525">
            <a:solidFill>
              <a:schemeClr val="dk1"/>
            </a:solidFill>
            <a:prstDash val="solid"/>
            <a:miter lim="800000"/>
            <a:headEnd len="sm" w="sm" type="none"/>
            <a:tailEnd len="sm" w="sm" type="none"/>
          </a:ln>
        </p:spPr>
      </p:cxnSp>
      <p:cxnSp>
        <p:nvCxnSpPr>
          <p:cNvPr id="989" name="Google Shape;989;p141"/>
          <p:cNvCxnSpPr/>
          <p:nvPr/>
        </p:nvCxnSpPr>
        <p:spPr>
          <a:xfrm>
            <a:off x="4594652" y="3011163"/>
            <a:ext cx="0" cy="1403400"/>
          </a:xfrm>
          <a:prstGeom prst="straightConnector1">
            <a:avLst/>
          </a:prstGeom>
          <a:noFill/>
          <a:ln cap="flat" cmpd="sng" w="9525">
            <a:solidFill>
              <a:schemeClr val="dk1"/>
            </a:solidFill>
            <a:prstDash val="solid"/>
            <a:miter lim="800000"/>
            <a:headEnd len="sm" w="sm" type="none"/>
            <a:tailEnd len="sm" w="sm" type="none"/>
          </a:ln>
        </p:spPr>
      </p:cxnSp>
      <p:cxnSp>
        <p:nvCxnSpPr>
          <p:cNvPr id="990" name="Google Shape;990;p141"/>
          <p:cNvCxnSpPr/>
          <p:nvPr/>
        </p:nvCxnSpPr>
        <p:spPr>
          <a:xfrm rot="10800000">
            <a:off x="362865" y="2836306"/>
            <a:ext cx="4094400" cy="0"/>
          </a:xfrm>
          <a:prstGeom prst="straightConnector1">
            <a:avLst/>
          </a:prstGeom>
          <a:noFill/>
          <a:ln cap="flat" cmpd="sng" w="9525">
            <a:solidFill>
              <a:schemeClr val="dk1"/>
            </a:solidFill>
            <a:prstDash val="solid"/>
            <a:miter lim="800000"/>
            <a:headEnd len="sm" w="sm" type="none"/>
            <a:tailEnd len="sm" w="sm" type="none"/>
          </a:ln>
        </p:spPr>
      </p:cxnSp>
      <p:cxnSp>
        <p:nvCxnSpPr>
          <p:cNvPr id="991" name="Google Shape;991;p141"/>
          <p:cNvCxnSpPr/>
          <p:nvPr/>
        </p:nvCxnSpPr>
        <p:spPr>
          <a:xfrm rot="10800000">
            <a:off x="4732003" y="2836306"/>
            <a:ext cx="4094400"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1">
  <p:cSld name="Content - One Column_V1">
    <p:spTree>
      <p:nvGrpSpPr>
        <p:cNvPr id="997" name="Shape 997"/>
        <p:cNvGrpSpPr/>
        <p:nvPr/>
      </p:nvGrpSpPr>
      <p:grpSpPr>
        <a:xfrm>
          <a:off x="0" y="0"/>
          <a:ext cx="0" cy="0"/>
          <a:chOff x="0" y="0"/>
          <a:chExt cx="0" cy="0"/>
        </a:xfrm>
      </p:grpSpPr>
      <p:sp>
        <p:nvSpPr>
          <p:cNvPr id="998" name="Google Shape;998;p143"/>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9" name="Google Shape;999;p143"/>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1000" name="Google Shape;1000;p143"/>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001" name="Google Shape;1001;p143"/>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002" name="Google Shape;1002;p14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3" name="Google Shape;1003;p14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Slide - Dark">
  <p:cSld name="1_Section Slide - Dark">
    <p:bg>
      <p:bgPr>
        <a:solidFill>
          <a:schemeClr val="dk2"/>
        </a:solidFill>
      </p:bgPr>
    </p:bg>
    <p:spTree>
      <p:nvGrpSpPr>
        <p:cNvPr id="1004" name="Shape 1004"/>
        <p:cNvGrpSpPr/>
        <p:nvPr/>
      </p:nvGrpSpPr>
      <p:grpSpPr>
        <a:xfrm>
          <a:off x="0" y="0"/>
          <a:ext cx="0" cy="0"/>
          <a:chOff x="0" y="0"/>
          <a:chExt cx="0" cy="0"/>
        </a:xfrm>
      </p:grpSpPr>
      <p:sp>
        <p:nvSpPr>
          <p:cNvPr id="1005" name="Google Shape;1005;p144"/>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6" name="Google Shape;1006;p144"/>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1.png" id="1007" name="Google Shape;1007;p144"/>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1008" name="Google Shape;1008;p144"/>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9" name="Shape 1009"/>
        <p:cNvGrpSpPr/>
        <p:nvPr/>
      </p:nvGrpSpPr>
      <p:grpSpPr>
        <a:xfrm>
          <a:off x="0" y="0"/>
          <a:ext cx="0" cy="0"/>
          <a:chOff x="0" y="0"/>
          <a:chExt cx="0" cy="0"/>
        </a:xfrm>
      </p:grpSpPr>
      <p:sp>
        <p:nvSpPr>
          <p:cNvPr id="1010" name="Google Shape;1010;p14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1" name="Google Shape;1011;p14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2" name="Google Shape;1012;p14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13" name="Google Shape;1013;p14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4" name="Google Shape;1014;p1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1">
  <p:cSld name="1_Content - Two Column_V1">
    <p:spTree>
      <p:nvGrpSpPr>
        <p:cNvPr id="1015" name="Shape 1015"/>
        <p:cNvGrpSpPr/>
        <p:nvPr/>
      </p:nvGrpSpPr>
      <p:grpSpPr>
        <a:xfrm>
          <a:off x="0" y="0"/>
          <a:ext cx="0" cy="0"/>
          <a:chOff x="0" y="0"/>
          <a:chExt cx="0" cy="0"/>
        </a:xfrm>
      </p:grpSpPr>
      <p:sp>
        <p:nvSpPr>
          <p:cNvPr id="1016" name="Google Shape;1016;p146"/>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7" name="Google Shape;1017;p146"/>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8" name="Google Shape;1018;p146"/>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1019" name="Google Shape;1019;p146"/>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020" name="Google Shape;1020;p146"/>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021" name="Google Shape;1021;p14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2" name="Google Shape;1022;p14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ine/Agenda">
  <p:cSld name="Outline/Agenda">
    <p:spTree>
      <p:nvGrpSpPr>
        <p:cNvPr id="1023" name="Shape 1023"/>
        <p:cNvGrpSpPr/>
        <p:nvPr/>
      </p:nvGrpSpPr>
      <p:grpSpPr>
        <a:xfrm>
          <a:off x="0" y="0"/>
          <a:ext cx="0" cy="0"/>
          <a:chOff x="0" y="0"/>
          <a:chExt cx="0" cy="0"/>
        </a:xfrm>
      </p:grpSpPr>
      <p:sp>
        <p:nvSpPr>
          <p:cNvPr id="1024" name="Google Shape;1024;p14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5" name="Google Shape;1025;p14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descr="Artboard 70.png" id="1026" name="Google Shape;1026;p147"/>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027" name="Google Shape;1027;p147"/>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8" name="Google Shape;1028;p147"/>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SzPts val="2400"/>
              <a:buFont typeface="Arial"/>
              <a:buChar char="•"/>
              <a:defRPr sz="24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67.png" id="1029" name="Google Shape;1029;p147"/>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2">
  <p:cSld name="Boilerplate_V2">
    <p:spTree>
      <p:nvGrpSpPr>
        <p:cNvPr id="1030" name="Shape 1030"/>
        <p:cNvGrpSpPr/>
        <p:nvPr/>
      </p:nvGrpSpPr>
      <p:grpSpPr>
        <a:xfrm>
          <a:off x="0" y="0"/>
          <a:ext cx="0" cy="0"/>
          <a:chOff x="0" y="0"/>
          <a:chExt cx="0" cy="0"/>
        </a:xfrm>
      </p:grpSpPr>
      <p:sp>
        <p:nvSpPr>
          <p:cNvPr id="1031" name="Google Shape;1031;p148"/>
          <p:cNvSpPr/>
          <p:nvPr/>
        </p:nvSpPr>
        <p:spPr>
          <a:xfrm>
            <a:off x="-150975" y="-111901"/>
            <a:ext cx="5737200" cy="5353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1.png" id="1032" name="Google Shape;1032;p148"/>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1033" name="Google Shape;1033;p148"/>
          <p:cNvSpPr txBox="1"/>
          <p:nvPr/>
        </p:nvSpPr>
        <p:spPr>
          <a:xfrm>
            <a:off x="266429" y="877761"/>
            <a:ext cx="49644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b="0" i="0" sz="1400" u="none" cap="none" strike="noStrike">
              <a:solidFill>
                <a:srgbClr val="000000"/>
              </a:solidFill>
              <a:latin typeface="Arial"/>
              <a:ea typeface="Arial"/>
              <a:cs typeface="Arial"/>
              <a:sym typeface="Arial"/>
            </a:endParaRPr>
          </a:p>
        </p:txBody>
      </p:sp>
      <p:pic>
        <p:nvPicPr>
          <p:cNvPr descr="Artboard 67.png" id="1034" name="Google Shape;1034;p148"/>
          <p:cNvPicPr preferRelativeResize="0"/>
          <p:nvPr/>
        </p:nvPicPr>
        <p:blipFill rotWithShape="1">
          <a:blip r:embed="rId3">
            <a:alphaModFix/>
          </a:blip>
          <a:srcRect b="0" l="0" r="0" t="0"/>
          <a:stretch/>
        </p:blipFill>
        <p:spPr>
          <a:xfrm>
            <a:off x="7737268" y="-142283"/>
            <a:ext cx="953124" cy="1219732"/>
          </a:xfrm>
          <a:prstGeom prst="rect">
            <a:avLst/>
          </a:prstGeom>
          <a:noFill/>
          <a:ln>
            <a:noFill/>
          </a:ln>
        </p:spPr>
      </p:pic>
      <p:grpSp>
        <p:nvGrpSpPr>
          <p:cNvPr id="1035" name="Google Shape;1035;p148"/>
          <p:cNvGrpSpPr/>
          <p:nvPr/>
        </p:nvGrpSpPr>
        <p:grpSpPr>
          <a:xfrm rot="-5400000">
            <a:off x="-809488" y="3407851"/>
            <a:ext cx="2437656" cy="3159505"/>
            <a:chOff x="-1651846" y="1660772"/>
            <a:chExt cx="3577948" cy="4173718"/>
          </a:xfrm>
        </p:grpSpPr>
        <p:pic>
          <p:nvPicPr>
            <p:cNvPr descr="Artboard 66.png" id="1036" name="Google Shape;1036;p148"/>
            <p:cNvPicPr preferRelativeResize="0"/>
            <p:nvPr/>
          </p:nvPicPr>
          <p:blipFill rotWithShape="1">
            <a:blip r:embed="rId4">
              <a:alphaModFix/>
            </a:blip>
            <a:srcRect b="0" l="63420" r="0" t="0"/>
            <a:stretch/>
          </p:blipFill>
          <p:spPr>
            <a:xfrm rot="5400000">
              <a:off x="104125" y="4012514"/>
              <a:ext cx="1482741" cy="2161212"/>
            </a:xfrm>
            <a:prstGeom prst="rect">
              <a:avLst/>
            </a:prstGeom>
            <a:noFill/>
            <a:ln>
              <a:noFill/>
            </a:ln>
          </p:spPr>
        </p:pic>
        <p:sp>
          <p:nvSpPr>
            <p:cNvPr id="1037" name="Google Shape;1037;p148"/>
            <p:cNvSpPr/>
            <p:nvPr/>
          </p:nvSpPr>
          <p:spPr>
            <a:xfrm>
              <a:off x="-1651846" y="1660772"/>
              <a:ext cx="2735400" cy="27432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type="title">
  <p:cSld name="TITLE">
    <p:bg>
      <p:bgPr>
        <a:solidFill>
          <a:schemeClr val="dk2"/>
        </a:solidFill>
      </p:bgPr>
    </p:bg>
    <p:spTree>
      <p:nvGrpSpPr>
        <p:cNvPr id="1038" name="Shape 1038"/>
        <p:cNvGrpSpPr/>
        <p:nvPr/>
      </p:nvGrpSpPr>
      <p:grpSpPr>
        <a:xfrm>
          <a:off x="0" y="0"/>
          <a:ext cx="0" cy="0"/>
          <a:chOff x="0" y="0"/>
          <a:chExt cx="0" cy="0"/>
        </a:xfrm>
      </p:grpSpPr>
      <p:sp>
        <p:nvSpPr>
          <p:cNvPr id="1039" name="Google Shape;1039;p149"/>
          <p:cNvSpPr txBox="1"/>
          <p:nvPr>
            <p:ph type="ctrTitle"/>
          </p:nvPr>
        </p:nvSpPr>
        <p:spPr>
          <a:xfrm>
            <a:off x="1565011" y="1646818"/>
            <a:ext cx="6543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Helvetica Neue"/>
              <a:buNone/>
              <a:defRPr b="1" sz="4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0" name="Google Shape;1040;p149"/>
          <p:cNvSpPr txBox="1"/>
          <p:nvPr>
            <p:ph idx="1" type="subTitle"/>
          </p:nvPr>
        </p:nvSpPr>
        <p:spPr>
          <a:xfrm>
            <a:off x="1565009" y="2749336"/>
            <a:ext cx="51756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400"/>
              </a:spcBef>
              <a:spcAft>
                <a:spcPts val="0"/>
              </a:spcAft>
              <a:buSzPts val="2000"/>
              <a:buNone/>
              <a:defRPr sz="20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1041" name="Google Shape;1041;p149"/>
          <p:cNvSpPr txBox="1"/>
          <p:nvPr>
            <p:ph idx="10" type="dt"/>
          </p:nvPr>
        </p:nvSpPr>
        <p:spPr>
          <a:xfrm>
            <a:off x="1565009" y="338595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C7CCCC"/>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71.png" id="1042" name="Google Shape;1042;p149"/>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67.png" id="1043" name="Google Shape;1043;p149"/>
          <p:cNvPicPr preferRelativeResize="0"/>
          <p:nvPr/>
        </p:nvPicPr>
        <p:blipFill rotWithShape="1">
          <a:blip r:embed="rId3">
            <a:alphaModFix/>
          </a:blip>
          <a:srcRect b="0" l="0" r="0" t="0"/>
          <a:stretch/>
        </p:blipFill>
        <p:spPr>
          <a:xfrm rot="5400000">
            <a:off x="8164887" y="41964"/>
            <a:ext cx="925829" cy="1184802"/>
          </a:xfrm>
          <a:prstGeom prst="rect">
            <a:avLst/>
          </a:prstGeom>
          <a:noFill/>
          <a:ln>
            <a:noFill/>
          </a:ln>
        </p:spPr>
      </p:pic>
      <p:grpSp>
        <p:nvGrpSpPr>
          <p:cNvPr id="1044" name="Google Shape;1044;p149"/>
          <p:cNvGrpSpPr/>
          <p:nvPr/>
        </p:nvGrpSpPr>
        <p:grpSpPr>
          <a:xfrm>
            <a:off x="-1065849" y="2249075"/>
            <a:ext cx="2666049" cy="2928716"/>
            <a:chOff x="-1065849" y="2498972"/>
            <a:chExt cx="2666049" cy="3254129"/>
          </a:xfrm>
        </p:grpSpPr>
        <p:pic>
          <p:nvPicPr>
            <p:cNvPr descr="Artboard 66.png" id="1045" name="Google Shape;1045;p149"/>
            <p:cNvPicPr preferRelativeResize="0"/>
            <p:nvPr/>
          </p:nvPicPr>
          <p:blipFill rotWithShape="1">
            <a:blip r:embed="rId4">
              <a:alphaModFix/>
            </a:blip>
            <a:srcRect b="0" l="63420" r="0" t="0"/>
            <a:stretch/>
          </p:blipFill>
          <p:spPr>
            <a:xfrm rot="5400000">
              <a:off x="179657" y="4332558"/>
              <a:ext cx="1156051" cy="1685035"/>
            </a:xfrm>
            <a:prstGeom prst="rect">
              <a:avLst/>
            </a:prstGeom>
            <a:noFill/>
            <a:ln>
              <a:noFill/>
            </a:ln>
          </p:spPr>
        </p:pic>
        <p:sp>
          <p:nvSpPr>
            <p:cNvPr id="1046" name="Google Shape;1046;p149"/>
            <p:cNvSpPr/>
            <p:nvPr/>
          </p:nvSpPr>
          <p:spPr>
            <a:xfrm>
              <a:off x="-1065849" y="2498972"/>
              <a:ext cx="2132700" cy="21387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 Element">
  <p:cSld name="Title Slide - Shapes + Element">
    <p:spTree>
      <p:nvGrpSpPr>
        <p:cNvPr id="1047" name="Shape 1047"/>
        <p:cNvGrpSpPr/>
        <p:nvPr/>
      </p:nvGrpSpPr>
      <p:grpSpPr>
        <a:xfrm>
          <a:off x="0" y="0"/>
          <a:ext cx="0" cy="0"/>
          <a:chOff x="0" y="0"/>
          <a:chExt cx="0" cy="0"/>
        </a:xfrm>
      </p:grpSpPr>
      <p:pic>
        <p:nvPicPr>
          <p:cNvPr descr="Artboard 72.png" id="1048" name="Google Shape;1048;p150"/>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1049" name="Google Shape;1049;p150"/>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1B376C"/>
              </a:buClr>
              <a:buSzPts val="4000"/>
              <a:buFont typeface="Helvetica Neue"/>
              <a:buNone/>
              <a:defRPr b="1" sz="4000">
                <a:solidFill>
                  <a:srgbClr val="1B376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0" name="Google Shape;1050;p150"/>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dk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1051" name="Google Shape;1051;p150"/>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grpSp>
        <p:nvGrpSpPr>
          <p:cNvPr id="1052" name="Google Shape;1052;p150"/>
          <p:cNvGrpSpPr/>
          <p:nvPr/>
        </p:nvGrpSpPr>
        <p:grpSpPr>
          <a:xfrm>
            <a:off x="4648200" y="-102869"/>
            <a:ext cx="4737314" cy="5760719"/>
            <a:chOff x="4648201" y="-114299"/>
            <a:chExt cx="4737314" cy="6400799"/>
          </a:xfrm>
        </p:grpSpPr>
        <p:sp>
          <p:nvSpPr>
            <p:cNvPr id="1053" name="Google Shape;1053;p150"/>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1054" name="Google Shape;1054;p150"/>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female photo in circle">
  <p:cSld name="Title Slide - female photo in circle">
    <p:bg>
      <p:bgPr>
        <a:solidFill>
          <a:srgbClr val="0D1F32"/>
        </a:solidFill>
      </p:bgPr>
    </p:bg>
    <p:spTree>
      <p:nvGrpSpPr>
        <p:cNvPr id="1055" name="Shape 1055"/>
        <p:cNvGrpSpPr/>
        <p:nvPr/>
      </p:nvGrpSpPr>
      <p:grpSpPr>
        <a:xfrm>
          <a:off x="0" y="0"/>
          <a:ext cx="0" cy="0"/>
          <a:chOff x="0" y="0"/>
          <a:chExt cx="0" cy="0"/>
        </a:xfrm>
      </p:grpSpPr>
      <p:pic>
        <p:nvPicPr>
          <p:cNvPr descr="Artboard 71.png" id="1056" name="Google Shape;1056;p151"/>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1057" name="Google Shape;1057;p151"/>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8" name="Google Shape;1058;p151"/>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1059" name="Google Shape;1059;p151"/>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80.png" id="1060" name="Google Shape;1060;p151"/>
          <p:cNvPicPr preferRelativeResize="0"/>
          <p:nvPr/>
        </p:nvPicPr>
        <p:blipFill rotWithShape="1">
          <a:blip r:embed="rId3">
            <a:alphaModFix/>
          </a:blip>
          <a:srcRect b="0" l="0" r="0" t="0"/>
          <a:stretch/>
        </p:blipFill>
        <p:spPr>
          <a:xfrm>
            <a:off x="5523463" y="1131570"/>
            <a:ext cx="3601384" cy="2872670"/>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male photo in circle">
  <p:cSld name="Title Slide - male photo in circle">
    <p:bg>
      <p:bgPr>
        <a:solidFill>
          <a:srgbClr val="0D1F32"/>
        </a:solidFill>
      </p:bgPr>
    </p:bg>
    <p:spTree>
      <p:nvGrpSpPr>
        <p:cNvPr id="1061" name="Shape 1061"/>
        <p:cNvGrpSpPr/>
        <p:nvPr/>
      </p:nvGrpSpPr>
      <p:grpSpPr>
        <a:xfrm>
          <a:off x="0" y="0"/>
          <a:ext cx="0" cy="0"/>
          <a:chOff x="0" y="0"/>
          <a:chExt cx="0" cy="0"/>
        </a:xfrm>
      </p:grpSpPr>
      <p:pic>
        <p:nvPicPr>
          <p:cNvPr descr="Artboard 71.png" id="1062" name="Google Shape;1062;p152"/>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1063" name="Google Shape;1063;p152"/>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Helvetica Neue"/>
              <a:buNone/>
              <a:defRPr b="1" sz="4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4" name="Google Shape;1064;p152"/>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1065" name="Google Shape;1065;p152"/>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909A9A"/>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pic>
        <p:nvPicPr>
          <p:cNvPr descr="Artboard 79.png" id="1066" name="Google Shape;1066;p152"/>
          <p:cNvPicPr preferRelativeResize="0"/>
          <p:nvPr/>
        </p:nvPicPr>
        <p:blipFill rotWithShape="1">
          <a:blip r:embed="rId3">
            <a:alphaModFix/>
          </a:blip>
          <a:srcRect b="0" l="0" r="0" t="0"/>
          <a:stretch/>
        </p:blipFill>
        <p:spPr>
          <a:xfrm>
            <a:off x="5813885" y="1180190"/>
            <a:ext cx="3340005" cy="2763159"/>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Light">
  <p:cSld name="Section Slide - Light">
    <p:bg>
      <p:bgPr>
        <a:solidFill>
          <a:srgbClr val="FFFFFF"/>
        </a:solidFill>
      </p:bgPr>
    </p:bg>
    <p:spTree>
      <p:nvGrpSpPr>
        <p:cNvPr id="1067" name="Shape 1067"/>
        <p:cNvGrpSpPr/>
        <p:nvPr/>
      </p:nvGrpSpPr>
      <p:grpSpPr>
        <a:xfrm>
          <a:off x="0" y="0"/>
          <a:ext cx="0" cy="0"/>
          <a:chOff x="0" y="0"/>
          <a:chExt cx="0" cy="0"/>
        </a:xfrm>
      </p:grpSpPr>
      <p:pic>
        <p:nvPicPr>
          <p:cNvPr descr="Artboard 72.png" id="1068" name="Google Shape;1068;p153"/>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1069" name="Google Shape;1069;p153"/>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4000"/>
              <a:buFont typeface="Helvetica Neue"/>
              <a:buNone/>
              <a:defRPr b="1" sz="4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0" name="Google Shape;1070;p153"/>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dk1"/>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pic>
        <p:nvPicPr>
          <p:cNvPr descr="Artboard 75.png" id="1071" name="Google Shape;1071;p153"/>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2">
  <p:cSld name="Content - One Column_V2">
    <p:spTree>
      <p:nvGrpSpPr>
        <p:cNvPr id="1072" name="Shape 1072"/>
        <p:cNvGrpSpPr/>
        <p:nvPr/>
      </p:nvGrpSpPr>
      <p:grpSpPr>
        <a:xfrm>
          <a:off x="0" y="0"/>
          <a:ext cx="0" cy="0"/>
          <a:chOff x="0" y="0"/>
          <a:chExt cx="0" cy="0"/>
        </a:xfrm>
      </p:grpSpPr>
      <p:sp>
        <p:nvSpPr>
          <p:cNvPr id="1073" name="Google Shape;1073;p154"/>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4" name="Google Shape;1074;p154"/>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1075" name="Google Shape;1075;p15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076" name="Google Shape;1076;p15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7" name="Google Shape;1077;p15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1078" name="Google Shape;1078;p154"/>
          <p:cNvGrpSpPr/>
          <p:nvPr/>
        </p:nvGrpSpPr>
        <p:grpSpPr>
          <a:xfrm rot="10800000">
            <a:off x="7010293" y="-239987"/>
            <a:ext cx="2119001" cy="2609606"/>
            <a:chOff x="4648201" y="-114299"/>
            <a:chExt cx="4737314" cy="6400799"/>
          </a:xfrm>
        </p:grpSpPr>
        <p:sp>
          <p:nvSpPr>
            <p:cNvPr id="1079" name="Google Shape;1079;p154"/>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1080" name="Google Shape;1080;p154"/>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1">
  <p:cSld name="Content - Two Column_V1">
    <p:bg>
      <p:bgPr>
        <a:solidFill>
          <a:schemeClr val="dk2"/>
        </a:solidFill>
      </p:bgPr>
    </p:bg>
    <p:spTree>
      <p:nvGrpSpPr>
        <p:cNvPr id="1081" name="Shape 1081"/>
        <p:cNvGrpSpPr/>
        <p:nvPr/>
      </p:nvGrpSpPr>
      <p:grpSpPr>
        <a:xfrm>
          <a:off x="0" y="0"/>
          <a:ext cx="0" cy="0"/>
          <a:chOff x="0" y="0"/>
          <a:chExt cx="0" cy="0"/>
        </a:xfrm>
      </p:grpSpPr>
      <p:sp>
        <p:nvSpPr>
          <p:cNvPr id="1082" name="Google Shape;1082;p155"/>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83" name="Google Shape;1083;p155"/>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84" name="Google Shape;1084;p155"/>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67.png" id="1085" name="Google Shape;1085;p155"/>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086" name="Google Shape;1086;p15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7" name="Google Shape;1087;p15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088" name="Google Shape;1088;p155"/>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2">
  <p:cSld name="Content - Two Column_V2">
    <p:bg>
      <p:bgPr>
        <a:solidFill>
          <a:schemeClr val="dk2"/>
        </a:solidFill>
      </p:bgPr>
    </p:bg>
    <p:spTree>
      <p:nvGrpSpPr>
        <p:cNvPr id="1089" name="Shape 1089"/>
        <p:cNvGrpSpPr/>
        <p:nvPr/>
      </p:nvGrpSpPr>
      <p:grpSpPr>
        <a:xfrm>
          <a:off x="0" y="0"/>
          <a:ext cx="0" cy="0"/>
          <a:chOff x="0" y="0"/>
          <a:chExt cx="0" cy="0"/>
        </a:xfrm>
      </p:grpSpPr>
      <p:sp>
        <p:nvSpPr>
          <p:cNvPr id="1090" name="Google Shape;1090;p156"/>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1"/>
                </a:solidFill>
              </a:defRPr>
            </a:lvl1pPr>
            <a:lvl2pPr indent="-330200" lvl="1" marL="914400" algn="l">
              <a:lnSpc>
                <a:spcPct val="100000"/>
              </a:lnSpc>
              <a:spcBef>
                <a:spcPts val="320"/>
              </a:spcBef>
              <a:spcAft>
                <a:spcPts val="0"/>
              </a:spcAft>
              <a:buSzPts val="1600"/>
              <a:buChar char="•"/>
              <a:defRPr>
                <a:solidFill>
                  <a:schemeClr val="lt1"/>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1" name="Google Shape;1091;p156"/>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2"/>
                </a:solidFill>
              </a:defRPr>
            </a:lvl1pPr>
            <a:lvl2pPr indent="-330200" lvl="1" marL="914400" algn="l">
              <a:lnSpc>
                <a:spcPct val="100000"/>
              </a:lnSpc>
              <a:spcBef>
                <a:spcPts val="320"/>
              </a:spcBef>
              <a:spcAft>
                <a:spcPts val="0"/>
              </a:spcAft>
              <a:buSzPts val="1600"/>
              <a:buChar char="•"/>
              <a:defRPr>
                <a:solidFill>
                  <a:schemeClr val="lt2"/>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2" name="Google Shape;1092;p156"/>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Helvetica Neue"/>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3" name="Google Shape;1093;p15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4" name="Google Shape;1094;p15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1095" name="Google Shape;1095;p156"/>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96" name="Google Shape;1096;p156"/>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1097" name="Google Shape;1097;p156"/>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 + Subtitle">
  <p:cSld name="Content - Two Column + Subtitle">
    <p:bg>
      <p:bgPr>
        <a:solidFill>
          <a:schemeClr val="dk2"/>
        </a:solidFill>
      </p:bgPr>
    </p:bg>
    <p:spTree>
      <p:nvGrpSpPr>
        <p:cNvPr id="1098" name="Shape 1098"/>
        <p:cNvGrpSpPr/>
        <p:nvPr/>
      </p:nvGrpSpPr>
      <p:grpSpPr>
        <a:xfrm>
          <a:off x="0" y="0"/>
          <a:ext cx="0" cy="0"/>
          <a:chOff x="0" y="0"/>
          <a:chExt cx="0" cy="0"/>
        </a:xfrm>
      </p:grpSpPr>
      <p:sp>
        <p:nvSpPr>
          <p:cNvPr id="1099" name="Google Shape;1099;p157"/>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chemeClr val="dk2"/>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00" name="Google Shape;1100;p157"/>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01" name="Google Shape;1101;p157"/>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1102" name="Google Shape;1102;p157"/>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03" name="Google Shape;1103;p157"/>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rgbClr val="FFFFFF"/>
                </a:solidFill>
              </a:defRPr>
            </a:lvl1pPr>
            <a:lvl2pPr indent="-330200" lvl="1" marL="914400" algn="l">
              <a:lnSpc>
                <a:spcPct val="100000"/>
              </a:lnSpc>
              <a:spcBef>
                <a:spcPts val="320"/>
              </a:spcBef>
              <a:spcAft>
                <a:spcPts val="0"/>
              </a:spcAft>
              <a:buSzPts val="1600"/>
              <a:buChar char="•"/>
              <a:defRPr>
                <a:solidFill>
                  <a:srgbClr val="FFFFFF"/>
                </a:solidFill>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67.png" id="1104" name="Google Shape;1104;p157"/>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105" name="Google Shape;1105;p15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6" name="Google Shape;1106;p15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107" name="Google Shape;1107;p157"/>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2">
  <p:cSld name="Content + Image/Graphic_V2">
    <p:spTree>
      <p:nvGrpSpPr>
        <p:cNvPr id="1108" name="Shape 1108"/>
        <p:cNvGrpSpPr/>
        <p:nvPr/>
      </p:nvGrpSpPr>
      <p:grpSpPr>
        <a:xfrm>
          <a:off x="0" y="0"/>
          <a:ext cx="0" cy="0"/>
          <a:chOff x="0" y="0"/>
          <a:chExt cx="0" cy="0"/>
        </a:xfrm>
      </p:grpSpPr>
      <p:sp>
        <p:nvSpPr>
          <p:cNvPr id="1109" name="Google Shape;1109;p158"/>
          <p:cNvSpPr/>
          <p:nvPr/>
        </p:nvSpPr>
        <p:spPr>
          <a:xfrm>
            <a:off x="5279456" y="-193688"/>
            <a:ext cx="3965700" cy="5394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0" name="Google Shape;1110;p158"/>
          <p:cNvSpPr txBox="1"/>
          <p:nvPr/>
        </p:nvSpPr>
        <p:spPr>
          <a:xfrm>
            <a:off x="506407" y="119099"/>
            <a:ext cx="44136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1111" name="Google Shape;1111;p158"/>
          <p:cNvSpPr txBox="1"/>
          <p:nvPr>
            <p:ph idx="1" type="body"/>
          </p:nvPr>
        </p:nvSpPr>
        <p:spPr>
          <a:xfrm>
            <a:off x="506415" y="1255961"/>
            <a:ext cx="44136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12" name="Google Shape;1112;p158"/>
          <p:cNvSpPr txBox="1"/>
          <p:nvPr>
            <p:ph idx="2" type="body"/>
          </p:nvPr>
        </p:nvSpPr>
        <p:spPr>
          <a:xfrm>
            <a:off x="5612732" y="1401241"/>
            <a:ext cx="3303900" cy="2415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solidFill>
                  <a:schemeClr val="lt1"/>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1113" name="Google Shape;1113;p158"/>
          <p:cNvPicPr preferRelativeResize="0"/>
          <p:nvPr/>
        </p:nvPicPr>
        <p:blipFill rotWithShape="1">
          <a:blip r:embed="rId2">
            <a:alphaModFix/>
          </a:blip>
          <a:srcRect b="0" l="0" r="0" t="0"/>
          <a:stretch/>
        </p:blipFill>
        <p:spPr>
          <a:xfrm>
            <a:off x="506407" y="4568956"/>
            <a:ext cx="426553" cy="376236"/>
          </a:xfrm>
          <a:prstGeom prst="rect">
            <a:avLst/>
          </a:prstGeom>
          <a:noFill/>
          <a:ln>
            <a:noFill/>
          </a:ln>
        </p:spPr>
      </p:pic>
      <p:pic>
        <p:nvPicPr>
          <p:cNvPr descr="Artboard 67.png" id="1114" name="Google Shape;1114;p158"/>
          <p:cNvPicPr preferRelativeResize="0"/>
          <p:nvPr/>
        </p:nvPicPr>
        <p:blipFill rotWithShape="1">
          <a:blip r:embed="rId3">
            <a:alphaModFix/>
          </a:blip>
          <a:srcRect b="0" l="0" r="0" t="0"/>
          <a:stretch/>
        </p:blipFill>
        <p:spPr>
          <a:xfrm>
            <a:off x="8067608" y="-68739"/>
            <a:ext cx="655818" cy="839265"/>
          </a:xfrm>
          <a:prstGeom prst="rect">
            <a:avLst/>
          </a:prstGeom>
          <a:noFill/>
          <a:ln>
            <a:noFill/>
          </a:ln>
        </p:spPr>
      </p:pic>
      <p:sp>
        <p:nvSpPr>
          <p:cNvPr id="1115" name="Google Shape;1115;p15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6" name="Google Shape;1116;p15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1">
  <p:cSld name="Quote/Callout_V1">
    <p:spTree>
      <p:nvGrpSpPr>
        <p:cNvPr id="1117" name="Shape 1117"/>
        <p:cNvGrpSpPr/>
        <p:nvPr/>
      </p:nvGrpSpPr>
      <p:grpSpPr>
        <a:xfrm>
          <a:off x="0" y="0"/>
          <a:ext cx="0" cy="0"/>
          <a:chOff x="0" y="0"/>
          <a:chExt cx="0" cy="0"/>
        </a:xfrm>
      </p:grpSpPr>
      <p:sp>
        <p:nvSpPr>
          <p:cNvPr id="1118" name="Google Shape;1118;p159"/>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rgbClr val="1B376C"/>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1119" name="Google Shape;1119;p159"/>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120" name="Google Shape;1120;p159"/>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121" name="Google Shape;1121;p15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2" name="Google Shape;1122;p15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p:cSld name="Picture ">
    <p:spTree>
      <p:nvGrpSpPr>
        <p:cNvPr id="1123" name="Shape 1123"/>
        <p:cNvGrpSpPr/>
        <p:nvPr/>
      </p:nvGrpSpPr>
      <p:grpSpPr>
        <a:xfrm>
          <a:off x="0" y="0"/>
          <a:ext cx="0" cy="0"/>
          <a:chOff x="0" y="0"/>
          <a:chExt cx="0" cy="0"/>
        </a:xfrm>
      </p:grpSpPr>
      <p:sp>
        <p:nvSpPr>
          <p:cNvPr id="1124" name="Google Shape;1124;p160"/>
          <p:cNvSpPr/>
          <p:nvPr>
            <p:ph idx="2" type="pic"/>
          </p:nvPr>
        </p:nvSpPr>
        <p:spPr>
          <a:xfrm>
            <a:off x="994663" y="459582"/>
            <a:ext cx="7072800" cy="4000500"/>
          </a:xfrm>
          <a:prstGeom prst="rect">
            <a:avLst/>
          </a:prstGeom>
          <a:noFill/>
          <a:ln>
            <a:noFill/>
          </a:ln>
        </p:spPr>
      </p:sp>
      <p:pic>
        <p:nvPicPr>
          <p:cNvPr descr="Artboard 70.png" id="1125" name="Google Shape;1125;p160"/>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126" name="Google Shape;1126;p160"/>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127" name="Google Shape;1127;p16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8" name="Google Shape;1128;p16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1">
  <p:cSld name="Full Picture_V1">
    <p:spTree>
      <p:nvGrpSpPr>
        <p:cNvPr id="1129" name="Shape 1129"/>
        <p:cNvGrpSpPr/>
        <p:nvPr/>
      </p:nvGrpSpPr>
      <p:grpSpPr>
        <a:xfrm>
          <a:off x="0" y="0"/>
          <a:ext cx="0" cy="0"/>
          <a:chOff x="0" y="0"/>
          <a:chExt cx="0" cy="0"/>
        </a:xfrm>
      </p:grpSpPr>
      <p:sp>
        <p:nvSpPr>
          <p:cNvPr id="1130" name="Google Shape;1130;p161"/>
          <p:cNvSpPr/>
          <p:nvPr>
            <p:ph idx="2" type="pic"/>
          </p:nvPr>
        </p:nvSpPr>
        <p:spPr>
          <a:xfrm>
            <a:off x="-71048" y="-79930"/>
            <a:ext cx="9215100" cy="5299500"/>
          </a:xfrm>
          <a:prstGeom prst="rect">
            <a:avLst/>
          </a:prstGeom>
          <a:noFill/>
          <a:ln>
            <a:noFill/>
          </a:ln>
        </p:spPr>
      </p:sp>
      <p:pic>
        <p:nvPicPr>
          <p:cNvPr descr="Artboard 70.png" id="1131" name="Google Shape;1131;p16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2">
  <p:cSld name="Full Picture_V2">
    <p:spTree>
      <p:nvGrpSpPr>
        <p:cNvPr id="1132" name="Shape 1132"/>
        <p:cNvGrpSpPr/>
        <p:nvPr/>
      </p:nvGrpSpPr>
      <p:grpSpPr>
        <a:xfrm>
          <a:off x="0" y="0"/>
          <a:ext cx="0" cy="0"/>
          <a:chOff x="0" y="0"/>
          <a:chExt cx="0" cy="0"/>
        </a:xfrm>
      </p:grpSpPr>
      <p:sp>
        <p:nvSpPr>
          <p:cNvPr id="1133" name="Google Shape;1133;p162"/>
          <p:cNvSpPr/>
          <p:nvPr>
            <p:ph idx="2" type="pic"/>
          </p:nvPr>
        </p:nvSpPr>
        <p:spPr>
          <a:xfrm>
            <a:off x="-71048" y="-79930"/>
            <a:ext cx="9215100" cy="5299500"/>
          </a:xfrm>
          <a:prstGeom prst="rect">
            <a:avLst/>
          </a:prstGeom>
          <a:noFill/>
          <a:ln>
            <a:noFill/>
          </a:ln>
        </p:spPr>
      </p:sp>
      <p:pic>
        <p:nvPicPr>
          <p:cNvPr descr="Artboard 70.png" id="1134" name="Google Shape;1134;p162"/>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grpSp>
        <p:nvGrpSpPr>
          <p:cNvPr id="1135" name="Google Shape;1135;p162"/>
          <p:cNvGrpSpPr/>
          <p:nvPr/>
        </p:nvGrpSpPr>
        <p:grpSpPr>
          <a:xfrm rot="10800000">
            <a:off x="7010293" y="-239987"/>
            <a:ext cx="2119001" cy="2609606"/>
            <a:chOff x="4648201" y="-114299"/>
            <a:chExt cx="4737314" cy="6400799"/>
          </a:xfrm>
        </p:grpSpPr>
        <p:sp>
          <p:nvSpPr>
            <p:cNvPr id="1136" name="Google Shape;1136;p162"/>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1137" name="Google Shape;1137;p162"/>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3">
  <p:cSld name="Full Picture_V3">
    <p:spTree>
      <p:nvGrpSpPr>
        <p:cNvPr id="1138" name="Shape 1138"/>
        <p:cNvGrpSpPr/>
        <p:nvPr/>
      </p:nvGrpSpPr>
      <p:grpSpPr>
        <a:xfrm>
          <a:off x="0" y="0"/>
          <a:ext cx="0" cy="0"/>
          <a:chOff x="0" y="0"/>
          <a:chExt cx="0" cy="0"/>
        </a:xfrm>
      </p:grpSpPr>
      <p:sp>
        <p:nvSpPr>
          <p:cNvPr id="1139" name="Google Shape;1139;p163"/>
          <p:cNvSpPr/>
          <p:nvPr>
            <p:ph idx="2" type="pic"/>
          </p:nvPr>
        </p:nvSpPr>
        <p:spPr>
          <a:xfrm>
            <a:off x="-71048" y="-79930"/>
            <a:ext cx="9215100" cy="5299500"/>
          </a:xfrm>
          <a:prstGeom prst="rect">
            <a:avLst/>
          </a:prstGeom>
          <a:noFill/>
          <a:ln>
            <a:noFill/>
          </a:ln>
        </p:spPr>
      </p:sp>
      <p:pic>
        <p:nvPicPr>
          <p:cNvPr descr="Artboard 69.png" id="1140" name="Google Shape;1140;p163"/>
          <p:cNvPicPr preferRelativeResize="0"/>
          <p:nvPr/>
        </p:nvPicPr>
        <p:blipFill rotWithShape="1">
          <a:blip r:embed="rId2">
            <a:alphaModFix/>
          </a:blip>
          <a:srcRect b="0" l="0" r="0" t="0"/>
          <a:stretch/>
        </p:blipFill>
        <p:spPr>
          <a:xfrm>
            <a:off x="427722" y="4497192"/>
            <a:ext cx="575171" cy="474857"/>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1">
  <p:cSld name="Boilerplate_V1">
    <p:spTree>
      <p:nvGrpSpPr>
        <p:cNvPr id="1141" name="Shape 1141"/>
        <p:cNvGrpSpPr/>
        <p:nvPr/>
      </p:nvGrpSpPr>
      <p:grpSpPr>
        <a:xfrm>
          <a:off x="0" y="0"/>
          <a:ext cx="0" cy="0"/>
          <a:chOff x="0" y="0"/>
          <a:chExt cx="0" cy="0"/>
        </a:xfrm>
      </p:grpSpPr>
      <p:sp>
        <p:nvSpPr>
          <p:cNvPr id="1142" name="Google Shape;1142;p164"/>
          <p:cNvSpPr/>
          <p:nvPr/>
        </p:nvSpPr>
        <p:spPr>
          <a:xfrm>
            <a:off x="-150975" y="-111902"/>
            <a:ext cx="5027700" cy="5289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1.png" id="1143" name="Google Shape;1143;p164"/>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1144" name="Google Shape;1144;p164"/>
          <p:cNvSpPr txBox="1"/>
          <p:nvPr/>
        </p:nvSpPr>
        <p:spPr>
          <a:xfrm>
            <a:off x="251805" y="1224729"/>
            <a:ext cx="4320300" cy="323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b="0" i="0" sz="1400" u="none" cap="none" strike="noStrike">
              <a:solidFill>
                <a:srgbClr val="000000"/>
              </a:solidFill>
              <a:latin typeface="Arial"/>
              <a:ea typeface="Arial"/>
              <a:cs typeface="Arial"/>
              <a:sym typeface="Arial"/>
            </a:endParaRPr>
          </a:p>
        </p:txBody>
      </p:sp>
      <p:grpSp>
        <p:nvGrpSpPr>
          <p:cNvPr id="1145" name="Google Shape;1145;p164"/>
          <p:cNvGrpSpPr/>
          <p:nvPr/>
        </p:nvGrpSpPr>
        <p:grpSpPr>
          <a:xfrm>
            <a:off x="4572119" y="-102866"/>
            <a:ext cx="4724524" cy="5818326"/>
            <a:chOff x="4648201" y="-114299"/>
            <a:chExt cx="4737314" cy="6400799"/>
          </a:xfrm>
        </p:grpSpPr>
        <p:sp>
          <p:nvSpPr>
            <p:cNvPr id="1146" name="Google Shape;1146;p164"/>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1147" name="Google Shape;1147;p164"/>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Shapes + Element">
  <p:cSld name="1_Title Slide - Shapes + Element">
    <p:bg>
      <p:bgPr>
        <a:solidFill>
          <a:schemeClr val="dk2"/>
        </a:solidFill>
      </p:bgPr>
    </p:bg>
    <p:spTree>
      <p:nvGrpSpPr>
        <p:cNvPr id="1148" name="Shape 1148"/>
        <p:cNvGrpSpPr/>
        <p:nvPr/>
      </p:nvGrpSpPr>
      <p:grpSpPr>
        <a:xfrm>
          <a:off x="0" y="0"/>
          <a:ext cx="0" cy="0"/>
          <a:chOff x="0" y="0"/>
          <a:chExt cx="0" cy="0"/>
        </a:xfrm>
      </p:grpSpPr>
      <p:sp>
        <p:nvSpPr>
          <p:cNvPr id="1149" name="Google Shape;1149;p165"/>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2"/>
              </a:buClr>
              <a:buSzPts val="4000"/>
              <a:buFont typeface="Helvetica Neue"/>
              <a:buNone/>
              <a:defRPr b="1" sz="40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0" name="Google Shape;1150;p165"/>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sz="1800">
                <a:solidFill>
                  <a:schemeClr val="lt2"/>
                </a:solidFill>
              </a:defRPr>
            </a:lvl1pPr>
            <a:lvl2pPr lvl="1" algn="ctr">
              <a:lnSpc>
                <a:spcPct val="100000"/>
              </a:lnSpc>
              <a:spcBef>
                <a:spcPts val="320"/>
              </a:spcBef>
              <a:spcAft>
                <a:spcPts val="0"/>
              </a:spcAft>
              <a:buSzPts val="1600"/>
              <a:buNone/>
              <a:defRPr>
                <a:solidFill>
                  <a:srgbClr val="8B8C8C"/>
                </a:solidFill>
              </a:defRPr>
            </a:lvl2pPr>
            <a:lvl3pPr lvl="2" algn="ctr">
              <a:lnSpc>
                <a:spcPct val="100000"/>
              </a:lnSpc>
              <a:spcBef>
                <a:spcPts val="280"/>
              </a:spcBef>
              <a:spcAft>
                <a:spcPts val="0"/>
              </a:spcAft>
              <a:buSzPts val="1400"/>
              <a:buNone/>
              <a:defRPr>
                <a:solidFill>
                  <a:srgbClr val="8B8C8C"/>
                </a:solidFill>
              </a:defRPr>
            </a:lvl3pPr>
            <a:lvl4pPr lvl="3" algn="ctr">
              <a:lnSpc>
                <a:spcPct val="100000"/>
              </a:lnSpc>
              <a:spcBef>
                <a:spcPts val="240"/>
              </a:spcBef>
              <a:spcAft>
                <a:spcPts val="0"/>
              </a:spcAft>
              <a:buSzPts val="1200"/>
              <a:buNone/>
              <a:defRPr>
                <a:solidFill>
                  <a:srgbClr val="8B8C8C"/>
                </a:solidFill>
              </a:defRPr>
            </a:lvl4pPr>
            <a:lvl5pPr lvl="4" algn="ctr">
              <a:lnSpc>
                <a:spcPct val="100000"/>
              </a:lnSpc>
              <a:spcBef>
                <a:spcPts val="240"/>
              </a:spcBef>
              <a:spcAft>
                <a:spcPts val="0"/>
              </a:spcAft>
              <a:buSzPts val="1200"/>
              <a:buNone/>
              <a:defRPr>
                <a:solidFill>
                  <a:srgbClr val="8B8C8C"/>
                </a:solidFill>
              </a:defRPr>
            </a:lvl5pPr>
            <a:lvl6pPr lvl="5" algn="ctr">
              <a:lnSpc>
                <a:spcPct val="100000"/>
              </a:lnSpc>
              <a:spcBef>
                <a:spcPts val="400"/>
              </a:spcBef>
              <a:spcAft>
                <a:spcPts val="0"/>
              </a:spcAft>
              <a:buClr>
                <a:srgbClr val="8B8C8C"/>
              </a:buClr>
              <a:buSzPts val="2000"/>
              <a:buNone/>
              <a:defRPr>
                <a:solidFill>
                  <a:srgbClr val="8B8C8C"/>
                </a:solidFill>
              </a:defRPr>
            </a:lvl6pPr>
            <a:lvl7pPr lvl="6" algn="ctr">
              <a:lnSpc>
                <a:spcPct val="100000"/>
              </a:lnSpc>
              <a:spcBef>
                <a:spcPts val="400"/>
              </a:spcBef>
              <a:spcAft>
                <a:spcPts val="0"/>
              </a:spcAft>
              <a:buClr>
                <a:srgbClr val="8B8C8C"/>
              </a:buClr>
              <a:buSzPts val="2000"/>
              <a:buNone/>
              <a:defRPr>
                <a:solidFill>
                  <a:srgbClr val="8B8C8C"/>
                </a:solidFill>
              </a:defRPr>
            </a:lvl7pPr>
            <a:lvl8pPr lvl="7" algn="ctr">
              <a:lnSpc>
                <a:spcPct val="100000"/>
              </a:lnSpc>
              <a:spcBef>
                <a:spcPts val="400"/>
              </a:spcBef>
              <a:spcAft>
                <a:spcPts val="0"/>
              </a:spcAft>
              <a:buClr>
                <a:srgbClr val="8B8C8C"/>
              </a:buClr>
              <a:buSzPts val="2000"/>
              <a:buNone/>
              <a:defRPr>
                <a:solidFill>
                  <a:srgbClr val="8B8C8C"/>
                </a:solidFill>
              </a:defRPr>
            </a:lvl8pPr>
            <a:lvl9pPr lvl="8" algn="ctr">
              <a:lnSpc>
                <a:spcPct val="100000"/>
              </a:lnSpc>
              <a:spcBef>
                <a:spcPts val="400"/>
              </a:spcBef>
              <a:spcAft>
                <a:spcPts val="0"/>
              </a:spcAft>
              <a:buClr>
                <a:srgbClr val="8B8C8C"/>
              </a:buClr>
              <a:buSzPts val="2000"/>
              <a:buNone/>
              <a:defRPr>
                <a:solidFill>
                  <a:srgbClr val="8B8C8C"/>
                </a:solidFill>
              </a:defRPr>
            </a:lvl9pPr>
          </a:lstStyle>
          <a:p/>
        </p:txBody>
      </p:sp>
      <p:sp>
        <p:nvSpPr>
          <p:cNvPr id="1151" name="Google Shape;1151;p165"/>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152" name="Google Shape;1152;p165"/>
          <p:cNvSpPr/>
          <p:nvPr/>
        </p:nvSpPr>
        <p:spPr>
          <a:xfrm>
            <a:off x="5105400" y="0"/>
            <a:ext cx="3959700" cy="34632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153" name="Google Shape;1153;p165"/>
          <p:cNvPicPr preferRelativeResize="0"/>
          <p:nvPr/>
        </p:nvPicPr>
        <p:blipFill rotWithShape="1">
          <a:blip r:embed="rId3">
            <a:alphaModFix/>
          </a:blip>
          <a:srcRect b="0" l="0" r="0" t="0"/>
          <a:stretch/>
        </p:blipFill>
        <p:spPr>
          <a:xfrm rot="-5400000">
            <a:off x="3899935" y="648410"/>
            <a:ext cx="5760718" cy="4258160"/>
          </a:xfrm>
          <a:prstGeom prst="rect">
            <a:avLst/>
          </a:prstGeom>
          <a:noFill/>
          <a:ln>
            <a:noFill/>
          </a:ln>
        </p:spPr>
      </p:pic>
      <p:pic>
        <p:nvPicPr>
          <p:cNvPr descr="Artboard 71.png" id="1154" name="Google Shape;1154;p165"/>
          <p:cNvPicPr preferRelativeResize="0"/>
          <p:nvPr/>
        </p:nvPicPr>
        <p:blipFill rotWithShape="1">
          <a:blip r:embed="rId4">
            <a:alphaModFix/>
          </a:blip>
          <a:srcRect b="0" l="0" r="0" t="0"/>
          <a:stretch/>
        </p:blipFill>
        <p:spPr>
          <a:xfrm>
            <a:off x="346356" y="275046"/>
            <a:ext cx="2022183" cy="461902"/>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2">
  <p:cSld name="1_Content - Two Column_V2">
    <p:spTree>
      <p:nvGrpSpPr>
        <p:cNvPr id="1155" name="Shape 1155"/>
        <p:cNvGrpSpPr/>
        <p:nvPr/>
      </p:nvGrpSpPr>
      <p:grpSpPr>
        <a:xfrm>
          <a:off x="0" y="0"/>
          <a:ext cx="0" cy="0"/>
          <a:chOff x="0" y="0"/>
          <a:chExt cx="0" cy="0"/>
        </a:xfrm>
      </p:grpSpPr>
      <p:sp>
        <p:nvSpPr>
          <p:cNvPr id="1156" name="Google Shape;1156;p166"/>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57" name="Google Shape;1157;p166"/>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58" name="Google Shape;1158;p166"/>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70.png" id="1159" name="Google Shape;1159;p166"/>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160" name="Google Shape;1160;p16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1" name="Google Shape;1161;p16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1162" name="Google Shape;1162;p166"/>
          <p:cNvGrpSpPr/>
          <p:nvPr/>
        </p:nvGrpSpPr>
        <p:grpSpPr>
          <a:xfrm rot="10800000">
            <a:off x="7010293" y="-239987"/>
            <a:ext cx="2119001" cy="2609606"/>
            <a:chOff x="4648201" y="-114299"/>
            <a:chExt cx="4737314" cy="6400799"/>
          </a:xfrm>
        </p:grpSpPr>
        <p:sp>
          <p:nvSpPr>
            <p:cNvPr id="1163" name="Google Shape;1163;p166"/>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1164" name="Google Shape;1164;p166"/>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 + Subtitle">
  <p:cSld name="1_Content - Two Column + Subtitle">
    <p:spTree>
      <p:nvGrpSpPr>
        <p:cNvPr id="1165" name="Shape 1165"/>
        <p:cNvGrpSpPr/>
        <p:nvPr/>
      </p:nvGrpSpPr>
      <p:grpSpPr>
        <a:xfrm>
          <a:off x="0" y="0"/>
          <a:ext cx="0" cy="0"/>
          <a:chOff x="0" y="0"/>
          <a:chExt cx="0" cy="0"/>
        </a:xfrm>
      </p:grpSpPr>
      <p:sp>
        <p:nvSpPr>
          <p:cNvPr id="1166" name="Google Shape;1166;p167"/>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chemeClr val="dk2"/>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67" name="Google Shape;1167;p167"/>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68" name="Google Shape;1168;p167"/>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Helvetica Neue"/>
              <a:buNone/>
            </a:pPr>
            <a:r>
              <a:rPr b="1" i="0" lang="en" sz="3200" u="none" cap="none" strike="noStrike">
                <a:solidFill>
                  <a:schemeClr val="dk2"/>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1169" name="Google Shape;1169;p167"/>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70" name="Google Shape;1170;p167"/>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1171" name="Google Shape;1171;p167"/>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172" name="Google Shape;1172;p167"/>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173" name="Google Shape;1173;p16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4" name="Google Shape;1174;p16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Image/Graphic_V1">
  <p:cSld name="1_Content + Image/Graphic_V1">
    <p:spTree>
      <p:nvGrpSpPr>
        <p:cNvPr id="1175" name="Shape 1175"/>
        <p:cNvGrpSpPr/>
        <p:nvPr/>
      </p:nvGrpSpPr>
      <p:grpSpPr>
        <a:xfrm>
          <a:off x="0" y="0"/>
          <a:ext cx="0" cy="0"/>
          <a:chOff x="0" y="0"/>
          <a:chExt cx="0" cy="0"/>
        </a:xfrm>
      </p:grpSpPr>
      <p:sp>
        <p:nvSpPr>
          <p:cNvPr id="1176" name="Google Shape;1176;p168"/>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77" name="Google Shape;1177;p168"/>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1178" name="Google Shape;1178;p168"/>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79" name="Google Shape;1179;p168"/>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1180" name="Google Shape;1180;p168"/>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181" name="Google Shape;1181;p168"/>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182" name="Google Shape;1182;p16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3" name="Google Shape;1183;p16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2">
  <p:cSld name="1_Quote/Callout_V2">
    <p:spTree>
      <p:nvGrpSpPr>
        <p:cNvPr id="1184" name="Shape 1184"/>
        <p:cNvGrpSpPr/>
        <p:nvPr/>
      </p:nvGrpSpPr>
      <p:grpSpPr>
        <a:xfrm>
          <a:off x="0" y="0"/>
          <a:ext cx="0" cy="0"/>
          <a:chOff x="0" y="0"/>
          <a:chExt cx="0" cy="0"/>
        </a:xfrm>
      </p:grpSpPr>
      <p:sp>
        <p:nvSpPr>
          <p:cNvPr id="1185" name="Google Shape;1185;p169"/>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rgbClr val="1B376C"/>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rtboard 70.png" id="1186" name="Google Shape;1186;p169"/>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187" name="Google Shape;1187;p16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909A9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8" name="Google Shape;1188;p16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1189" name="Google Shape;1189;p169"/>
          <p:cNvGrpSpPr/>
          <p:nvPr/>
        </p:nvGrpSpPr>
        <p:grpSpPr>
          <a:xfrm rot="10800000">
            <a:off x="7010293" y="-239987"/>
            <a:ext cx="2119001" cy="2609606"/>
            <a:chOff x="4648201" y="-114299"/>
            <a:chExt cx="4737314" cy="6400799"/>
          </a:xfrm>
        </p:grpSpPr>
        <p:sp>
          <p:nvSpPr>
            <p:cNvPr id="1190" name="Google Shape;1190;p169"/>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rtboard 74.png" id="1191" name="Google Shape;1191;p169"/>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2">
  <p:cSld name="1_Content - One Column_V2">
    <p:bg>
      <p:bgPr>
        <a:solidFill>
          <a:schemeClr val="dk2"/>
        </a:solidFill>
      </p:bgPr>
    </p:bg>
    <p:spTree>
      <p:nvGrpSpPr>
        <p:cNvPr id="1192" name="Shape 1192"/>
        <p:cNvGrpSpPr/>
        <p:nvPr/>
      </p:nvGrpSpPr>
      <p:grpSpPr>
        <a:xfrm>
          <a:off x="0" y="0"/>
          <a:ext cx="0" cy="0"/>
          <a:chOff x="0" y="0"/>
          <a:chExt cx="0" cy="0"/>
        </a:xfrm>
      </p:grpSpPr>
      <p:sp>
        <p:nvSpPr>
          <p:cNvPr id="1193" name="Google Shape;1193;p170"/>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4" name="Google Shape;1194;p170"/>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solidFill>
                  <a:schemeClr val="lt2"/>
                </a:solidFill>
              </a:defRPr>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5" name="Google Shape;1195;p17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6" name="Google Shape;1196;p17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1197" name="Google Shape;1197;p170"/>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198" name="Google Shape;1198;p170"/>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1199" name="Google Shape;1199;p170"/>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1">
  <p:cSld name="Content + Image/Graphic_V1">
    <p:bg>
      <p:bgPr>
        <a:solidFill>
          <a:schemeClr val="dk2"/>
        </a:solidFill>
      </p:bgPr>
    </p:bg>
    <p:spTree>
      <p:nvGrpSpPr>
        <p:cNvPr id="1200" name="Shape 1200"/>
        <p:cNvGrpSpPr/>
        <p:nvPr/>
      </p:nvGrpSpPr>
      <p:grpSpPr>
        <a:xfrm>
          <a:off x="0" y="0"/>
          <a:ext cx="0" cy="0"/>
          <a:chOff x="0" y="0"/>
          <a:chExt cx="0" cy="0"/>
        </a:xfrm>
      </p:grpSpPr>
      <p:sp>
        <p:nvSpPr>
          <p:cNvPr id="1201" name="Google Shape;1201;p171"/>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SzPts val="2000"/>
              <a:buNone/>
              <a:defRPr b="1" sz="2000">
                <a:solidFill>
                  <a:srgbClr val="1B376C"/>
                </a:solidFill>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lt1"/>
              </a:buClr>
              <a:buSzPts val="1600"/>
              <a:buNone/>
              <a:defRPr b="1" sz="1600"/>
            </a:lvl6pPr>
            <a:lvl7pPr indent="-228600" lvl="6" marL="3200400" algn="l">
              <a:lnSpc>
                <a:spcPct val="100000"/>
              </a:lnSpc>
              <a:spcBef>
                <a:spcPts val="320"/>
              </a:spcBef>
              <a:spcAft>
                <a:spcPts val="0"/>
              </a:spcAft>
              <a:buClr>
                <a:schemeClr val="lt1"/>
              </a:buClr>
              <a:buSzPts val="1600"/>
              <a:buNone/>
              <a:defRPr b="1" sz="1600"/>
            </a:lvl7pPr>
            <a:lvl8pPr indent="-228600" lvl="7" marL="3657600" algn="l">
              <a:lnSpc>
                <a:spcPct val="100000"/>
              </a:lnSpc>
              <a:spcBef>
                <a:spcPts val="320"/>
              </a:spcBef>
              <a:spcAft>
                <a:spcPts val="0"/>
              </a:spcAft>
              <a:buClr>
                <a:schemeClr val="lt1"/>
              </a:buClr>
              <a:buSzPts val="1600"/>
              <a:buNone/>
              <a:defRPr b="1" sz="1600"/>
            </a:lvl8pPr>
            <a:lvl9pPr indent="-228600" lvl="8" marL="4114800" algn="l">
              <a:lnSpc>
                <a:spcPct val="100000"/>
              </a:lnSpc>
              <a:spcBef>
                <a:spcPts val="320"/>
              </a:spcBef>
              <a:spcAft>
                <a:spcPts val="0"/>
              </a:spcAft>
              <a:buClr>
                <a:schemeClr val="lt1"/>
              </a:buClr>
              <a:buSzPts val="1600"/>
              <a:buNone/>
              <a:defRPr b="1" sz="1600"/>
            </a:lvl9pPr>
          </a:lstStyle>
          <a:p/>
        </p:txBody>
      </p:sp>
      <p:sp>
        <p:nvSpPr>
          <p:cNvPr id="1202" name="Google Shape;1202;p171"/>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b="0" i="0" sz="1400" u="none" cap="none" strike="noStrike">
              <a:solidFill>
                <a:srgbClr val="000000"/>
              </a:solidFill>
              <a:latin typeface="Arial"/>
              <a:ea typeface="Arial"/>
              <a:cs typeface="Arial"/>
              <a:sym typeface="Arial"/>
            </a:endParaRPr>
          </a:p>
        </p:txBody>
      </p:sp>
      <p:sp>
        <p:nvSpPr>
          <p:cNvPr id="1203" name="Google Shape;1203;p171"/>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228600" lvl="2" marL="1371600" algn="l">
              <a:lnSpc>
                <a:spcPct val="100000"/>
              </a:lnSpc>
              <a:spcBef>
                <a:spcPts val="280"/>
              </a:spcBef>
              <a:spcAft>
                <a:spcPts val="0"/>
              </a:spcAft>
              <a:buSzPts val="1400"/>
              <a:buNone/>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1204" name="Google Shape;1204;p171"/>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descr="Artboard 67.png" id="1205" name="Google Shape;1205;p171"/>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206" name="Google Shape;1206;p17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7" name="Google Shape;1207;p17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208" name="Google Shape;1208;p171"/>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hree Column">
  <p:cSld name="Content - Three Column">
    <p:bg>
      <p:bgPr>
        <a:solidFill>
          <a:schemeClr val="dk2"/>
        </a:solidFill>
      </p:bgPr>
    </p:bg>
    <p:spTree>
      <p:nvGrpSpPr>
        <p:cNvPr id="1209" name="Shape 1209"/>
        <p:cNvGrpSpPr/>
        <p:nvPr/>
      </p:nvGrpSpPr>
      <p:grpSpPr>
        <a:xfrm>
          <a:off x="0" y="0"/>
          <a:ext cx="0" cy="0"/>
          <a:chOff x="0" y="0"/>
          <a:chExt cx="0" cy="0"/>
        </a:xfrm>
      </p:grpSpPr>
      <p:sp>
        <p:nvSpPr>
          <p:cNvPr id="1210" name="Google Shape;1210;p172"/>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1211" name="Google Shape;1211;p172"/>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200"/>
              <a:buFont typeface="Helvetica Neue"/>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rtboard 67.png" id="1212" name="Google Shape;1212;p172"/>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213" name="Google Shape;1213;p172"/>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1214" name="Google Shape;1214;p172"/>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None/>
              <a:defRPr sz="1800"/>
            </a:lvl1pPr>
            <a:lvl2pPr indent="-342900" lvl="1" marL="914400" algn="l">
              <a:lnSpc>
                <a:spcPct val="100000"/>
              </a:lnSpc>
              <a:spcBef>
                <a:spcPts val="360"/>
              </a:spcBef>
              <a:spcAft>
                <a:spcPts val="0"/>
              </a:spcAft>
              <a:buSzPts val="1800"/>
              <a:buChar char="•"/>
              <a:defRPr sz="1800"/>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sp>
        <p:nvSpPr>
          <p:cNvPr id="1215" name="Google Shape;1215;p17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6" name="Google Shape;1216;p17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217" name="Google Shape;1217;p172"/>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1">
  <p:cSld name="1_Quote/Callout_V1">
    <p:bg>
      <p:bgPr>
        <a:solidFill>
          <a:schemeClr val="dk2"/>
        </a:solidFill>
      </p:bgPr>
    </p:bg>
    <p:spTree>
      <p:nvGrpSpPr>
        <p:cNvPr id="1218" name="Shape 1218"/>
        <p:cNvGrpSpPr/>
        <p:nvPr/>
      </p:nvGrpSpPr>
      <p:grpSpPr>
        <a:xfrm>
          <a:off x="0" y="0"/>
          <a:ext cx="0" cy="0"/>
          <a:chOff x="0" y="0"/>
          <a:chExt cx="0" cy="0"/>
        </a:xfrm>
      </p:grpSpPr>
      <p:sp>
        <p:nvSpPr>
          <p:cNvPr id="1219" name="Google Shape;1219;p173"/>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chemeClr val="lt2"/>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descr="Artboard 67.png" id="1220" name="Google Shape;1220;p173"/>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221" name="Google Shape;1221;p17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2" name="Google Shape;1222;p17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223" name="Google Shape;1223;p173"/>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2">
  <p:cSld name="Quote/Callout_V2">
    <p:bg>
      <p:bgPr>
        <a:solidFill>
          <a:schemeClr val="dk2"/>
        </a:solidFill>
      </p:bgPr>
    </p:bg>
    <p:spTree>
      <p:nvGrpSpPr>
        <p:cNvPr id="1224" name="Shape 1224"/>
        <p:cNvGrpSpPr/>
        <p:nvPr/>
      </p:nvGrpSpPr>
      <p:grpSpPr>
        <a:xfrm>
          <a:off x="0" y="0"/>
          <a:ext cx="0" cy="0"/>
          <a:chOff x="0" y="0"/>
          <a:chExt cx="0" cy="0"/>
        </a:xfrm>
      </p:grpSpPr>
      <p:sp>
        <p:nvSpPr>
          <p:cNvPr id="1225" name="Google Shape;1225;p174"/>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640"/>
              </a:spcBef>
              <a:spcAft>
                <a:spcPts val="0"/>
              </a:spcAft>
              <a:buSzPts val="3200"/>
              <a:buNone/>
              <a:defRPr b="1" i="1" sz="3200">
                <a:solidFill>
                  <a:schemeClr val="accent1"/>
                </a:solidFill>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lt1"/>
              </a:buClr>
              <a:buSzPts val="1800"/>
              <a:buChar char="•"/>
              <a:defRPr/>
            </a:lvl6pPr>
            <a:lvl7pPr indent="-342900" lvl="6" marL="3200400" algn="l">
              <a:lnSpc>
                <a:spcPct val="100000"/>
              </a:lnSpc>
              <a:spcBef>
                <a:spcPts val="360"/>
              </a:spcBef>
              <a:spcAft>
                <a:spcPts val="0"/>
              </a:spcAft>
              <a:buClr>
                <a:schemeClr val="lt1"/>
              </a:buClr>
              <a:buSzPts val="1800"/>
              <a:buChar char="•"/>
              <a:defRPr/>
            </a:lvl7pPr>
            <a:lvl8pPr indent="-342900" lvl="7" marL="3657600" algn="l">
              <a:lnSpc>
                <a:spcPct val="100000"/>
              </a:lnSpc>
              <a:spcBef>
                <a:spcPts val="360"/>
              </a:spcBef>
              <a:spcAft>
                <a:spcPts val="0"/>
              </a:spcAft>
              <a:buClr>
                <a:schemeClr val="lt1"/>
              </a:buClr>
              <a:buSzPts val="1800"/>
              <a:buChar char="•"/>
              <a:defRPr/>
            </a:lvl8pPr>
            <a:lvl9pPr indent="-342900" lvl="8" marL="4114800" algn="l">
              <a:lnSpc>
                <a:spcPct val="100000"/>
              </a:lnSpc>
              <a:spcBef>
                <a:spcPts val="360"/>
              </a:spcBef>
              <a:spcAft>
                <a:spcPts val="0"/>
              </a:spcAft>
              <a:buClr>
                <a:schemeClr val="lt1"/>
              </a:buClr>
              <a:buSzPts val="1800"/>
              <a:buChar char="•"/>
              <a:defRPr/>
            </a:lvl9pPr>
          </a:lstStyle>
          <a:p/>
        </p:txBody>
      </p:sp>
      <p:pic>
        <p:nvPicPr>
          <p:cNvPr id="1226" name="Google Shape;1226;p17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227" name="Google Shape;1227;p17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solidFill>
                  <a:srgbClr val="C5D2D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8" name="Google Shape;1228;p17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1229" name="Google Shape;1229;p174"/>
          <p:cNvSpPr/>
          <p:nvPr/>
        </p:nvSpPr>
        <p:spPr>
          <a:xfrm rot="10800000">
            <a:off x="7153646" y="754019"/>
            <a:ext cx="1771200" cy="15690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230" name="Google Shape;1230;p174"/>
          <p:cNvPicPr preferRelativeResize="0"/>
          <p:nvPr/>
        </p:nvPicPr>
        <p:blipFill rotWithShape="1">
          <a:blip r:embed="rId4">
            <a:alphaModFix/>
          </a:blip>
          <a:srcRect b="0" l="0" r="0" t="0"/>
          <a:stretch/>
        </p:blipFill>
        <p:spPr>
          <a:xfrm rot="5400000">
            <a:off x="6885827" y="111269"/>
            <a:ext cx="2579986" cy="1907053"/>
          </a:xfrm>
          <a:prstGeom prst="rect">
            <a:avLst/>
          </a:prstGeom>
          <a:noFill/>
          <a:ln>
            <a:noFill/>
          </a:ln>
        </p:spPr>
      </p:pic>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1" name="Shape 1231"/>
        <p:cNvGrpSpPr/>
        <p:nvPr/>
      </p:nvGrpSpPr>
      <p:grpSpPr>
        <a:xfrm>
          <a:off x="0" y="0"/>
          <a:ext cx="0" cy="0"/>
          <a:chOff x="0" y="0"/>
          <a:chExt cx="0" cy="0"/>
        </a:xfrm>
      </p:grpSpPr>
      <p:sp>
        <p:nvSpPr>
          <p:cNvPr id="1232" name="Google Shape;1232;p17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3" name="Google Shape;1233;p17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34" name="Google Shape;1234;p17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5" name="Google Shape;1235;p17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42" name="Shape 1242"/>
        <p:cNvGrpSpPr/>
        <p:nvPr/>
      </p:nvGrpSpPr>
      <p:grpSpPr>
        <a:xfrm>
          <a:off x="0" y="0"/>
          <a:ext cx="0" cy="0"/>
          <a:chOff x="0" y="0"/>
          <a:chExt cx="0" cy="0"/>
        </a:xfrm>
      </p:grpSpPr>
      <p:sp>
        <p:nvSpPr>
          <p:cNvPr id="1243" name="Google Shape;1243;p17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4" name="Google Shape;1244;p177"/>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5" name="Google Shape;1245;p17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46" name="Shape 1246"/>
        <p:cNvGrpSpPr/>
        <p:nvPr/>
      </p:nvGrpSpPr>
      <p:grpSpPr>
        <a:xfrm>
          <a:off x="0" y="0"/>
          <a:ext cx="0" cy="0"/>
          <a:chOff x="0" y="0"/>
          <a:chExt cx="0" cy="0"/>
        </a:xfrm>
      </p:grpSpPr>
      <p:sp>
        <p:nvSpPr>
          <p:cNvPr id="1247" name="Google Shape;1247;p178"/>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8" name="Google Shape;1248;p178"/>
          <p:cNvSpPr txBox="1"/>
          <p:nvPr>
            <p:ph idx="1" type="subTitle"/>
          </p:nvPr>
        </p:nvSpPr>
        <p:spPr>
          <a:xfrm>
            <a:off x="1143000" y="2701528"/>
            <a:ext cx="6858000" cy="1241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249" name="Google Shape;1249;p17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0" name="Google Shape;1250;p17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1" name="Google Shape;1251;p17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52" name="Shape 1252"/>
        <p:cNvGrpSpPr/>
        <p:nvPr/>
      </p:nvGrpSpPr>
      <p:grpSpPr>
        <a:xfrm>
          <a:off x="0" y="0"/>
          <a:ext cx="0" cy="0"/>
          <a:chOff x="0" y="0"/>
          <a:chExt cx="0" cy="0"/>
        </a:xfrm>
      </p:grpSpPr>
      <p:sp>
        <p:nvSpPr>
          <p:cNvPr id="1253" name="Google Shape;1253;p179"/>
          <p:cNvSpPr txBox="1"/>
          <p:nvPr>
            <p:ph type="title"/>
          </p:nvPr>
        </p:nvSpPr>
        <p:spPr>
          <a:xfrm>
            <a:off x="623887" y="1282304"/>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4" name="Google Shape;1254;p179"/>
          <p:cNvSpPr txBox="1"/>
          <p:nvPr>
            <p:ph idx="1" type="body"/>
          </p:nvPr>
        </p:nvSpPr>
        <p:spPr>
          <a:xfrm>
            <a:off x="623887" y="3442098"/>
            <a:ext cx="7886700" cy="1125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1255" name="Google Shape;1255;p17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6" name="Google Shape;1256;p179"/>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7" name="Google Shape;1257;p17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58" name="Shape 1258"/>
        <p:cNvGrpSpPr/>
        <p:nvPr/>
      </p:nvGrpSpPr>
      <p:grpSpPr>
        <a:xfrm>
          <a:off x="0" y="0"/>
          <a:ext cx="0" cy="0"/>
          <a:chOff x="0" y="0"/>
          <a:chExt cx="0" cy="0"/>
        </a:xfrm>
      </p:grpSpPr>
      <p:sp>
        <p:nvSpPr>
          <p:cNvPr id="1259" name="Google Shape;1259;p180"/>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0" name="Google Shape;1260;p180"/>
          <p:cNvSpPr txBox="1"/>
          <p:nvPr>
            <p:ph idx="1" type="body"/>
          </p:nvPr>
        </p:nvSpPr>
        <p:spPr>
          <a:xfrm>
            <a:off x="628650" y="1369218"/>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61" name="Google Shape;1261;p180"/>
          <p:cNvSpPr txBox="1"/>
          <p:nvPr>
            <p:ph idx="2" type="body"/>
          </p:nvPr>
        </p:nvSpPr>
        <p:spPr>
          <a:xfrm>
            <a:off x="4629150" y="1369218"/>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62" name="Google Shape;1262;p18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3" name="Google Shape;1263;p180"/>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4" name="Google Shape;1264;p18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65" name="Shape 1265"/>
        <p:cNvGrpSpPr/>
        <p:nvPr/>
      </p:nvGrpSpPr>
      <p:grpSpPr>
        <a:xfrm>
          <a:off x="0" y="0"/>
          <a:ext cx="0" cy="0"/>
          <a:chOff x="0" y="0"/>
          <a:chExt cx="0" cy="0"/>
        </a:xfrm>
      </p:grpSpPr>
      <p:sp>
        <p:nvSpPr>
          <p:cNvPr id="1266" name="Google Shape;1266;p181"/>
          <p:cNvSpPr txBox="1"/>
          <p:nvPr>
            <p:ph type="title"/>
          </p:nvPr>
        </p:nvSpPr>
        <p:spPr>
          <a:xfrm>
            <a:off x="629841"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7" name="Google Shape;1267;p181"/>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268" name="Google Shape;1268;p181"/>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69" name="Google Shape;1269;p181"/>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270" name="Google Shape;1270;p181"/>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71" name="Google Shape;1271;p18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2" name="Google Shape;1272;p181"/>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3" name="Google Shape;1273;p18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4" name="Shape 1274"/>
        <p:cNvGrpSpPr/>
        <p:nvPr/>
      </p:nvGrpSpPr>
      <p:grpSpPr>
        <a:xfrm>
          <a:off x="0" y="0"/>
          <a:ext cx="0" cy="0"/>
          <a:chOff x="0" y="0"/>
          <a:chExt cx="0" cy="0"/>
        </a:xfrm>
      </p:grpSpPr>
      <p:sp>
        <p:nvSpPr>
          <p:cNvPr id="1275" name="Google Shape;1275;p182"/>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6" name="Google Shape;1276;p18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7" name="Google Shape;1277;p182"/>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8" name="Google Shape;1278;p18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79" name="Shape 1279"/>
        <p:cNvGrpSpPr/>
        <p:nvPr/>
      </p:nvGrpSpPr>
      <p:grpSpPr>
        <a:xfrm>
          <a:off x="0" y="0"/>
          <a:ext cx="0" cy="0"/>
          <a:chOff x="0" y="0"/>
          <a:chExt cx="0" cy="0"/>
        </a:xfrm>
      </p:grpSpPr>
      <p:sp>
        <p:nvSpPr>
          <p:cNvPr id="1280" name="Google Shape;1280;p183"/>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1" name="Google Shape;1281;p183"/>
          <p:cNvSpPr txBox="1"/>
          <p:nvPr>
            <p:ph idx="1" type="body"/>
          </p:nvPr>
        </p:nvSpPr>
        <p:spPr>
          <a:xfrm>
            <a:off x="3887391" y="740569"/>
            <a:ext cx="4629300" cy="36552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282" name="Google Shape;1282;p183"/>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283" name="Google Shape;1283;p18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4" name="Google Shape;1284;p18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5" name="Google Shape;1285;p18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86" name="Shape 1286"/>
        <p:cNvGrpSpPr/>
        <p:nvPr/>
      </p:nvGrpSpPr>
      <p:grpSpPr>
        <a:xfrm>
          <a:off x="0" y="0"/>
          <a:ext cx="0" cy="0"/>
          <a:chOff x="0" y="0"/>
          <a:chExt cx="0" cy="0"/>
        </a:xfrm>
      </p:grpSpPr>
      <p:sp>
        <p:nvSpPr>
          <p:cNvPr id="1287" name="Google Shape;1287;p184"/>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8" name="Google Shape;1288;p184"/>
          <p:cNvSpPr/>
          <p:nvPr>
            <p:ph idx="2" type="pic"/>
          </p:nvPr>
        </p:nvSpPr>
        <p:spPr>
          <a:xfrm>
            <a:off x="3887391" y="740569"/>
            <a:ext cx="4629300" cy="3655200"/>
          </a:xfrm>
          <a:prstGeom prst="rect">
            <a:avLst/>
          </a:prstGeom>
          <a:noFill/>
          <a:ln>
            <a:noFill/>
          </a:ln>
        </p:spPr>
      </p:sp>
      <p:sp>
        <p:nvSpPr>
          <p:cNvPr id="1289" name="Google Shape;1289;p184"/>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290" name="Google Shape;1290;p18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1" name="Google Shape;1291;p18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2" name="Google Shape;1292;p18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93" name="Shape 1293"/>
        <p:cNvGrpSpPr/>
        <p:nvPr/>
      </p:nvGrpSpPr>
      <p:grpSpPr>
        <a:xfrm>
          <a:off x="0" y="0"/>
          <a:ext cx="0" cy="0"/>
          <a:chOff x="0" y="0"/>
          <a:chExt cx="0" cy="0"/>
        </a:xfrm>
      </p:grpSpPr>
      <p:sp>
        <p:nvSpPr>
          <p:cNvPr id="1294" name="Google Shape;1294;p18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5" name="Google Shape;1295;p185"/>
          <p:cNvSpPr txBox="1"/>
          <p:nvPr>
            <p:ph idx="1" type="body"/>
          </p:nvPr>
        </p:nvSpPr>
        <p:spPr>
          <a:xfrm rot="5400000">
            <a:off x="2940300" y="-942432"/>
            <a:ext cx="326340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96" name="Google Shape;1296;p18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7" name="Google Shape;1297;p18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8" name="Google Shape;1298;p18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99" name="Shape 1299"/>
        <p:cNvGrpSpPr/>
        <p:nvPr/>
      </p:nvGrpSpPr>
      <p:grpSpPr>
        <a:xfrm>
          <a:off x="0" y="0"/>
          <a:ext cx="0" cy="0"/>
          <a:chOff x="0" y="0"/>
          <a:chExt cx="0" cy="0"/>
        </a:xfrm>
      </p:grpSpPr>
      <p:sp>
        <p:nvSpPr>
          <p:cNvPr id="1300" name="Google Shape;1300;p186"/>
          <p:cNvSpPr txBox="1"/>
          <p:nvPr>
            <p:ph type="title"/>
          </p:nvPr>
        </p:nvSpPr>
        <p:spPr>
          <a:xfrm rot="5400000">
            <a:off x="5350050" y="1467543"/>
            <a:ext cx="4359000" cy="19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1" name="Google Shape;1301;p186"/>
          <p:cNvSpPr txBox="1"/>
          <p:nvPr>
            <p:ph idx="1" type="body"/>
          </p:nvPr>
        </p:nvSpPr>
        <p:spPr>
          <a:xfrm rot="5400000">
            <a:off x="1349475" y="-447057"/>
            <a:ext cx="4359000" cy="5800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02" name="Google Shape;1302;p18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3" name="Google Shape;1303;p18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4" name="Google Shape;1304;p18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type="title">
  <p:cSld name="TITLE">
    <p:bg>
      <p:bgPr>
        <a:solidFill>
          <a:schemeClr val="dk2"/>
        </a:solidFill>
      </p:bgPr>
    </p:bg>
    <p:spTree>
      <p:nvGrpSpPr>
        <p:cNvPr id="1310" name="Shape 1310"/>
        <p:cNvGrpSpPr/>
        <p:nvPr/>
      </p:nvGrpSpPr>
      <p:grpSpPr>
        <a:xfrm>
          <a:off x="0" y="0"/>
          <a:ext cx="0" cy="0"/>
          <a:chOff x="0" y="0"/>
          <a:chExt cx="0" cy="0"/>
        </a:xfrm>
      </p:grpSpPr>
      <p:sp>
        <p:nvSpPr>
          <p:cNvPr id="1311" name="Google Shape;1311;p188"/>
          <p:cNvSpPr txBox="1"/>
          <p:nvPr>
            <p:ph type="ctrTitle"/>
          </p:nvPr>
        </p:nvSpPr>
        <p:spPr>
          <a:xfrm>
            <a:off x="1565011" y="1646818"/>
            <a:ext cx="6543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Helvetica Neue"/>
              <a:buNone/>
              <a:defRPr b="1" sz="4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2" name="Google Shape;1312;p188"/>
          <p:cNvSpPr txBox="1"/>
          <p:nvPr>
            <p:ph idx="1" type="subTitle"/>
          </p:nvPr>
        </p:nvSpPr>
        <p:spPr>
          <a:xfrm>
            <a:off x="1565009" y="2749336"/>
            <a:ext cx="5175600" cy="628800"/>
          </a:xfrm>
          <a:prstGeom prst="rect">
            <a:avLst/>
          </a:prstGeom>
          <a:noFill/>
          <a:ln>
            <a:noFill/>
          </a:ln>
        </p:spPr>
        <p:txBody>
          <a:bodyPr anchorCtr="0" anchor="t" bIns="45700" lIns="91425" spcFirstLastPara="1" rIns="91425" wrap="square" tIns="45700">
            <a:normAutofit/>
          </a:bodyPr>
          <a:lstStyle>
            <a:lvl1pPr lvl="0" algn="l">
              <a:spcBef>
                <a:spcPts val="400"/>
              </a:spcBef>
              <a:spcAft>
                <a:spcPts val="0"/>
              </a:spcAft>
              <a:buSzPts val="2000"/>
              <a:buNone/>
              <a:defRPr sz="20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1313" name="Google Shape;1313;p188"/>
          <p:cNvSpPr txBox="1"/>
          <p:nvPr>
            <p:ph idx="10" type="dt"/>
          </p:nvPr>
        </p:nvSpPr>
        <p:spPr>
          <a:xfrm>
            <a:off x="1565009" y="3385950"/>
            <a:ext cx="21336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rgbClr val="C7CCCC"/>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Artboard 71.png" id="1314" name="Google Shape;1314;p188"/>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67.png" id="1315" name="Google Shape;1315;p188"/>
          <p:cNvPicPr preferRelativeResize="0"/>
          <p:nvPr/>
        </p:nvPicPr>
        <p:blipFill rotWithShape="1">
          <a:blip r:embed="rId3">
            <a:alphaModFix/>
          </a:blip>
          <a:srcRect b="0" l="0" r="0" t="0"/>
          <a:stretch/>
        </p:blipFill>
        <p:spPr>
          <a:xfrm rot="5400000">
            <a:off x="8164887" y="41964"/>
            <a:ext cx="925829" cy="1184802"/>
          </a:xfrm>
          <a:prstGeom prst="rect">
            <a:avLst/>
          </a:prstGeom>
          <a:noFill/>
          <a:ln>
            <a:noFill/>
          </a:ln>
        </p:spPr>
      </p:pic>
      <p:grpSp>
        <p:nvGrpSpPr>
          <p:cNvPr id="1316" name="Google Shape;1316;p188"/>
          <p:cNvGrpSpPr/>
          <p:nvPr/>
        </p:nvGrpSpPr>
        <p:grpSpPr>
          <a:xfrm>
            <a:off x="-1065849" y="2249075"/>
            <a:ext cx="2666049" cy="2928716"/>
            <a:chOff x="-1065849" y="2498972"/>
            <a:chExt cx="2666049" cy="3254129"/>
          </a:xfrm>
        </p:grpSpPr>
        <p:pic>
          <p:nvPicPr>
            <p:cNvPr descr="Artboard 66.png" id="1317" name="Google Shape;1317;p188"/>
            <p:cNvPicPr preferRelativeResize="0"/>
            <p:nvPr/>
          </p:nvPicPr>
          <p:blipFill rotWithShape="1">
            <a:blip r:embed="rId4">
              <a:alphaModFix/>
            </a:blip>
            <a:srcRect b="0" l="63421" r="0" t="0"/>
            <a:stretch/>
          </p:blipFill>
          <p:spPr>
            <a:xfrm rot="5400000">
              <a:off x="179657" y="4332558"/>
              <a:ext cx="1156051" cy="1685035"/>
            </a:xfrm>
            <a:prstGeom prst="rect">
              <a:avLst/>
            </a:prstGeom>
            <a:noFill/>
            <a:ln>
              <a:noFill/>
            </a:ln>
          </p:spPr>
        </p:pic>
        <p:sp>
          <p:nvSpPr>
            <p:cNvPr id="1318" name="Google Shape;1318;p188"/>
            <p:cNvSpPr/>
            <p:nvPr/>
          </p:nvSpPr>
          <p:spPr>
            <a:xfrm>
              <a:off x="-1065849" y="2498972"/>
              <a:ext cx="2132700" cy="21387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hapes + Element">
  <p:cSld name="Title Slide - Shapes + Element">
    <p:spTree>
      <p:nvGrpSpPr>
        <p:cNvPr id="1319" name="Shape 1319"/>
        <p:cNvGrpSpPr/>
        <p:nvPr/>
      </p:nvGrpSpPr>
      <p:grpSpPr>
        <a:xfrm>
          <a:off x="0" y="0"/>
          <a:ext cx="0" cy="0"/>
          <a:chOff x="0" y="0"/>
          <a:chExt cx="0" cy="0"/>
        </a:xfrm>
      </p:grpSpPr>
      <p:pic>
        <p:nvPicPr>
          <p:cNvPr descr="Artboard 72.png" id="1320" name="Google Shape;1320;p189"/>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1321" name="Google Shape;1321;p189"/>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B376C"/>
              </a:buClr>
              <a:buSzPts val="4000"/>
              <a:buFont typeface="Helvetica Neue"/>
              <a:buNone/>
              <a:defRPr b="1" sz="4000">
                <a:solidFill>
                  <a:srgbClr val="1B376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2" name="Google Shape;1322;p189"/>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dk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1323" name="Google Shape;1323;p189"/>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rgbClr val="909A9A"/>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grpSp>
        <p:nvGrpSpPr>
          <p:cNvPr id="1324" name="Google Shape;1324;p189"/>
          <p:cNvGrpSpPr/>
          <p:nvPr/>
        </p:nvGrpSpPr>
        <p:grpSpPr>
          <a:xfrm>
            <a:off x="4648200" y="-102869"/>
            <a:ext cx="4737314" cy="5760719"/>
            <a:chOff x="4648200" y="-114299"/>
            <a:chExt cx="4737314" cy="6400799"/>
          </a:xfrm>
        </p:grpSpPr>
        <p:sp>
          <p:nvSpPr>
            <p:cNvPr id="1325" name="Google Shape;1325;p189"/>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326" name="Google Shape;1326;p189"/>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female photo in circle">
  <p:cSld name="Title Slide - female photo in circle">
    <p:bg>
      <p:bgPr>
        <a:solidFill>
          <a:srgbClr val="0D1F32"/>
        </a:solidFill>
      </p:bgPr>
    </p:bg>
    <p:spTree>
      <p:nvGrpSpPr>
        <p:cNvPr id="1327" name="Shape 1327"/>
        <p:cNvGrpSpPr/>
        <p:nvPr/>
      </p:nvGrpSpPr>
      <p:grpSpPr>
        <a:xfrm>
          <a:off x="0" y="0"/>
          <a:ext cx="0" cy="0"/>
          <a:chOff x="0" y="0"/>
          <a:chExt cx="0" cy="0"/>
        </a:xfrm>
      </p:grpSpPr>
      <p:pic>
        <p:nvPicPr>
          <p:cNvPr descr="Artboard 71.png" id="1328" name="Google Shape;1328;p190"/>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1329" name="Google Shape;1329;p190"/>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0" name="Google Shape;1330;p190"/>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1331" name="Google Shape;1331;p190"/>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rgbClr val="909A9A"/>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Artboard 80.png" id="1332" name="Google Shape;1332;p190"/>
          <p:cNvPicPr preferRelativeResize="0"/>
          <p:nvPr/>
        </p:nvPicPr>
        <p:blipFill rotWithShape="1">
          <a:blip r:embed="rId3">
            <a:alphaModFix/>
          </a:blip>
          <a:srcRect b="0" l="0" r="0" t="0"/>
          <a:stretch/>
        </p:blipFill>
        <p:spPr>
          <a:xfrm>
            <a:off x="5523463" y="1131570"/>
            <a:ext cx="3601384" cy="2872670"/>
          </a:xfrm>
          <a:prstGeom prst="rect">
            <a:avLst/>
          </a:prstGeom>
          <a:noFill/>
          <a:ln>
            <a:noFill/>
          </a:ln>
        </p:spPr>
      </p:pic>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male photo in circle">
  <p:cSld name="Title Slide - male photo in circle">
    <p:bg>
      <p:bgPr>
        <a:solidFill>
          <a:srgbClr val="0D1F32"/>
        </a:solidFill>
      </p:bgPr>
    </p:bg>
    <p:spTree>
      <p:nvGrpSpPr>
        <p:cNvPr id="1333" name="Shape 1333"/>
        <p:cNvGrpSpPr/>
        <p:nvPr/>
      </p:nvGrpSpPr>
      <p:grpSpPr>
        <a:xfrm>
          <a:off x="0" y="0"/>
          <a:ext cx="0" cy="0"/>
          <a:chOff x="0" y="0"/>
          <a:chExt cx="0" cy="0"/>
        </a:xfrm>
      </p:grpSpPr>
      <p:pic>
        <p:nvPicPr>
          <p:cNvPr descr="Artboard 71.png" id="1334" name="Google Shape;1334;p191"/>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sp>
        <p:nvSpPr>
          <p:cNvPr id="1335" name="Google Shape;1335;p191"/>
          <p:cNvSpPr txBox="1"/>
          <p:nvPr>
            <p:ph type="ctrTitle"/>
          </p:nvPr>
        </p:nvSpPr>
        <p:spPr>
          <a:xfrm>
            <a:off x="490419" y="1445955"/>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6" name="Google Shape;1336;p191"/>
          <p:cNvSpPr txBox="1"/>
          <p:nvPr>
            <p:ph idx="1" type="subTitle"/>
          </p:nvPr>
        </p:nvSpPr>
        <p:spPr>
          <a:xfrm>
            <a:off x="490418" y="2548474"/>
            <a:ext cx="3471900" cy="6288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1337" name="Google Shape;1337;p191"/>
          <p:cNvSpPr txBox="1"/>
          <p:nvPr>
            <p:ph idx="10" type="dt"/>
          </p:nvPr>
        </p:nvSpPr>
        <p:spPr>
          <a:xfrm>
            <a:off x="490418" y="3185087"/>
            <a:ext cx="21336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rgbClr val="909A9A"/>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Artboard 79.png" id="1338" name="Google Shape;1338;p191"/>
          <p:cNvPicPr preferRelativeResize="0"/>
          <p:nvPr/>
        </p:nvPicPr>
        <p:blipFill rotWithShape="1">
          <a:blip r:embed="rId3">
            <a:alphaModFix/>
          </a:blip>
          <a:srcRect b="0" l="0" r="0" t="0"/>
          <a:stretch/>
        </p:blipFill>
        <p:spPr>
          <a:xfrm>
            <a:off x="5813885" y="1180190"/>
            <a:ext cx="3340005" cy="2763159"/>
          </a:xfrm>
          <a:prstGeom prst="rect">
            <a:avLst/>
          </a:prstGeom>
          <a:noFill/>
          <a:ln>
            <a:noFill/>
          </a:ln>
        </p:spPr>
      </p:pic>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Light">
  <p:cSld name="Section Slide - Light">
    <p:bg>
      <p:bgPr>
        <a:solidFill>
          <a:srgbClr val="FFFFFF"/>
        </a:solidFill>
      </p:bgPr>
    </p:bg>
    <p:spTree>
      <p:nvGrpSpPr>
        <p:cNvPr id="1339" name="Shape 1339"/>
        <p:cNvGrpSpPr/>
        <p:nvPr/>
      </p:nvGrpSpPr>
      <p:grpSpPr>
        <a:xfrm>
          <a:off x="0" y="0"/>
          <a:ext cx="0" cy="0"/>
          <a:chOff x="0" y="0"/>
          <a:chExt cx="0" cy="0"/>
        </a:xfrm>
      </p:grpSpPr>
      <p:pic>
        <p:nvPicPr>
          <p:cNvPr descr="Artboard 72.png" id="1340" name="Google Shape;1340;p192"/>
          <p:cNvPicPr preferRelativeResize="0"/>
          <p:nvPr/>
        </p:nvPicPr>
        <p:blipFill rotWithShape="1">
          <a:blip r:embed="rId2">
            <a:alphaModFix/>
          </a:blip>
          <a:srcRect b="0" l="0" r="0" t="0"/>
          <a:stretch/>
        </p:blipFill>
        <p:spPr>
          <a:xfrm>
            <a:off x="355237" y="285541"/>
            <a:ext cx="2118096" cy="430589"/>
          </a:xfrm>
          <a:prstGeom prst="rect">
            <a:avLst/>
          </a:prstGeom>
          <a:noFill/>
          <a:ln>
            <a:noFill/>
          </a:ln>
        </p:spPr>
      </p:pic>
      <p:sp>
        <p:nvSpPr>
          <p:cNvPr id="1341" name="Google Shape;1341;p192"/>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Helvetica Neue"/>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2" name="Google Shape;1342;p192"/>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dk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pic>
        <p:nvPicPr>
          <p:cNvPr descr="Artboard 75.png" id="1343" name="Google Shape;1343;p192"/>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 Dark">
  <p:cSld name="Section Slide - Dark">
    <p:bg>
      <p:bgPr>
        <a:solidFill>
          <a:srgbClr val="0D1F32"/>
        </a:solidFill>
      </p:bgPr>
    </p:bg>
    <p:spTree>
      <p:nvGrpSpPr>
        <p:cNvPr id="1344" name="Shape 1344"/>
        <p:cNvGrpSpPr/>
        <p:nvPr/>
      </p:nvGrpSpPr>
      <p:grpSpPr>
        <a:xfrm>
          <a:off x="0" y="0"/>
          <a:ext cx="0" cy="0"/>
          <a:chOff x="0" y="0"/>
          <a:chExt cx="0" cy="0"/>
        </a:xfrm>
      </p:grpSpPr>
      <p:sp>
        <p:nvSpPr>
          <p:cNvPr id="1345" name="Google Shape;1345;p193"/>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6" name="Google Shape;1346;p193"/>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pic>
        <p:nvPicPr>
          <p:cNvPr descr="Artboard 71.png" id="1347" name="Google Shape;1347;p193"/>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1348" name="Google Shape;1348;p193"/>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ine/Agenda">
  <p:cSld name="Outline/Agenda">
    <p:spTree>
      <p:nvGrpSpPr>
        <p:cNvPr id="1349" name="Shape 1349"/>
        <p:cNvGrpSpPr/>
        <p:nvPr/>
      </p:nvGrpSpPr>
      <p:grpSpPr>
        <a:xfrm>
          <a:off x="0" y="0"/>
          <a:ext cx="0" cy="0"/>
          <a:chOff x="0" y="0"/>
          <a:chExt cx="0" cy="0"/>
        </a:xfrm>
      </p:grpSpPr>
      <p:sp>
        <p:nvSpPr>
          <p:cNvPr id="1350" name="Google Shape;1350;p19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1" name="Google Shape;1351;p19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descr="Artboard 70.png" id="1352" name="Google Shape;1352;p19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353" name="Google Shape;1353;p194"/>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4" name="Google Shape;1354;p194"/>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Font typeface="Arial"/>
              <a:buChar char="•"/>
              <a:defRPr sz="24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67.png" id="1355" name="Google Shape;1355;p194"/>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1">
  <p:cSld name="Content - One Column_V1">
    <p:spTree>
      <p:nvGrpSpPr>
        <p:cNvPr id="1356" name="Shape 1356"/>
        <p:cNvGrpSpPr/>
        <p:nvPr/>
      </p:nvGrpSpPr>
      <p:grpSpPr>
        <a:xfrm>
          <a:off x="0" y="0"/>
          <a:ext cx="0" cy="0"/>
          <a:chOff x="0" y="0"/>
          <a:chExt cx="0" cy="0"/>
        </a:xfrm>
      </p:grpSpPr>
      <p:sp>
        <p:nvSpPr>
          <p:cNvPr id="1357" name="Google Shape;1357;p195"/>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8" name="Google Shape;1358;p195"/>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359" name="Google Shape;1359;p195"/>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360" name="Google Shape;1360;p195"/>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361" name="Google Shape;1361;p19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2" name="Google Shape;1362;p19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One Column_V2">
  <p:cSld name="Content - One Column_V2">
    <p:spTree>
      <p:nvGrpSpPr>
        <p:cNvPr id="1363" name="Shape 1363"/>
        <p:cNvGrpSpPr/>
        <p:nvPr/>
      </p:nvGrpSpPr>
      <p:grpSpPr>
        <a:xfrm>
          <a:off x="0" y="0"/>
          <a:ext cx="0" cy="0"/>
          <a:chOff x="0" y="0"/>
          <a:chExt cx="0" cy="0"/>
        </a:xfrm>
      </p:grpSpPr>
      <p:sp>
        <p:nvSpPr>
          <p:cNvPr id="1364" name="Google Shape;1364;p196"/>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5" name="Google Shape;1365;p196"/>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366" name="Google Shape;1366;p196"/>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367" name="Google Shape;1367;p19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8" name="Google Shape;1368;p19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1369" name="Google Shape;1369;p196"/>
          <p:cNvGrpSpPr/>
          <p:nvPr/>
        </p:nvGrpSpPr>
        <p:grpSpPr>
          <a:xfrm rot="10800000">
            <a:off x="7010292" y="-239987"/>
            <a:ext cx="2119001" cy="2609606"/>
            <a:chOff x="4648200" y="-114299"/>
            <a:chExt cx="4737314" cy="6400799"/>
          </a:xfrm>
        </p:grpSpPr>
        <p:sp>
          <p:nvSpPr>
            <p:cNvPr id="1370" name="Google Shape;1370;p196"/>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371" name="Google Shape;1371;p196"/>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1">
  <p:cSld name="Content - Two Column_V1">
    <p:bg>
      <p:bgPr>
        <a:solidFill>
          <a:schemeClr val="dk2"/>
        </a:solidFill>
      </p:bgPr>
    </p:bg>
    <p:spTree>
      <p:nvGrpSpPr>
        <p:cNvPr id="1372" name="Shape 1372"/>
        <p:cNvGrpSpPr/>
        <p:nvPr/>
      </p:nvGrpSpPr>
      <p:grpSpPr>
        <a:xfrm>
          <a:off x="0" y="0"/>
          <a:ext cx="0" cy="0"/>
          <a:chOff x="0" y="0"/>
          <a:chExt cx="0" cy="0"/>
        </a:xfrm>
      </p:grpSpPr>
      <p:sp>
        <p:nvSpPr>
          <p:cNvPr id="1373" name="Google Shape;1373;p197"/>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74" name="Google Shape;1374;p197"/>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75" name="Google Shape;1375;p197"/>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67.png" id="1376" name="Google Shape;1376;p197"/>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377" name="Google Shape;1377;p19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8" name="Google Shape;1378;p19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379" name="Google Shape;1379;p197"/>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_V2">
  <p:cSld name="Content - Two Column_V2">
    <p:bg>
      <p:bgPr>
        <a:solidFill>
          <a:schemeClr val="dk2"/>
        </a:solidFill>
      </p:bgPr>
    </p:bg>
    <p:spTree>
      <p:nvGrpSpPr>
        <p:cNvPr id="1380" name="Shape 1380"/>
        <p:cNvGrpSpPr/>
        <p:nvPr/>
      </p:nvGrpSpPr>
      <p:grpSpPr>
        <a:xfrm>
          <a:off x="0" y="0"/>
          <a:ext cx="0" cy="0"/>
          <a:chOff x="0" y="0"/>
          <a:chExt cx="0" cy="0"/>
        </a:xfrm>
      </p:grpSpPr>
      <p:sp>
        <p:nvSpPr>
          <p:cNvPr id="1381" name="Google Shape;1381;p198"/>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chemeClr val="lt1"/>
                </a:solidFill>
              </a:defRPr>
            </a:lvl1pPr>
            <a:lvl2pPr indent="-330200" lvl="1" marL="914400" algn="l">
              <a:spcBef>
                <a:spcPts val="320"/>
              </a:spcBef>
              <a:spcAft>
                <a:spcPts val="0"/>
              </a:spcAft>
              <a:buSzPts val="1600"/>
              <a:buChar char="•"/>
              <a:defRPr>
                <a:solidFill>
                  <a:schemeClr val="lt1"/>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82" name="Google Shape;1382;p198"/>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chemeClr val="lt2"/>
                </a:solidFill>
              </a:defRPr>
            </a:lvl1pPr>
            <a:lvl2pPr indent="-330200" lvl="1" marL="914400" algn="l">
              <a:spcBef>
                <a:spcPts val="320"/>
              </a:spcBef>
              <a:spcAft>
                <a:spcPts val="0"/>
              </a:spcAft>
              <a:buSzPts val="1600"/>
              <a:buChar char="•"/>
              <a:defRPr>
                <a:solidFill>
                  <a:schemeClr val="lt2"/>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83" name="Google Shape;1383;p198"/>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Helvetica Neue"/>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4" name="Google Shape;1384;p19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5" name="Google Shape;1385;p19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chemeClr val="lt1"/>
                </a:solidFill>
                <a:latin typeface="Helvetica Neue"/>
                <a:ea typeface="Helvetica Neue"/>
                <a:cs typeface="Helvetica Neue"/>
                <a:sym typeface="Helvetica Neue"/>
              </a:defRPr>
            </a:lvl1pPr>
            <a:lvl2pPr indent="0" lvl="1" marL="0" algn="l">
              <a:spcBef>
                <a:spcPts val="0"/>
              </a:spcBef>
              <a:buNone/>
              <a:defRPr b="0" i="0" sz="1200" u="none" cap="none" strike="noStrike">
                <a:solidFill>
                  <a:schemeClr val="lt1"/>
                </a:solidFill>
                <a:latin typeface="Helvetica Neue"/>
                <a:ea typeface="Helvetica Neue"/>
                <a:cs typeface="Helvetica Neue"/>
                <a:sym typeface="Helvetica Neue"/>
              </a:defRPr>
            </a:lvl2pPr>
            <a:lvl3pPr indent="0" lvl="2" marL="0" algn="l">
              <a:spcBef>
                <a:spcPts val="0"/>
              </a:spcBef>
              <a:buNone/>
              <a:defRPr b="0" i="0" sz="1200" u="none" cap="none" strike="noStrike">
                <a:solidFill>
                  <a:schemeClr val="lt1"/>
                </a:solidFill>
                <a:latin typeface="Helvetica Neue"/>
                <a:ea typeface="Helvetica Neue"/>
                <a:cs typeface="Helvetica Neue"/>
                <a:sym typeface="Helvetica Neue"/>
              </a:defRPr>
            </a:lvl3pPr>
            <a:lvl4pPr indent="0" lvl="3" marL="0" algn="l">
              <a:spcBef>
                <a:spcPts val="0"/>
              </a:spcBef>
              <a:buNone/>
              <a:defRPr b="0" i="0" sz="1200" u="none" cap="none" strike="noStrike">
                <a:solidFill>
                  <a:schemeClr val="lt1"/>
                </a:solidFill>
                <a:latin typeface="Helvetica Neue"/>
                <a:ea typeface="Helvetica Neue"/>
                <a:cs typeface="Helvetica Neue"/>
                <a:sym typeface="Helvetica Neue"/>
              </a:defRPr>
            </a:lvl4pPr>
            <a:lvl5pPr indent="0" lvl="4" marL="0" algn="l">
              <a:spcBef>
                <a:spcPts val="0"/>
              </a:spcBef>
              <a:buNone/>
              <a:defRPr b="0" i="0" sz="1200" u="none" cap="none" strike="noStrike">
                <a:solidFill>
                  <a:schemeClr val="lt1"/>
                </a:solidFill>
                <a:latin typeface="Helvetica Neue"/>
                <a:ea typeface="Helvetica Neue"/>
                <a:cs typeface="Helvetica Neue"/>
                <a:sym typeface="Helvetica Neue"/>
              </a:defRPr>
            </a:lvl5pPr>
            <a:lvl6pPr indent="0" lvl="5" marL="0" algn="l">
              <a:spcBef>
                <a:spcPts val="0"/>
              </a:spcBef>
              <a:buNone/>
              <a:defRPr b="0" i="0" sz="1200" u="none" cap="none" strike="noStrike">
                <a:solidFill>
                  <a:schemeClr val="lt1"/>
                </a:solidFill>
                <a:latin typeface="Helvetica Neue"/>
                <a:ea typeface="Helvetica Neue"/>
                <a:cs typeface="Helvetica Neue"/>
                <a:sym typeface="Helvetica Neue"/>
              </a:defRPr>
            </a:lvl6pPr>
            <a:lvl7pPr indent="0" lvl="6" marL="0" algn="l">
              <a:spcBef>
                <a:spcPts val="0"/>
              </a:spcBef>
              <a:buNone/>
              <a:defRPr b="0" i="0" sz="1200" u="none" cap="none" strike="noStrike">
                <a:solidFill>
                  <a:schemeClr val="lt1"/>
                </a:solidFill>
                <a:latin typeface="Helvetica Neue"/>
                <a:ea typeface="Helvetica Neue"/>
                <a:cs typeface="Helvetica Neue"/>
                <a:sym typeface="Helvetica Neue"/>
              </a:defRPr>
            </a:lvl7pPr>
            <a:lvl8pPr indent="0" lvl="7" marL="0" algn="l">
              <a:spcBef>
                <a:spcPts val="0"/>
              </a:spcBef>
              <a:buNone/>
              <a:defRPr b="0" i="0" sz="1200" u="none" cap="none" strike="noStrike">
                <a:solidFill>
                  <a:schemeClr val="lt1"/>
                </a:solidFill>
                <a:latin typeface="Helvetica Neue"/>
                <a:ea typeface="Helvetica Neue"/>
                <a:cs typeface="Helvetica Neue"/>
                <a:sym typeface="Helvetica Neue"/>
              </a:defRPr>
            </a:lvl8pPr>
            <a:lvl9pPr indent="0" lvl="8" marL="0" algn="l">
              <a:spcBef>
                <a:spcPts val="0"/>
              </a:spcBef>
              <a:buNone/>
              <a:defRPr b="0" i="0" sz="1200" u="none" cap="none" strike="noStrike">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1386" name="Google Shape;1386;p198"/>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387" name="Google Shape;1387;p198"/>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1388" name="Google Shape;1388;p198"/>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wo Column + Subtitle">
  <p:cSld name="Content - Two Column + Subtitle">
    <p:bg>
      <p:bgPr>
        <a:solidFill>
          <a:schemeClr val="dk2"/>
        </a:solidFill>
      </p:bgPr>
    </p:bg>
    <p:spTree>
      <p:nvGrpSpPr>
        <p:cNvPr id="1389" name="Shape 1389"/>
        <p:cNvGrpSpPr/>
        <p:nvPr/>
      </p:nvGrpSpPr>
      <p:grpSpPr>
        <a:xfrm>
          <a:off x="0" y="0"/>
          <a:ext cx="0" cy="0"/>
          <a:chOff x="0" y="0"/>
          <a:chExt cx="0" cy="0"/>
        </a:xfrm>
      </p:grpSpPr>
      <p:sp>
        <p:nvSpPr>
          <p:cNvPr id="1390" name="Google Shape;1390;p199"/>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91" name="Google Shape;1391;p199"/>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92" name="Google Shape;1392;p199"/>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a:p>
        </p:txBody>
      </p:sp>
      <p:sp>
        <p:nvSpPr>
          <p:cNvPr id="1393" name="Google Shape;1393;p199"/>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94" name="Google Shape;1394;p199"/>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rgbClr val="FFFFFF"/>
                </a:solidFill>
              </a:defRPr>
            </a:lvl1pPr>
            <a:lvl2pPr indent="-330200" lvl="1" marL="914400" algn="l">
              <a:spcBef>
                <a:spcPts val="320"/>
              </a:spcBef>
              <a:spcAft>
                <a:spcPts val="0"/>
              </a:spcAft>
              <a:buSzPts val="1600"/>
              <a:buChar char="•"/>
              <a:defRPr>
                <a:solidFill>
                  <a:srgbClr val="FFFFFF"/>
                </a:solidFill>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67.png" id="1395" name="Google Shape;1395;p199"/>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396" name="Google Shape;1396;p19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7" name="Google Shape;1397;p19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398" name="Google Shape;1398;p199"/>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2">
  <p:cSld name="Content + Image/Graphic_V2">
    <p:spTree>
      <p:nvGrpSpPr>
        <p:cNvPr id="1399" name="Shape 1399"/>
        <p:cNvGrpSpPr/>
        <p:nvPr/>
      </p:nvGrpSpPr>
      <p:grpSpPr>
        <a:xfrm>
          <a:off x="0" y="0"/>
          <a:ext cx="0" cy="0"/>
          <a:chOff x="0" y="0"/>
          <a:chExt cx="0" cy="0"/>
        </a:xfrm>
      </p:grpSpPr>
      <p:sp>
        <p:nvSpPr>
          <p:cNvPr id="1400" name="Google Shape;1400;p200"/>
          <p:cNvSpPr/>
          <p:nvPr/>
        </p:nvSpPr>
        <p:spPr>
          <a:xfrm>
            <a:off x="5279456" y="-193688"/>
            <a:ext cx="3965700" cy="5394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01" name="Google Shape;1401;p200"/>
          <p:cNvSpPr txBox="1"/>
          <p:nvPr/>
        </p:nvSpPr>
        <p:spPr>
          <a:xfrm>
            <a:off x="506407" y="119099"/>
            <a:ext cx="44136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a:p>
        </p:txBody>
      </p:sp>
      <p:sp>
        <p:nvSpPr>
          <p:cNvPr id="1402" name="Google Shape;1402;p200"/>
          <p:cNvSpPr txBox="1"/>
          <p:nvPr>
            <p:ph idx="1" type="body"/>
          </p:nvPr>
        </p:nvSpPr>
        <p:spPr>
          <a:xfrm>
            <a:off x="506415" y="1255961"/>
            <a:ext cx="44136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03" name="Google Shape;1403;p200"/>
          <p:cNvSpPr txBox="1"/>
          <p:nvPr>
            <p:ph idx="2" type="body"/>
          </p:nvPr>
        </p:nvSpPr>
        <p:spPr>
          <a:xfrm>
            <a:off x="5612732" y="1401241"/>
            <a:ext cx="3303900" cy="24156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solidFill>
                  <a:schemeClr val="lt1"/>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404" name="Google Shape;1404;p200"/>
          <p:cNvPicPr preferRelativeResize="0"/>
          <p:nvPr/>
        </p:nvPicPr>
        <p:blipFill rotWithShape="1">
          <a:blip r:embed="rId2">
            <a:alphaModFix/>
          </a:blip>
          <a:srcRect b="0" l="0" r="0" t="0"/>
          <a:stretch/>
        </p:blipFill>
        <p:spPr>
          <a:xfrm>
            <a:off x="506407" y="4568956"/>
            <a:ext cx="426553" cy="376236"/>
          </a:xfrm>
          <a:prstGeom prst="rect">
            <a:avLst/>
          </a:prstGeom>
          <a:noFill/>
          <a:ln>
            <a:noFill/>
          </a:ln>
        </p:spPr>
      </p:pic>
      <p:pic>
        <p:nvPicPr>
          <p:cNvPr descr="Artboard 67.png" id="1405" name="Google Shape;1405;p200"/>
          <p:cNvPicPr preferRelativeResize="0"/>
          <p:nvPr/>
        </p:nvPicPr>
        <p:blipFill rotWithShape="1">
          <a:blip r:embed="rId3">
            <a:alphaModFix/>
          </a:blip>
          <a:srcRect b="0" l="0" r="0" t="0"/>
          <a:stretch/>
        </p:blipFill>
        <p:spPr>
          <a:xfrm>
            <a:off x="8067608" y="-68739"/>
            <a:ext cx="655818" cy="839265"/>
          </a:xfrm>
          <a:prstGeom prst="rect">
            <a:avLst/>
          </a:prstGeom>
          <a:noFill/>
          <a:ln>
            <a:noFill/>
          </a:ln>
        </p:spPr>
      </p:pic>
      <p:sp>
        <p:nvSpPr>
          <p:cNvPr id="1406" name="Google Shape;1406;p20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7" name="Google Shape;1407;p20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1">
  <p:cSld name="Quote/Callout_V1">
    <p:spTree>
      <p:nvGrpSpPr>
        <p:cNvPr id="1408" name="Shape 1408"/>
        <p:cNvGrpSpPr/>
        <p:nvPr/>
      </p:nvGrpSpPr>
      <p:grpSpPr>
        <a:xfrm>
          <a:off x="0" y="0"/>
          <a:ext cx="0" cy="0"/>
          <a:chOff x="0" y="0"/>
          <a:chExt cx="0" cy="0"/>
        </a:xfrm>
      </p:grpSpPr>
      <p:sp>
        <p:nvSpPr>
          <p:cNvPr id="1409" name="Google Shape;1409;p201"/>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rgbClr val="1B376C"/>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410" name="Google Shape;1410;p20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411" name="Google Shape;1411;p201"/>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412" name="Google Shape;1412;p20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3" name="Google Shape;1413;p20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p:cSld name="Picture ">
    <p:spTree>
      <p:nvGrpSpPr>
        <p:cNvPr id="1414" name="Shape 1414"/>
        <p:cNvGrpSpPr/>
        <p:nvPr/>
      </p:nvGrpSpPr>
      <p:grpSpPr>
        <a:xfrm>
          <a:off x="0" y="0"/>
          <a:ext cx="0" cy="0"/>
          <a:chOff x="0" y="0"/>
          <a:chExt cx="0" cy="0"/>
        </a:xfrm>
      </p:grpSpPr>
      <p:sp>
        <p:nvSpPr>
          <p:cNvPr id="1415" name="Google Shape;1415;p202"/>
          <p:cNvSpPr/>
          <p:nvPr>
            <p:ph idx="2" type="pic"/>
          </p:nvPr>
        </p:nvSpPr>
        <p:spPr>
          <a:xfrm>
            <a:off x="994663" y="459582"/>
            <a:ext cx="7072800" cy="4000500"/>
          </a:xfrm>
          <a:prstGeom prst="rect">
            <a:avLst/>
          </a:prstGeom>
          <a:noFill/>
          <a:ln>
            <a:noFill/>
          </a:ln>
        </p:spPr>
        <p:txBody>
          <a:bodyPr anchorCtr="0" anchor="t" bIns="45700" lIns="91425" spcFirstLastPara="1" rIns="91425" wrap="square" tIns="45700">
            <a:noAutofit/>
          </a:bodyPr>
          <a:lstStyle>
            <a:lvl1pPr lvl="0" marR="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70.png" id="1416" name="Google Shape;1416;p202"/>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417" name="Google Shape;1417;p202"/>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418" name="Google Shape;1418;p20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9" name="Google Shape;1419;p20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1">
  <p:cSld name="Full Picture_V1">
    <p:spTree>
      <p:nvGrpSpPr>
        <p:cNvPr id="1420" name="Shape 1420"/>
        <p:cNvGrpSpPr/>
        <p:nvPr/>
      </p:nvGrpSpPr>
      <p:grpSpPr>
        <a:xfrm>
          <a:off x="0" y="0"/>
          <a:ext cx="0" cy="0"/>
          <a:chOff x="0" y="0"/>
          <a:chExt cx="0" cy="0"/>
        </a:xfrm>
      </p:grpSpPr>
      <p:sp>
        <p:nvSpPr>
          <p:cNvPr id="1421" name="Google Shape;1421;p203"/>
          <p:cNvSpPr/>
          <p:nvPr>
            <p:ph idx="2" type="pic"/>
          </p:nvPr>
        </p:nvSpPr>
        <p:spPr>
          <a:xfrm>
            <a:off x="-71048" y="-79930"/>
            <a:ext cx="9215100" cy="5299500"/>
          </a:xfrm>
          <a:prstGeom prst="rect">
            <a:avLst/>
          </a:prstGeom>
          <a:noFill/>
          <a:ln>
            <a:noFill/>
          </a:ln>
        </p:spPr>
        <p:txBody>
          <a:bodyPr anchorCtr="0" anchor="t" bIns="45700" lIns="91425" spcFirstLastPara="1" rIns="91425" wrap="square" tIns="45700">
            <a:noAutofit/>
          </a:bodyPr>
          <a:lstStyle>
            <a:lvl1pPr lvl="0" marR="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70.png" id="1422" name="Google Shape;1422;p203"/>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2">
  <p:cSld name="Full Picture_V2">
    <p:spTree>
      <p:nvGrpSpPr>
        <p:cNvPr id="1423" name="Shape 1423"/>
        <p:cNvGrpSpPr/>
        <p:nvPr/>
      </p:nvGrpSpPr>
      <p:grpSpPr>
        <a:xfrm>
          <a:off x="0" y="0"/>
          <a:ext cx="0" cy="0"/>
          <a:chOff x="0" y="0"/>
          <a:chExt cx="0" cy="0"/>
        </a:xfrm>
      </p:grpSpPr>
      <p:sp>
        <p:nvSpPr>
          <p:cNvPr id="1424" name="Google Shape;1424;p204"/>
          <p:cNvSpPr/>
          <p:nvPr>
            <p:ph idx="2" type="pic"/>
          </p:nvPr>
        </p:nvSpPr>
        <p:spPr>
          <a:xfrm>
            <a:off x="-71048" y="-79930"/>
            <a:ext cx="9215100" cy="5299500"/>
          </a:xfrm>
          <a:prstGeom prst="rect">
            <a:avLst/>
          </a:prstGeom>
          <a:noFill/>
          <a:ln>
            <a:noFill/>
          </a:ln>
        </p:spPr>
        <p:txBody>
          <a:bodyPr anchorCtr="0" anchor="t" bIns="45700" lIns="91425" spcFirstLastPara="1" rIns="91425" wrap="square" tIns="45700">
            <a:noAutofit/>
          </a:bodyPr>
          <a:lstStyle>
            <a:lvl1pPr lvl="0" marR="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70.png" id="1425" name="Google Shape;1425;p20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grpSp>
        <p:nvGrpSpPr>
          <p:cNvPr id="1426" name="Google Shape;1426;p204"/>
          <p:cNvGrpSpPr/>
          <p:nvPr/>
        </p:nvGrpSpPr>
        <p:grpSpPr>
          <a:xfrm rot="10800000">
            <a:off x="7010292" y="-239987"/>
            <a:ext cx="2119001" cy="2609606"/>
            <a:chOff x="4648200" y="-114299"/>
            <a:chExt cx="4737314" cy="6400799"/>
          </a:xfrm>
        </p:grpSpPr>
        <p:sp>
          <p:nvSpPr>
            <p:cNvPr id="1427" name="Google Shape;1427;p204"/>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428" name="Google Shape;1428;p204"/>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icture_V3">
  <p:cSld name="Full Picture_V3">
    <p:spTree>
      <p:nvGrpSpPr>
        <p:cNvPr id="1429" name="Shape 1429"/>
        <p:cNvGrpSpPr/>
        <p:nvPr/>
      </p:nvGrpSpPr>
      <p:grpSpPr>
        <a:xfrm>
          <a:off x="0" y="0"/>
          <a:ext cx="0" cy="0"/>
          <a:chOff x="0" y="0"/>
          <a:chExt cx="0" cy="0"/>
        </a:xfrm>
      </p:grpSpPr>
      <p:sp>
        <p:nvSpPr>
          <p:cNvPr id="1430" name="Google Shape;1430;p205"/>
          <p:cNvSpPr/>
          <p:nvPr>
            <p:ph idx="2" type="pic"/>
          </p:nvPr>
        </p:nvSpPr>
        <p:spPr>
          <a:xfrm>
            <a:off x="-71048" y="-79930"/>
            <a:ext cx="9215100" cy="5299500"/>
          </a:xfrm>
          <a:prstGeom prst="rect">
            <a:avLst/>
          </a:prstGeom>
          <a:noFill/>
          <a:ln>
            <a:noFill/>
          </a:ln>
        </p:spPr>
        <p:txBody>
          <a:bodyPr anchorCtr="0" anchor="t" bIns="45700" lIns="91425" spcFirstLastPara="1" rIns="91425" wrap="square" tIns="45700">
            <a:noAutofit/>
          </a:bodyPr>
          <a:lstStyle>
            <a:lvl1pPr lvl="0" marR="0" algn="l">
              <a:spcBef>
                <a:spcPts val="640"/>
              </a:spcBef>
              <a:spcAft>
                <a:spcPts val="0"/>
              </a:spcAft>
              <a:buClr>
                <a:schemeClr val="accent1"/>
              </a:buClr>
              <a:buSzPts val="3200"/>
              <a:buFont typeface="Arial"/>
              <a:buNone/>
              <a:defRPr b="0" i="0" sz="3200" u="none" cap="none" strike="noStrike">
                <a:solidFill>
                  <a:schemeClr val="dk1"/>
                </a:solidFill>
                <a:latin typeface="Helvetica Neue"/>
                <a:ea typeface="Helvetica Neue"/>
                <a:cs typeface="Helvetica Neue"/>
                <a:sym typeface="Helvetica Neue"/>
              </a:defRPr>
            </a:lvl1pPr>
            <a:lvl2pPr lvl="1" marR="0" algn="l">
              <a:spcBef>
                <a:spcPts val="560"/>
              </a:spcBef>
              <a:spcAft>
                <a:spcPts val="0"/>
              </a:spcAft>
              <a:buClr>
                <a:schemeClr val="accent1"/>
              </a:buClr>
              <a:buSzPts val="2800"/>
              <a:buFont typeface="Arial"/>
              <a:buNone/>
              <a:defRPr b="0" i="0" sz="2800" u="none" cap="none" strike="noStrike">
                <a:solidFill>
                  <a:schemeClr val="dk1"/>
                </a:solidFill>
                <a:latin typeface="Helvetica Neue"/>
                <a:ea typeface="Helvetica Neue"/>
                <a:cs typeface="Helvetica Neue"/>
                <a:sym typeface="Helvetica Neue"/>
              </a:defRPr>
            </a:lvl2pPr>
            <a:lvl3pPr lvl="2" marR="0" algn="l">
              <a:spcBef>
                <a:spcPts val="480"/>
              </a:spcBef>
              <a:spcAft>
                <a:spcPts val="0"/>
              </a:spcAft>
              <a:buClr>
                <a:schemeClr val="accent1"/>
              </a:buClr>
              <a:buSzPts val="2400"/>
              <a:buFont typeface="Arial"/>
              <a:buNone/>
              <a:defRPr b="0" i="0" sz="2400" u="none" cap="none" strike="noStrike">
                <a:solidFill>
                  <a:schemeClr val="dk1"/>
                </a:solidFill>
                <a:latin typeface="Helvetica Neue"/>
                <a:ea typeface="Helvetica Neue"/>
                <a:cs typeface="Helvetica Neue"/>
                <a:sym typeface="Helvetica Neue"/>
              </a:defRPr>
            </a:lvl3pPr>
            <a:lvl4pPr lvl="3"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4pPr>
            <a:lvl5pPr lvl="4" marR="0" algn="l">
              <a:spcBef>
                <a:spcPts val="400"/>
              </a:spcBef>
              <a:spcAft>
                <a:spcPts val="0"/>
              </a:spcAft>
              <a:buClr>
                <a:schemeClr val="accent1"/>
              </a:buClr>
              <a:buSzPts val="2000"/>
              <a:buFont typeface="Arial"/>
              <a:buNone/>
              <a:defRPr b="0" i="0" sz="2000" u="none" cap="none" strike="noStrike">
                <a:solidFill>
                  <a:schemeClr val="dk1"/>
                </a:solidFill>
                <a:latin typeface="Helvetica Neue"/>
                <a:ea typeface="Helvetica Neue"/>
                <a:cs typeface="Helvetica Neue"/>
                <a:sym typeface="Helvetica Neue"/>
              </a:defRPr>
            </a:lvl5pPr>
            <a:lvl6pPr lvl="5"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pic>
        <p:nvPicPr>
          <p:cNvPr descr="Artboard 69.png" id="1431" name="Google Shape;1431;p205"/>
          <p:cNvPicPr preferRelativeResize="0"/>
          <p:nvPr/>
        </p:nvPicPr>
        <p:blipFill rotWithShape="1">
          <a:blip r:embed="rId2">
            <a:alphaModFix/>
          </a:blip>
          <a:srcRect b="0" l="0" r="0" t="0"/>
          <a:stretch/>
        </p:blipFill>
        <p:spPr>
          <a:xfrm>
            <a:off x="427722" y="4497192"/>
            <a:ext cx="575171" cy="474857"/>
          </a:xfrm>
          <a:prstGeom prst="rect">
            <a:avLst/>
          </a:prstGeom>
          <a:noFill/>
          <a:ln>
            <a:noFill/>
          </a:ln>
        </p:spPr>
      </p:pic>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2">
  <p:cSld name="Boilerplate_V2">
    <p:spTree>
      <p:nvGrpSpPr>
        <p:cNvPr id="1432" name="Shape 1432"/>
        <p:cNvGrpSpPr/>
        <p:nvPr/>
      </p:nvGrpSpPr>
      <p:grpSpPr>
        <a:xfrm>
          <a:off x="0" y="0"/>
          <a:ext cx="0" cy="0"/>
          <a:chOff x="0" y="0"/>
          <a:chExt cx="0" cy="0"/>
        </a:xfrm>
      </p:grpSpPr>
      <p:sp>
        <p:nvSpPr>
          <p:cNvPr id="1433" name="Google Shape;1433;p206"/>
          <p:cNvSpPr/>
          <p:nvPr/>
        </p:nvSpPr>
        <p:spPr>
          <a:xfrm>
            <a:off x="-150975" y="-111901"/>
            <a:ext cx="5737200" cy="5353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1.png" id="1434" name="Google Shape;1434;p206"/>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1435" name="Google Shape;1435;p206"/>
          <p:cNvSpPr txBox="1"/>
          <p:nvPr/>
        </p:nvSpPr>
        <p:spPr>
          <a:xfrm>
            <a:off x="266429" y="877761"/>
            <a:ext cx="49644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a:p>
        </p:txBody>
      </p:sp>
      <p:pic>
        <p:nvPicPr>
          <p:cNvPr descr="Artboard 67.png" id="1436" name="Google Shape;1436;p206"/>
          <p:cNvPicPr preferRelativeResize="0"/>
          <p:nvPr/>
        </p:nvPicPr>
        <p:blipFill rotWithShape="1">
          <a:blip r:embed="rId3">
            <a:alphaModFix/>
          </a:blip>
          <a:srcRect b="0" l="0" r="0" t="0"/>
          <a:stretch/>
        </p:blipFill>
        <p:spPr>
          <a:xfrm>
            <a:off x="7737268" y="-142283"/>
            <a:ext cx="953124" cy="1219732"/>
          </a:xfrm>
          <a:prstGeom prst="rect">
            <a:avLst/>
          </a:prstGeom>
          <a:noFill/>
          <a:ln>
            <a:noFill/>
          </a:ln>
        </p:spPr>
      </p:pic>
      <p:grpSp>
        <p:nvGrpSpPr>
          <p:cNvPr id="1437" name="Google Shape;1437;p206"/>
          <p:cNvGrpSpPr/>
          <p:nvPr/>
        </p:nvGrpSpPr>
        <p:grpSpPr>
          <a:xfrm rot="-5400000">
            <a:off x="-809488" y="3407851"/>
            <a:ext cx="2437656" cy="3159505"/>
            <a:chOff x="-1651846" y="1660772"/>
            <a:chExt cx="3577948" cy="4173718"/>
          </a:xfrm>
        </p:grpSpPr>
        <p:pic>
          <p:nvPicPr>
            <p:cNvPr descr="Artboard 66.png" id="1438" name="Google Shape;1438;p206"/>
            <p:cNvPicPr preferRelativeResize="0"/>
            <p:nvPr/>
          </p:nvPicPr>
          <p:blipFill rotWithShape="1">
            <a:blip r:embed="rId4">
              <a:alphaModFix/>
            </a:blip>
            <a:srcRect b="0" l="63421" r="0" t="0"/>
            <a:stretch/>
          </p:blipFill>
          <p:spPr>
            <a:xfrm rot="5400000">
              <a:off x="104125" y="4012514"/>
              <a:ext cx="1482741" cy="2161212"/>
            </a:xfrm>
            <a:prstGeom prst="rect">
              <a:avLst/>
            </a:prstGeom>
            <a:noFill/>
            <a:ln>
              <a:noFill/>
            </a:ln>
          </p:spPr>
        </p:pic>
        <p:sp>
          <p:nvSpPr>
            <p:cNvPr id="1439" name="Google Shape;1439;p206"/>
            <p:cNvSpPr/>
            <p:nvPr/>
          </p:nvSpPr>
          <p:spPr>
            <a:xfrm>
              <a:off x="-1651846" y="1660772"/>
              <a:ext cx="2735400" cy="27432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ilerplate_V1">
  <p:cSld name="Boilerplate_V1">
    <p:spTree>
      <p:nvGrpSpPr>
        <p:cNvPr id="1440" name="Shape 1440"/>
        <p:cNvGrpSpPr/>
        <p:nvPr/>
      </p:nvGrpSpPr>
      <p:grpSpPr>
        <a:xfrm>
          <a:off x="0" y="0"/>
          <a:ext cx="0" cy="0"/>
          <a:chOff x="0" y="0"/>
          <a:chExt cx="0" cy="0"/>
        </a:xfrm>
      </p:grpSpPr>
      <p:sp>
        <p:nvSpPr>
          <p:cNvPr id="1441" name="Google Shape;1441;p207"/>
          <p:cNvSpPr/>
          <p:nvPr/>
        </p:nvSpPr>
        <p:spPr>
          <a:xfrm>
            <a:off x="-150975" y="-111902"/>
            <a:ext cx="5027700" cy="5289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1.png" id="1442" name="Google Shape;1442;p207"/>
          <p:cNvPicPr preferRelativeResize="0"/>
          <p:nvPr/>
        </p:nvPicPr>
        <p:blipFill rotWithShape="1">
          <a:blip r:embed="rId2">
            <a:alphaModFix/>
          </a:blip>
          <a:srcRect b="0" l="0" r="0" t="0"/>
          <a:stretch/>
        </p:blipFill>
        <p:spPr>
          <a:xfrm>
            <a:off x="141996" y="275046"/>
            <a:ext cx="2022183" cy="461902"/>
          </a:xfrm>
          <a:prstGeom prst="rect">
            <a:avLst/>
          </a:prstGeom>
          <a:noFill/>
          <a:ln>
            <a:noFill/>
          </a:ln>
        </p:spPr>
      </p:pic>
      <p:sp>
        <p:nvSpPr>
          <p:cNvPr id="1443" name="Google Shape;1443;p207"/>
          <p:cNvSpPr txBox="1"/>
          <p:nvPr/>
        </p:nvSpPr>
        <p:spPr>
          <a:xfrm>
            <a:off x="251805" y="1224729"/>
            <a:ext cx="4320300" cy="323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Companies invest heavily in healthcare benefits for their people, but many of those benefits can be complicated to understand, don’t always work together, or go underused. As a result, people struggle on their wellbeing journeys, and companies struggle with rising healthcare costs. Everybody’s at risk.</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makes it simple to reduce those risks. We can quickly and easily curate healthcare technology and programs to come together and create a seamless wellbeing journey for employees. Health and wellbeing program engagement will soar as employees adopt better, healthier behaviors. Plus, companies will get data-driven insights to control costs better. Everybody wins.</a:t>
            </a:r>
            <a:endParaRPr/>
          </a:p>
          <a:p>
            <a:pPr indent="0" lvl="0" marL="0" marR="0" rtl="0" algn="l">
              <a:spcBef>
                <a:spcPts val="0"/>
              </a:spcBef>
              <a:spcAft>
                <a:spcPts val="0"/>
              </a:spcAft>
              <a:buNone/>
            </a:pPr>
            <a:r>
              <a:t/>
            </a:r>
            <a:endParaRPr b="0" i="0" sz="1200" u="none" cap="none" strike="noStrike">
              <a:solidFill>
                <a:schemeClr val="lt1"/>
              </a:solidFill>
              <a:latin typeface="Helvetica Neue"/>
              <a:ea typeface="Helvetica Neue"/>
              <a:cs typeface="Helvetica Neue"/>
              <a:sym typeface="Helvetica Neue"/>
            </a:endParaRPr>
          </a:p>
          <a:p>
            <a:pPr indent="0" lvl="0" marL="0" marR="0" rtl="0" algn="l">
              <a:spcBef>
                <a:spcPts val="0"/>
              </a:spcBef>
              <a:spcAft>
                <a:spcPts val="0"/>
              </a:spcAft>
              <a:buNone/>
            </a:pPr>
            <a:r>
              <a:rPr b="0" i="0" lang="en" sz="1200" u="none" cap="none" strike="noStrike">
                <a:solidFill>
                  <a:schemeClr val="lt1"/>
                </a:solidFill>
                <a:latin typeface="Helvetica Neue"/>
                <a:ea typeface="Helvetica Neue"/>
                <a:cs typeface="Helvetica Neue"/>
                <a:sym typeface="Helvetica Neue"/>
              </a:rPr>
              <a:t>Mobile Health — making a healthy culture simple. Discover how at mobilehealthconsumer.com.</a:t>
            </a:r>
            <a:endParaRPr/>
          </a:p>
        </p:txBody>
      </p:sp>
      <p:grpSp>
        <p:nvGrpSpPr>
          <p:cNvPr id="1444" name="Google Shape;1444;p207"/>
          <p:cNvGrpSpPr/>
          <p:nvPr/>
        </p:nvGrpSpPr>
        <p:grpSpPr>
          <a:xfrm>
            <a:off x="4572120" y="-102866"/>
            <a:ext cx="4724524" cy="5818326"/>
            <a:chOff x="4648200" y="-114299"/>
            <a:chExt cx="4737314" cy="6400799"/>
          </a:xfrm>
        </p:grpSpPr>
        <p:sp>
          <p:nvSpPr>
            <p:cNvPr id="1445" name="Google Shape;1445;p207"/>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446" name="Google Shape;1446;p207"/>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Shapes + Element">
  <p:cSld name="1_Title Slide - Shapes + Element">
    <p:bg>
      <p:bgPr>
        <a:solidFill>
          <a:schemeClr val="dk2"/>
        </a:solidFill>
      </p:bgPr>
    </p:bg>
    <p:spTree>
      <p:nvGrpSpPr>
        <p:cNvPr id="1447" name="Shape 1447"/>
        <p:cNvGrpSpPr/>
        <p:nvPr/>
      </p:nvGrpSpPr>
      <p:grpSpPr>
        <a:xfrm>
          <a:off x="0" y="0"/>
          <a:ext cx="0" cy="0"/>
          <a:chOff x="0" y="0"/>
          <a:chExt cx="0" cy="0"/>
        </a:xfrm>
      </p:grpSpPr>
      <p:sp>
        <p:nvSpPr>
          <p:cNvPr id="1448" name="Google Shape;1448;p208"/>
          <p:cNvSpPr txBox="1"/>
          <p:nvPr>
            <p:ph type="ctrTitle"/>
          </p:nvPr>
        </p:nvSpPr>
        <p:spPr>
          <a:xfrm>
            <a:off x="490420" y="2478539"/>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4000"/>
              <a:buFont typeface="Helvetica Neue"/>
              <a:buNone/>
              <a:defRPr b="1" sz="4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9" name="Google Shape;1449;p208"/>
          <p:cNvSpPr txBox="1"/>
          <p:nvPr>
            <p:ph idx="1" type="subTitle"/>
          </p:nvPr>
        </p:nvSpPr>
        <p:spPr>
          <a:xfrm>
            <a:off x="490419" y="3581058"/>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2"/>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sp>
        <p:nvSpPr>
          <p:cNvPr id="1450" name="Google Shape;1450;p208"/>
          <p:cNvSpPr txBox="1"/>
          <p:nvPr>
            <p:ph idx="10" type="dt"/>
          </p:nvPr>
        </p:nvSpPr>
        <p:spPr>
          <a:xfrm>
            <a:off x="490419" y="4011930"/>
            <a:ext cx="21336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lt2"/>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51" name="Google Shape;1451;p208"/>
          <p:cNvSpPr/>
          <p:nvPr/>
        </p:nvSpPr>
        <p:spPr>
          <a:xfrm>
            <a:off x="5105400" y="0"/>
            <a:ext cx="3959700" cy="34632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452" name="Google Shape;1452;p208"/>
          <p:cNvPicPr preferRelativeResize="0"/>
          <p:nvPr/>
        </p:nvPicPr>
        <p:blipFill rotWithShape="1">
          <a:blip r:embed="rId3">
            <a:alphaModFix/>
          </a:blip>
          <a:srcRect b="0" l="0" r="0" t="0"/>
          <a:stretch/>
        </p:blipFill>
        <p:spPr>
          <a:xfrm rot="-5400000">
            <a:off x="3899935" y="648410"/>
            <a:ext cx="5760718" cy="4258160"/>
          </a:xfrm>
          <a:prstGeom prst="rect">
            <a:avLst/>
          </a:prstGeom>
          <a:noFill/>
          <a:ln>
            <a:noFill/>
          </a:ln>
        </p:spPr>
      </p:pic>
      <p:pic>
        <p:nvPicPr>
          <p:cNvPr descr="Artboard 71.png" id="1453" name="Google Shape;1453;p208"/>
          <p:cNvPicPr preferRelativeResize="0"/>
          <p:nvPr/>
        </p:nvPicPr>
        <p:blipFill rotWithShape="1">
          <a:blip r:embed="rId4">
            <a:alphaModFix/>
          </a:blip>
          <a:srcRect b="0" l="0" r="0" t="0"/>
          <a:stretch/>
        </p:blipFill>
        <p:spPr>
          <a:xfrm>
            <a:off x="346356" y="275046"/>
            <a:ext cx="2022183" cy="461902"/>
          </a:xfrm>
          <a:prstGeom prst="rect">
            <a:avLst/>
          </a:prstGeom>
          <a:noFill/>
          <a:ln>
            <a:noFill/>
          </a:ln>
        </p:spPr>
      </p:pic>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Slide - Dark">
  <p:cSld name="1_Section Slide - Dark">
    <p:bg>
      <p:bgPr>
        <a:solidFill>
          <a:schemeClr val="dk2"/>
        </a:solidFill>
      </p:bgPr>
    </p:bg>
    <p:spTree>
      <p:nvGrpSpPr>
        <p:cNvPr id="1454" name="Shape 1454"/>
        <p:cNvGrpSpPr/>
        <p:nvPr/>
      </p:nvGrpSpPr>
      <p:grpSpPr>
        <a:xfrm>
          <a:off x="0" y="0"/>
          <a:ext cx="0" cy="0"/>
          <a:chOff x="0" y="0"/>
          <a:chExt cx="0" cy="0"/>
        </a:xfrm>
      </p:grpSpPr>
      <p:sp>
        <p:nvSpPr>
          <p:cNvPr id="1455" name="Google Shape;1455;p209"/>
          <p:cNvSpPr txBox="1"/>
          <p:nvPr>
            <p:ph type="ctrTitle"/>
          </p:nvPr>
        </p:nvSpPr>
        <p:spPr>
          <a:xfrm>
            <a:off x="520900" y="3331370"/>
            <a:ext cx="4767300" cy="110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000"/>
              <a:buFont typeface="Helvetica Neue"/>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6" name="Google Shape;1456;p209"/>
          <p:cNvSpPr txBox="1"/>
          <p:nvPr>
            <p:ph idx="1" type="subTitle"/>
          </p:nvPr>
        </p:nvSpPr>
        <p:spPr>
          <a:xfrm>
            <a:off x="520900" y="2896614"/>
            <a:ext cx="3471900" cy="4347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800"/>
              <a:buNone/>
              <a:defRPr sz="1800">
                <a:solidFill>
                  <a:schemeClr val="lt1"/>
                </a:solidFill>
              </a:defRPr>
            </a:lvl1pPr>
            <a:lvl2pPr lvl="1" algn="ctr">
              <a:spcBef>
                <a:spcPts val="320"/>
              </a:spcBef>
              <a:spcAft>
                <a:spcPts val="0"/>
              </a:spcAft>
              <a:buSzPts val="1600"/>
              <a:buNone/>
              <a:defRPr>
                <a:solidFill>
                  <a:srgbClr val="8B8C8C"/>
                </a:solidFill>
              </a:defRPr>
            </a:lvl2pPr>
            <a:lvl3pPr lvl="2" algn="ctr">
              <a:spcBef>
                <a:spcPts val="280"/>
              </a:spcBef>
              <a:spcAft>
                <a:spcPts val="0"/>
              </a:spcAft>
              <a:buSzPts val="1400"/>
              <a:buNone/>
              <a:defRPr>
                <a:solidFill>
                  <a:srgbClr val="8B8C8C"/>
                </a:solidFill>
              </a:defRPr>
            </a:lvl3pPr>
            <a:lvl4pPr lvl="3" algn="ctr">
              <a:spcBef>
                <a:spcPts val="240"/>
              </a:spcBef>
              <a:spcAft>
                <a:spcPts val="0"/>
              </a:spcAft>
              <a:buSzPts val="1200"/>
              <a:buNone/>
              <a:defRPr>
                <a:solidFill>
                  <a:srgbClr val="8B8C8C"/>
                </a:solidFill>
              </a:defRPr>
            </a:lvl4pPr>
            <a:lvl5pPr lvl="4" algn="ctr">
              <a:spcBef>
                <a:spcPts val="240"/>
              </a:spcBef>
              <a:spcAft>
                <a:spcPts val="0"/>
              </a:spcAft>
              <a:buSzPts val="1200"/>
              <a:buNone/>
              <a:defRPr>
                <a:solidFill>
                  <a:srgbClr val="8B8C8C"/>
                </a:solidFill>
              </a:defRPr>
            </a:lvl5pPr>
            <a:lvl6pPr lvl="5" algn="ctr">
              <a:spcBef>
                <a:spcPts val="400"/>
              </a:spcBef>
              <a:spcAft>
                <a:spcPts val="0"/>
              </a:spcAft>
              <a:buClr>
                <a:srgbClr val="8B8C8C"/>
              </a:buClr>
              <a:buSzPts val="2000"/>
              <a:buNone/>
              <a:defRPr>
                <a:solidFill>
                  <a:srgbClr val="8B8C8C"/>
                </a:solidFill>
              </a:defRPr>
            </a:lvl6pPr>
            <a:lvl7pPr lvl="6" algn="ctr">
              <a:spcBef>
                <a:spcPts val="400"/>
              </a:spcBef>
              <a:spcAft>
                <a:spcPts val="0"/>
              </a:spcAft>
              <a:buClr>
                <a:srgbClr val="8B8C8C"/>
              </a:buClr>
              <a:buSzPts val="2000"/>
              <a:buNone/>
              <a:defRPr>
                <a:solidFill>
                  <a:srgbClr val="8B8C8C"/>
                </a:solidFill>
              </a:defRPr>
            </a:lvl7pPr>
            <a:lvl8pPr lvl="7" algn="ctr">
              <a:spcBef>
                <a:spcPts val="400"/>
              </a:spcBef>
              <a:spcAft>
                <a:spcPts val="0"/>
              </a:spcAft>
              <a:buClr>
                <a:srgbClr val="8B8C8C"/>
              </a:buClr>
              <a:buSzPts val="2000"/>
              <a:buNone/>
              <a:defRPr>
                <a:solidFill>
                  <a:srgbClr val="8B8C8C"/>
                </a:solidFill>
              </a:defRPr>
            </a:lvl8pPr>
            <a:lvl9pPr lvl="8" algn="ctr">
              <a:spcBef>
                <a:spcPts val="400"/>
              </a:spcBef>
              <a:spcAft>
                <a:spcPts val="0"/>
              </a:spcAft>
              <a:buClr>
                <a:srgbClr val="8B8C8C"/>
              </a:buClr>
              <a:buSzPts val="2000"/>
              <a:buNone/>
              <a:defRPr>
                <a:solidFill>
                  <a:srgbClr val="8B8C8C"/>
                </a:solidFill>
              </a:defRPr>
            </a:lvl9pPr>
          </a:lstStyle>
          <a:p/>
        </p:txBody>
      </p:sp>
      <p:pic>
        <p:nvPicPr>
          <p:cNvPr descr="Artboard 71.png" id="1457" name="Google Shape;1457;p209"/>
          <p:cNvPicPr preferRelativeResize="0"/>
          <p:nvPr/>
        </p:nvPicPr>
        <p:blipFill rotWithShape="1">
          <a:blip r:embed="rId2">
            <a:alphaModFix/>
          </a:blip>
          <a:srcRect b="0" l="0" r="0" t="0"/>
          <a:stretch/>
        </p:blipFill>
        <p:spPr>
          <a:xfrm>
            <a:off x="346356" y="275046"/>
            <a:ext cx="2022183" cy="461902"/>
          </a:xfrm>
          <a:prstGeom prst="rect">
            <a:avLst/>
          </a:prstGeom>
          <a:noFill/>
          <a:ln>
            <a:noFill/>
          </a:ln>
        </p:spPr>
      </p:pic>
      <p:pic>
        <p:nvPicPr>
          <p:cNvPr descr="Artboard 75.png" id="1458" name="Google Shape;1458;p209"/>
          <p:cNvPicPr preferRelativeResize="0"/>
          <p:nvPr/>
        </p:nvPicPr>
        <p:blipFill rotWithShape="1">
          <a:blip r:embed="rId3">
            <a:alphaModFix/>
          </a:blip>
          <a:srcRect b="0" l="0" r="0" t="0"/>
          <a:stretch/>
        </p:blipFill>
        <p:spPr>
          <a:xfrm>
            <a:off x="7736204" y="-171450"/>
            <a:ext cx="757809" cy="1925726"/>
          </a:xfrm>
          <a:prstGeom prst="rect">
            <a:avLst/>
          </a:prstGeom>
          <a:noFill/>
          <a:ln>
            <a:noFill/>
          </a:ln>
        </p:spPr>
      </p:pic>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1">
  <p:cSld name="1_Content - Two Column_V1">
    <p:spTree>
      <p:nvGrpSpPr>
        <p:cNvPr id="1459" name="Shape 1459"/>
        <p:cNvGrpSpPr/>
        <p:nvPr/>
      </p:nvGrpSpPr>
      <p:grpSpPr>
        <a:xfrm>
          <a:off x="0" y="0"/>
          <a:ext cx="0" cy="0"/>
          <a:chOff x="0" y="0"/>
          <a:chExt cx="0" cy="0"/>
        </a:xfrm>
      </p:grpSpPr>
      <p:sp>
        <p:nvSpPr>
          <p:cNvPr id="1460" name="Google Shape;1460;p210"/>
          <p:cNvSpPr txBox="1"/>
          <p:nvPr>
            <p:ph idx="1" type="body"/>
          </p:nvPr>
        </p:nvSpPr>
        <p:spPr>
          <a:xfrm>
            <a:off x="506415" y="1431810"/>
            <a:ext cx="3880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1" name="Google Shape;1461;p210"/>
          <p:cNvSpPr txBox="1"/>
          <p:nvPr>
            <p:ph idx="2" type="body"/>
          </p:nvPr>
        </p:nvSpPr>
        <p:spPr>
          <a:xfrm>
            <a:off x="4696083" y="1431810"/>
            <a:ext cx="385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2" name="Google Shape;1462;p210"/>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70.png" id="1463" name="Google Shape;1463;p210"/>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464" name="Google Shape;1464;p210"/>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465" name="Google Shape;1465;p21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6" name="Google Shape;1466;p21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_V2">
  <p:cSld name="1_Content - Two Column_V2">
    <p:spTree>
      <p:nvGrpSpPr>
        <p:cNvPr id="1467" name="Shape 1467"/>
        <p:cNvGrpSpPr/>
        <p:nvPr/>
      </p:nvGrpSpPr>
      <p:grpSpPr>
        <a:xfrm>
          <a:off x="0" y="0"/>
          <a:ext cx="0" cy="0"/>
          <a:chOff x="0" y="0"/>
          <a:chExt cx="0" cy="0"/>
        </a:xfrm>
      </p:grpSpPr>
      <p:sp>
        <p:nvSpPr>
          <p:cNvPr id="1468" name="Google Shape;1468;p211"/>
          <p:cNvSpPr txBox="1"/>
          <p:nvPr>
            <p:ph idx="1" type="body"/>
          </p:nvPr>
        </p:nvSpPr>
        <p:spPr>
          <a:xfrm>
            <a:off x="506414" y="1431810"/>
            <a:ext cx="3075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9" name="Google Shape;1469;p211"/>
          <p:cNvSpPr txBox="1"/>
          <p:nvPr>
            <p:ph idx="2" type="body"/>
          </p:nvPr>
        </p:nvSpPr>
        <p:spPr>
          <a:xfrm>
            <a:off x="3810002" y="1431810"/>
            <a:ext cx="3048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70" name="Google Shape;1470;p211"/>
          <p:cNvSpPr txBox="1"/>
          <p:nvPr>
            <p:ph type="title"/>
          </p:nvPr>
        </p:nvSpPr>
        <p:spPr>
          <a:xfrm>
            <a:off x="506407" y="342900"/>
            <a:ext cx="63516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70.png" id="1471" name="Google Shape;1471;p21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472" name="Google Shape;1472;p21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3" name="Google Shape;1473;p21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1474" name="Google Shape;1474;p211"/>
          <p:cNvGrpSpPr/>
          <p:nvPr/>
        </p:nvGrpSpPr>
        <p:grpSpPr>
          <a:xfrm rot="10800000">
            <a:off x="7010292" y="-239987"/>
            <a:ext cx="2119001" cy="2609606"/>
            <a:chOff x="4648200" y="-114299"/>
            <a:chExt cx="4737314" cy="6400799"/>
          </a:xfrm>
        </p:grpSpPr>
        <p:sp>
          <p:nvSpPr>
            <p:cNvPr id="1475" name="Google Shape;1475;p211"/>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476" name="Google Shape;1476;p211"/>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wo Column + Subtitle">
  <p:cSld name="1_Content - Two Column + Subtitle">
    <p:spTree>
      <p:nvGrpSpPr>
        <p:cNvPr id="1477" name="Shape 1477"/>
        <p:cNvGrpSpPr/>
        <p:nvPr/>
      </p:nvGrpSpPr>
      <p:grpSpPr>
        <a:xfrm>
          <a:off x="0" y="0"/>
          <a:ext cx="0" cy="0"/>
          <a:chOff x="0" y="0"/>
          <a:chExt cx="0" cy="0"/>
        </a:xfrm>
      </p:grpSpPr>
      <p:sp>
        <p:nvSpPr>
          <p:cNvPr id="1478" name="Google Shape;1478;p212"/>
          <p:cNvSpPr txBox="1"/>
          <p:nvPr>
            <p:ph idx="1" type="body"/>
          </p:nvPr>
        </p:nvSpPr>
        <p:spPr>
          <a:xfrm>
            <a:off x="519369" y="1151335"/>
            <a:ext cx="37536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79" name="Google Shape;1479;p212"/>
          <p:cNvSpPr txBox="1"/>
          <p:nvPr>
            <p:ph idx="2" type="body"/>
          </p:nvPr>
        </p:nvSpPr>
        <p:spPr>
          <a:xfrm>
            <a:off x="4707195" y="1151335"/>
            <a:ext cx="38013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80" name="Google Shape;1480;p212"/>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dk2"/>
              </a:buClr>
              <a:buSzPts val="3200"/>
              <a:buFont typeface="Helvetica Neue"/>
              <a:buNone/>
            </a:pPr>
            <a:r>
              <a:rPr b="1" i="0" lang="en" sz="3200" u="none" cap="none" strike="noStrike">
                <a:solidFill>
                  <a:schemeClr val="dk2"/>
                </a:solidFill>
                <a:latin typeface="Helvetica Neue"/>
                <a:ea typeface="Helvetica Neue"/>
                <a:cs typeface="Helvetica Neue"/>
                <a:sym typeface="Helvetica Neue"/>
              </a:rPr>
              <a:t>Click to edit title</a:t>
            </a:r>
            <a:endParaRPr/>
          </a:p>
        </p:txBody>
      </p:sp>
      <p:sp>
        <p:nvSpPr>
          <p:cNvPr id="1481" name="Google Shape;1481;p212"/>
          <p:cNvSpPr txBox="1"/>
          <p:nvPr>
            <p:ph idx="3" type="body"/>
          </p:nvPr>
        </p:nvSpPr>
        <p:spPr>
          <a:xfrm>
            <a:off x="506415" y="1631633"/>
            <a:ext cx="37653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2" name="Google Shape;1482;p212"/>
          <p:cNvSpPr txBox="1"/>
          <p:nvPr>
            <p:ph idx="4" type="body"/>
          </p:nvPr>
        </p:nvSpPr>
        <p:spPr>
          <a:xfrm>
            <a:off x="4696082" y="1631633"/>
            <a:ext cx="38118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483" name="Google Shape;1483;p212"/>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484" name="Google Shape;1484;p212"/>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485" name="Google Shape;1485;p212"/>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6" name="Google Shape;1486;p212"/>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Image/Graphic_V1">
  <p:cSld name="1_Content + Image/Graphic_V1">
    <p:spTree>
      <p:nvGrpSpPr>
        <p:cNvPr id="1487" name="Shape 1487"/>
        <p:cNvGrpSpPr/>
        <p:nvPr/>
      </p:nvGrpSpPr>
      <p:grpSpPr>
        <a:xfrm>
          <a:off x="0" y="0"/>
          <a:ext cx="0" cy="0"/>
          <a:chOff x="0" y="0"/>
          <a:chExt cx="0" cy="0"/>
        </a:xfrm>
      </p:grpSpPr>
      <p:sp>
        <p:nvSpPr>
          <p:cNvPr id="1488" name="Google Shape;1488;p213"/>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89" name="Google Shape;1489;p213"/>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B376C"/>
              </a:buClr>
              <a:buSzPts val="3200"/>
              <a:buFont typeface="Helvetica Neue"/>
              <a:buNone/>
            </a:pPr>
            <a:r>
              <a:rPr b="1" i="0" lang="en" sz="3200" u="none" cap="none" strike="noStrike">
                <a:solidFill>
                  <a:srgbClr val="1B376C"/>
                </a:solidFill>
                <a:latin typeface="Helvetica Neue"/>
                <a:ea typeface="Helvetica Neue"/>
                <a:cs typeface="Helvetica Neue"/>
                <a:sym typeface="Helvetica Neue"/>
              </a:rPr>
              <a:t>Click to edit title</a:t>
            </a:r>
            <a:endParaRPr/>
          </a:p>
        </p:txBody>
      </p:sp>
      <p:sp>
        <p:nvSpPr>
          <p:cNvPr id="1490" name="Google Shape;1490;p213"/>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91" name="Google Shape;1491;p213"/>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492" name="Google Shape;1492;p213"/>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493" name="Google Shape;1493;p213"/>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494" name="Google Shape;1494;p213"/>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5" name="Google Shape;1495;p213"/>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Three Column">
  <p:cSld name="1_Content - Three Column">
    <p:spTree>
      <p:nvGrpSpPr>
        <p:cNvPr id="1496" name="Shape 1496"/>
        <p:cNvGrpSpPr/>
        <p:nvPr/>
      </p:nvGrpSpPr>
      <p:grpSpPr>
        <a:xfrm>
          <a:off x="0" y="0"/>
          <a:ext cx="0" cy="0"/>
          <a:chOff x="0" y="0"/>
          <a:chExt cx="0" cy="0"/>
        </a:xfrm>
      </p:grpSpPr>
      <p:sp>
        <p:nvSpPr>
          <p:cNvPr id="1497" name="Google Shape;1497;p214"/>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98" name="Google Shape;1498;p214"/>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70.png" id="1499" name="Google Shape;1499;p214"/>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pic>
        <p:nvPicPr>
          <p:cNvPr descr="Artboard 67.png" id="1500" name="Google Shape;1500;p214"/>
          <p:cNvPicPr preferRelativeResize="0"/>
          <p:nvPr/>
        </p:nvPicPr>
        <p:blipFill rotWithShape="1">
          <a:blip r:embed="rId3">
            <a:alphaModFix/>
          </a:blip>
          <a:srcRect b="0" l="0" r="0" t="0"/>
          <a:stretch/>
        </p:blipFill>
        <p:spPr>
          <a:xfrm>
            <a:off x="8067608" y="-76732"/>
            <a:ext cx="655818" cy="839265"/>
          </a:xfrm>
          <a:prstGeom prst="rect">
            <a:avLst/>
          </a:prstGeom>
          <a:noFill/>
          <a:ln>
            <a:noFill/>
          </a:ln>
        </p:spPr>
      </p:pic>
      <p:sp>
        <p:nvSpPr>
          <p:cNvPr id="1501" name="Google Shape;1501;p214"/>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2" name="Google Shape;1502;p214"/>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3" name="Google Shape;1503;p214"/>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4" name="Google Shape;1504;p214"/>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2">
  <p:cSld name="1_Quote/Callout_V2">
    <p:spTree>
      <p:nvGrpSpPr>
        <p:cNvPr id="1505" name="Shape 1505"/>
        <p:cNvGrpSpPr/>
        <p:nvPr/>
      </p:nvGrpSpPr>
      <p:grpSpPr>
        <a:xfrm>
          <a:off x="0" y="0"/>
          <a:ext cx="0" cy="0"/>
          <a:chOff x="0" y="0"/>
          <a:chExt cx="0" cy="0"/>
        </a:xfrm>
      </p:grpSpPr>
      <p:sp>
        <p:nvSpPr>
          <p:cNvPr id="1506" name="Google Shape;1506;p215"/>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rgbClr val="1B376C"/>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70.png" id="1507" name="Google Shape;1507;p215"/>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508" name="Google Shape;1508;p215"/>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909A9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9" name="Google Shape;1509;p215"/>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grpSp>
        <p:nvGrpSpPr>
          <p:cNvPr id="1510" name="Google Shape;1510;p215"/>
          <p:cNvGrpSpPr/>
          <p:nvPr/>
        </p:nvGrpSpPr>
        <p:grpSpPr>
          <a:xfrm rot="10800000">
            <a:off x="7010292" y="-239987"/>
            <a:ext cx="2119001" cy="2609606"/>
            <a:chOff x="4648200" y="-114299"/>
            <a:chExt cx="4737314" cy="6400799"/>
          </a:xfrm>
        </p:grpSpPr>
        <p:sp>
          <p:nvSpPr>
            <p:cNvPr id="1511" name="Google Shape;1511;p215"/>
            <p:cNvSpPr/>
            <p:nvPr/>
          </p:nvSpPr>
          <p:spPr>
            <a:xfrm>
              <a:off x="5105400" y="0"/>
              <a:ext cx="3959700" cy="38481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rtboard 74.png" id="1512" name="Google Shape;1512;p215"/>
            <p:cNvPicPr preferRelativeResize="0"/>
            <p:nvPr/>
          </p:nvPicPr>
          <p:blipFill rotWithShape="1">
            <a:blip r:embed="rId4">
              <a:alphaModFix/>
            </a:blip>
            <a:srcRect b="0" l="0" r="0" t="0"/>
            <a:stretch/>
          </p:blipFill>
          <p:spPr>
            <a:xfrm rot="-5400000">
              <a:off x="3816458" y="717443"/>
              <a:ext cx="6400799" cy="4737314"/>
            </a:xfrm>
            <a:prstGeom prst="rect">
              <a:avLst/>
            </a:prstGeom>
            <a:noFill/>
            <a:ln>
              <a:noFill/>
            </a:ln>
          </p:spPr>
        </p:pic>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1">
  <p:cSld name="1_Content - One Column_V1">
    <p:bg>
      <p:bgPr>
        <a:solidFill>
          <a:schemeClr val="dk2"/>
        </a:solidFill>
      </p:bgPr>
    </p:bg>
    <p:spTree>
      <p:nvGrpSpPr>
        <p:cNvPr id="1513" name="Shape 1513"/>
        <p:cNvGrpSpPr/>
        <p:nvPr/>
      </p:nvGrpSpPr>
      <p:grpSpPr>
        <a:xfrm>
          <a:off x="0" y="0"/>
          <a:ext cx="0" cy="0"/>
          <a:chOff x="0" y="0"/>
          <a:chExt cx="0" cy="0"/>
        </a:xfrm>
      </p:grpSpPr>
      <p:sp>
        <p:nvSpPr>
          <p:cNvPr id="1514" name="Google Shape;1514;p216"/>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5" name="Google Shape;1515;p216"/>
          <p:cNvSpPr txBox="1"/>
          <p:nvPr>
            <p:ph idx="1" type="body"/>
          </p:nvPr>
        </p:nvSpPr>
        <p:spPr>
          <a:xfrm>
            <a:off x="506407" y="1337072"/>
            <a:ext cx="72300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chemeClr val="lt2"/>
                </a:solidFill>
              </a:defRPr>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descr="Artboard 67.png" id="1516" name="Google Shape;1516;p216"/>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517" name="Google Shape;1517;p216"/>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8" name="Google Shape;1518;p216"/>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519" name="Google Shape;1519;p216"/>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One Column_V2">
  <p:cSld name="1_Content - One Column_V2">
    <p:bg>
      <p:bgPr>
        <a:solidFill>
          <a:schemeClr val="dk2"/>
        </a:solidFill>
      </p:bgPr>
    </p:bg>
    <p:spTree>
      <p:nvGrpSpPr>
        <p:cNvPr id="1520" name="Shape 1520"/>
        <p:cNvGrpSpPr/>
        <p:nvPr/>
      </p:nvGrpSpPr>
      <p:grpSpPr>
        <a:xfrm>
          <a:off x="0" y="0"/>
          <a:ext cx="0" cy="0"/>
          <a:chOff x="0" y="0"/>
          <a:chExt cx="0" cy="0"/>
        </a:xfrm>
      </p:grpSpPr>
      <p:sp>
        <p:nvSpPr>
          <p:cNvPr id="1521" name="Google Shape;1521;p217"/>
          <p:cNvSpPr txBox="1"/>
          <p:nvPr>
            <p:ph type="title"/>
          </p:nvPr>
        </p:nvSpPr>
        <p:spPr>
          <a:xfrm>
            <a:off x="506407" y="342900"/>
            <a:ext cx="64278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2" name="Google Shape;1522;p217"/>
          <p:cNvSpPr txBox="1"/>
          <p:nvPr>
            <p:ph idx="1" type="body"/>
          </p:nvPr>
        </p:nvSpPr>
        <p:spPr>
          <a:xfrm>
            <a:off x="506407" y="1337072"/>
            <a:ext cx="6427800" cy="29643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chemeClr val="lt2"/>
                </a:solidFill>
              </a:defRPr>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3" name="Google Shape;1523;p217"/>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4" name="Google Shape;1524;p217"/>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1525" name="Google Shape;1525;p217"/>
          <p:cNvSpPr/>
          <p:nvPr/>
        </p:nvSpPr>
        <p:spPr>
          <a:xfrm rot="10800000">
            <a:off x="7153646" y="754019"/>
            <a:ext cx="1771200" cy="1569000"/>
          </a:xfrm>
          <a:prstGeom prst="ellipse">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526" name="Google Shape;1526;p217"/>
          <p:cNvPicPr preferRelativeResize="0"/>
          <p:nvPr/>
        </p:nvPicPr>
        <p:blipFill rotWithShape="1">
          <a:blip r:embed="rId3">
            <a:alphaModFix/>
          </a:blip>
          <a:srcRect b="0" l="0" r="0" t="0"/>
          <a:stretch/>
        </p:blipFill>
        <p:spPr>
          <a:xfrm rot="5400000">
            <a:off x="6885827" y="111269"/>
            <a:ext cx="2579986" cy="1907053"/>
          </a:xfrm>
          <a:prstGeom prst="rect">
            <a:avLst/>
          </a:prstGeom>
          <a:noFill/>
          <a:ln>
            <a:noFill/>
          </a:ln>
        </p:spPr>
      </p:pic>
      <p:pic>
        <p:nvPicPr>
          <p:cNvPr id="1527" name="Google Shape;1527;p217"/>
          <p:cNvPicPr preferRelativeResize="0"/>
          <p:nvPr/>
        </p:nvPicPr>
        <p:blipFill rotWithShape="1">
          <a:blip r:embed="rId4">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Graphic_V1">
  <p:cSld name="Content + Image/Graphic_V1">
    <p:bg>
      <p:bgPr>
        <a:solidFill>
          <a:schemeClr val="dk2"/>
        </a:solidFill>
      </p:bgPr>
    </p:bg>
    <p:spTree>
      <p:nvGrpSpPr>
        <p:cNvPr id="1528" name="Shape 1528"/>
        <p:cNvGrpSpPr/>
        <p:nvPr/>
      </p:nvGrpSpPr>
      <p:grpSpPr>
        <a:xfrm>
          <a:off x="0" y="0"/>
          <a:ext cx="0" cy="0"/>
          <a:chOff x="0" y="0"/>
          <a:chExt cx="0" cy="0"/>
        </a:xfrm>
      </p:grpSpPr>
      <p:sp>
        <p:nvSpPr>
          <p:cNvPr id="1529" name="Google Shape;1529;p218"/>
          <p:cNvSpPr txBox="1"/>
          <p:nvPr>
            <p:ph idx="1" type="body"/>
          </p:nvPr>
        </p:nvSpPr>
        <p:spPr>
          <a:xfrm>
            <a:off x="519367"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b="1" sz="2000">
                <a:solidFill>
                  <a:srgbClr val="1B376C"/>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lt1"/>
              </a:buClr>
              <a:buSzPts val="1600"/>
              <a:buNone/>
              <a:defRPr b="1" sz="1600"/>
            </a:lvl6pPr>
            <a:lvl7pPr indent="-228600" lvl="6" marL="3200400" algn="l">
              <a:spcBef>
                <a:spcPts val="320"/>
              </a:spcBef>
              <a:spcAft>
                <a:spcPts val="0"/>
              </a:spcAft>
              <a:buClr>
                <a:schemeClr val="lt1"/>
              </a:buClr>
              <a:buSzPts val="1600"/>
              <a:buNone/>
              <a:defRPr b="1" sz="1600"/>
            </a:lvl7pPr>
            <a:lvl8pPr indent="-228600" lvl="7" marL="3657600" algn="l">
              <a:spcBef>
                <a:spcPts val="320"/>
              </a:spcBef>
              <a:spcAft>
                <a:spcPts val="0"/>
              </a:spcAft>
              <a:buClr>
                <a:schemeClr val="lt1"/>
              </a:buClr>
              <a:buSzPts val="1600"/>
              <a:buNone/>
              <a:defRPr b="1" sz="1600"/>
            </a:lvl8pPr>
            <a:lvl9pPr indent="-228600" lvl="8" marL="4114800" algn="l">
              <a:spcBef>
                <a:spcPts val="320"/>
              </a:spcBef>
              <a:spcAft>
                <a:spcPts val="0"/>
              </a:spcAft>
              <a:buClr>
                <a:schemeClr val="lt1"/>
              </a:buClr>
              <a:buSzPts val="1600"/>
              <a:buNone/>
              <a:defRPr b="1" sz="1600"/>
            </a:lvl9pPr>
          </a:lstStyle>
          <a:p/>
        </p:txBody>
      </p:sp>
      <p:sp>
        <p:nvSpPr>
          <p:cNvPr id="1530" name="Google Shape;1530;p218"/>
          <p:cNvSpPr txBox="1"/>
          <p:nvPr/>
        </p:nvSpPr>
        <p:spPr>
          <a:xfrm>
            <a:off x="506407" y="119099"/>
            <a:ext cx="7230000" cy="857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accent1"/>
              </a:buClr>
              <a:buSzPts val="3200"/>
              <a:buFont typeface="Helvetica Neue"/>
              <a:buNone/>
            </a:pPr>
            <a:r>
              <a:rPr b="1" i="0" lang="en" sz="3200" u="none" cap="none" strike="noStrike">
                <a:solidFill>
                  <a:schemeClr val="accent1"/>
                </a:solidFill>
                <a:latin typeface="Helvetica Neue"/>
                <a:ea typeface="Helvetica Neue"/>
                <a:cs typeface="Helvetica Neue"/>
                <a:sym typeface="Helvetica Neue"/>
              </a:rPr>
              <a:t>Click to edit title</a:t>
            </a:r>
            <a:endParaRPr/>
          </a:p>
        </p:txBody>
      </p:sp>
      <p:sp>
        <p:nvSpPr>
          <p:cNvPr id="1531" name="Google Shape;1531;p218"/>
          <p:cNvSpPr txBox="1"/>
          <p:nvPr>
            <p:ph idx="2" type="body"/>
          </p:nvPr>
        </p:nvSpPr>
        <p:spPr>
          <a:xfrm>
            <a:off x="506415" y="1631633"/>
            <a:ext cx="40530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228600" lvl="2" marL="1371600" algn="l">
              <a:spcBef>
                <a:spcPts val="280"/>
              </a:spcBef>
              <a:spcAft>
                <a:spcPts val="0"/>
              </a:spcAft>
              <a:buSzPts val="1400"/>
              <a:buNone/>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532" name="Google Shape;1532;p218"/>
          <p:cNvSpPr txBox="1"/>
          <p:nvPr>
            <p:ph idx="3" type="body"/>
          </p:nvPr>
        </p:nvSpPr>
        <p:spPr>
          <a:xfrm>
            <a:off x="4828267" y="1335882"/>
            <a:ext cx="37062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pic>
        <p:nvPicPr>
          <p:cNvPr descr="Artboard 67.png" id="1533" name="Google Shape;1533;p218"/>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534" name="Google Shape;1534;p218"/>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5" name="Google Shape;1535;p218"/>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536" name="Google Shape;1536;p218"/>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hree Column">
  <p:cSld name="Content - Three Column">
    <p:bg>
      <p:bgPr>
        <a:solidFill>
          <a:schemeClr val="dk2"/>
        </a:solidFill>
      </p:bgPr>
    </p:bg>
    <p:spTree>
      <p:nvGrpSpPr>
        <p:cNvPr id="1537" name="Shape 1537"/>
        <p:cNvGrpSpPr/>
        <p:nvPr/>
      </p:nvGrpSpPr>
      <p:grpSpPr>
        <a:xfrm>
          <a:off x="0" y="0"/>
          <a:ext cx="0" cy="0"/>
          <a:chOff x="0" y="0"/>
          <a:chExt cx="0" cy="0"/>
        </a:xfrm>
      </p:grpSpPr>
      <p:sp>
        <p:nvSpPr>
          <p:cNvPr id="1538" name="Google Shape;1538;p219"/>
          <p:cNvSpPr txBox="1"/>
          <p:nvPr>
            <p:ph idx="1" type="body"/>
          </p:nvPr>
        </p:nvSpPr>
        <p:spPr>
          <a:xfrm>
            <a:off x="506416"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539" name="Google Shape;1539;p219"/>
          <p:cNvSpPr txBox="1"/>
          <p:nvPr>
            <p:ph type="title"/>
          </p:nvPr>
        </p:nvSpPr>
        <p:spPr>
          <a:xfrm>
            <a:off x="506407" y="342900"/>
            <a:ext cx="7230000" cy="857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200"/>
              <a:buFont typeface="Helvetica Neue"/>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rtboard 67.png" id="1540" name="Google Shape;1540;p219"/>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541" name="Google Shape;1541;p219"/>
          <p:cNvSpPr txBox="1"/>
          <p:nvPr>
            <p:ph idx="2" type="body"/>
          </p:nvPr>
        </p:nvSpPr>
        <p:spPr>
          <a:xfrm>
            <a:off x="3243159" y="1437006"/>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542" name="Google Shape;1542;p219"/>
          <p:cNvSpPr txBox="1"/>
          <p:nvPr>
            <p:ph idx="3" type="body"/>
          </p:nvPr>
        </p:nvSpPr>
        <p:spPr>
          <a:xfrm>
            <a:off x="5987357" y="1431810"/>
            <a:ext cx="2513100" cy="29631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lvl1pPr>
            <a:lvl2pPr indent="-342900" lvl="1" marL="914400" algn="l">
              <a:spcBef>
                <a:spcPts val="360"/>
              </a:spcBef>
              <a:spcAft>
                <a:spcPts val="0"/>
              </a:spcAft>
              <a:buSzPts val="1800"/>
              <a:buChar char="•"/>
              <a:defRPr sz="1800"/>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543" name="Google Shape;1543;p219"/>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4" name="Google Shape;1544;p219"/>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545" name="Google Shape;1545;p219"/>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Callout_V1">
  <p:cSld name="1_Quote/Callout_V1">
    <p:bg>
      <p:bgPr>
        <a:solidFill>
          <a:schemeClr val="dk2"/>
        </a:solidFill>
      </p:bgPr>
    </p:bg>
    <p:spTree>
      <p:nvGrpSpPr>
        <p:cNvPr id="1546" name="Shape 1546"/>
        <p:cNvGrpSpPr/>
        <p:nvPr/>
      </p:nvGrpSpPr>
      <p:grpSpPr>
        <a:xfrm>
          <a:off x="0" y="0"/>
          <a:ext cx="0" cy="0"/>
          <a:chOff x="0" y="0"/>
          <a:chExt cx="0" cy="0"/>
        </a:xfrm>
      </p:grpSpPr>
      <p:sp>
        <p:nvSpPr>
          <p:cNvPr id="1547" name="Google Shape;1547;p220"/>
          <p:cNvSpPr txBox="1"/>
          <p:nvPr>
            <p:ph idx="1" type="body"/>
          </p:nvPr>
        </p:nvSpPr>
        <p:spPr>
          <a:xfrm>
            <a:off x="1146177" y="838677"/>
            <a:ext cx="66516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chemeClr val="lt2"/>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pic>
        <p:nvPicPr>
          <p:cNvPr descr="Artboard 67.png" id="1548" name="Google Shape;1548;p220"/>
          <p:cNvPicPr preferRelativeResize="0"/>
          <p:nvPr/>
        </p:nvPicPr>
        <p:blipFill rotWithShape="1">
          <a:blip r:embed="rId2">
            <a:alphaModFix/>
          </a:blip>
          <a:srcRect b="0" l="0" r="0" t="0"/>
          <a:stretch/>
        </p:blipFill>
        <p:spPr>
          <a:xfrm>
            <a:off x="8067608" y="-76732"/>
            <a:ext cx="655818" cy="839265"/>
          </a:xfrm>
          <a:prstGeom prst="rect">
            <a:avLst/>
          </a:prstGeom>
          <a:noFill/>
          <a:ln>
            <a:noFill/>
          </a:ln>
        </p:spPr>
      </p:pic>
      <p:sp>
        <p:nvSpPr>
          <p:cNvPr id="1549" name="Google Shape;1549;p220"/>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0" name="Google Shape;1550;p220"/>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1551" name="Google Shape;1551;p220"/>
          <p:cNvPicPr preferRelativeResize="0"/>
          <p:nvPr/>
        </p:nvPicPr>
        <p:blipFill rotWithShape="1">
          <a:blip r:embed="rId3">
            <a:alphaModFix/>
          </a:blip>
          <a:srcRect b="0" l="0" r="0" t="0"/>
          <a:stretch/>
        </p:blipFill>
        <p:spPr>
          <a:xfrm>
            <a:off x="506407" y="4560963"/>
            <a:ext cx="426553" cy="376236"/>
          </a:xfrm>
          <a:prstGeom prst="rect">
            <a:avLst/>
          </a:prstGeom>
          <a:noFill/>
          <a:ln>
            <a:noFill/>
          </a:ln>
        </p:spPr>
      </p:pic>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Callout_V2">
  <p:cSld name="Quote/Callout_V2">
    <p:bg>
      <p:bgPr>
        <a:solidFill>
          <a:schemeClr val="dk2"/>
        </a:solidFill>
      </p:bgPr>
    </p:bg>
    <p:spTree>
      <p:nvGrpSpPr>
        <p:cNvPr id="1552" name="Shape 1552"/>
        <p:cNvGrpSpPr/>
        <p:nvPr/>
      </p:nvGrpSpPr>
      <p:grpSpPr>
        <a:xfrm>
          <a:off x="0" y="0"/>
          <a:ext cx="0" cy="0"/>
          <a:chOff x="0" y="0"/>
          <a:chExt cx="0" cy="0"/>
        </a:xfrm>
      </p:grpSpPr>
      <p:sp>
        <p:nvSpPr>
          <p:cNvPr id="1553" name="Google Shape;1553;p221"/>
          <p:cNvSpPr txBox="1"/>
          <p:nvPr>
            <p:ph idx="1" type="body"/>
          </p:nvPr>
        </p:nvSpPr>
        <p:spPr>
          <a:xfrm>
            <a:off x="506405" y="754122"/>
            <a:ext cx="6172200" cy="3053100"/>
          </a:xfrm>
          <a:prstGeom prst="rect">
            <a:avLst/>
          </a:prstGeom>
          <a:noFill/>
          <a:ln>
            <a:noFill/>
          </a:ln>
        </p:spPr>
        <p:txBody>
          <a:bodyPr anchorCtr="0" anchor="ctr" bIns="45700" lIns="91425" spcFirstLastPara="1" rIns="91425" wrap="square" tIns="45700">
            <a:normAutofit/>
          </a:bodyPr>
          <a:lstStyle>
            <a:lvl1pPr indent="-228600" lvl="0" marL="457200" algn="ctr">
              <a:spcBef>
                <a:spcPts val="640"/>
              </a:spcBef>
              <a:spcAft>
                <a:spcPts val="0"/>
              </a:spcAft>
              <a:buSzPts val="3200"/>
              <a:buNone/>
              <a:defRPr b="1" i="1" sz="3200">
                <a:solidFill>
                  <a:schemeClr val="accent1"/>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pic>
        <p:nvPicPr>
          <p:cNvPr id="1554" name="Google Shape;1554;p221"/>
          <p:cNvPicPr preferRelativeResize="0"/>
          <p:nvPr/>
        </p:nvPicPr>
        <p:blipFill rotWithShape="1">
          <a:blip r:embed="rId2">
            <a:alphaModFix/>
          </a:blip>
          <a:srcRect b="0" l="0" r="0" t="0"/>
          <a:stretch/>
        </p:blipFill>
        <p:spPr>
          <a:xfrm>
            <a:off x="506407" y="4560963"/>
            <a:ext cx="426553" cy="376236"/>
          </a:xfrm>
          <a:prstGeom prst="rect">
            <a:avLst/>
          </a:prstGeom>
          <a:noFill/>
          <a:ln>
            <a:noFill/>
          </a:ln>
        </p:spPr>
      </p:pic>
      <p:sp>
        <p:nvSpPr>
          <p:cNvPr id="1555" name="Google Shape;1555;p221"/>
          <p:cNvSpPr txBox="1"/>
          <p:nvPr>
            <p:ph idx="11" type="ftr"/>
          </p:nvPr>
        </p:nvSpPr>
        <p:spPr>
          <a:xfrm>
            <a:off x="6147013" y="4672415"/>
            <a:ext cx="2043300" cy="2739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rgbClr val="C5D2D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6" name="Google Shape;1556;p221"/>
          <p:cNvSpPr txBox="1"/>
          <p:nvPr>
            <p:ph idx="12" type="sldNum"/>
          </p:nvPr>
        </p:nvSpPr>
        <p:spPr>
          <a:xfrm>
            <a:off x="8201538" y="4672415"/>
            <a:ext cx="556500" cy="2739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rgbClr val="C5D2D4"/>
                </a:solidFill>
                <a:latin typeface="Helvetica Neue"/>
                <a:ea typeface="Helvetica Neue"/>
                <a:cs typeface="Helvetica Neue"/>
                <a:sym typeface="Helvetica Neue"/>
              </a:defRPr>
            </a:lvl1pPr>
            <a:lvl2pPr indent="0" lvl="1" marL="0" algn="l">
              <a:spcBef>
                <a:spcPts val="0"/>
              </a:spcBef>
              <a:buNone/>
              <a:defRPr b="0" i="0" sz="1200" u="none" cap="none" strike="noStrike">
                <a:solidFill>
                  <a:srgbClr val="C5D2D4"/>
                </a:solidFill>
                <a:latin typeface="Helvetica Neue"/>
                <a:ea typeface="Helvetica Neue"/>
                <a:cs typeface="Helvetica Neue"/>
                <a:sym typeface="Helvetica Neue"/>
              </a:defRPr>
            </a:lvl2pPr>
            <a:lvl3pPr indent="0" lvl="2" marL="0" algn="l">
              <a:spcBef>
                <a:spcPts val="0"/>
              </a:spcBef>
              <a:buNone/>
              <a:defRPr b="0" i="0" sz="1200" u="none" cap="none" strike="noStrike">
                <a:solidFill>
                  <a:srgbClr val="C5D2D4"/>
                </a:solidFill>
                <a:latin typeface="Helvetica Neue"/>
                <a:ea typeface="Helvetica Neue"/>
                <a:cs typeface="Helvetica Neue"/>
                <a:sym typeface="Helvetica Neue"/>
              </a:defRPr>
            </a:lvl3pPr>
            <a:lvl4pPr indent="0" lvl="3" marL="0" algn="l">
              <a:spcBef>
                <a:spcPts val="0"/>
              </a:spcBef>
              <a:buNone/>
              <a:defRPr b="0" i="0" sz="1200" u="none" cap="none" strike="noStrike">
                <a:solidFill>
                  <a:srgbClr val="C5D2D4"/>
                </a:solidFill>
                <a:latin typeface="Helvetica Neue"/>
                <a:ea typeface="Helvetica Neue"/>
                <a:cs typeface="Helvetica Neue"/>
                <a:sym typeface="Helvetica Neue"/>
              </a:defRPr>
            </a:lvl4pPr>
            <a:lvl5pPr indent="0" lvl="4" marL="0" algn="l">
              <a:spcBef>
                <a:spcPts val="0"/>
              </a:spcBef>
              <a:buNone/>
              <a:defRPr b="0" i="0" sz="1200" u="none" cap="none" strike="noStrike">
                <a:solidFill>
                  <a:srgbClr val="C5D2D4"/>
                </a:solidFill>
                <a:latin typeface="Helvetica Neue"/>
                <a:ea typeface="Helvetica Neue"/>
                <a:cs typeface="Helvetica Neue"/>
                <a:sym typeface="Helvetica Neue"/>
              </a:defRPr>
            </a:lvl5pPr>
            <a:lvl6pPr indent="0" lvl="5" marL="0" algn="l">
              <a:spcBef>
                <a:spcPts val="0"/>
              </a:spcBef>
              <a:buNone/>
              <a:defRPr b="0" i="0" sz="1200" u="none" cap="none" strike="noStrike">
                <a:solidFill>
                  <a:srgbClr val="C5D2D4"/>
                </a:solidFill>
                <a:latin typeface="Helvetica Neue"/>
                <a:ea typeface="Helvetica Neue"/>
                <a:cs typeface="Helvetica Neue"/>
                <a:sym typeface="Helvetica Neue"/>
              </a:defRPr>
            </a:lvl6pPr>
            <a:lvl7pPr indent="0" lvl="6" marL="0" algn="l">
              <a:spcBef>
                <a:spcPts val="0"/>
              </a:spcBef>
              <a:buNone/>
              <a:defRPr b="0" i="0" sz="1200" u="none" cap="none" strike="noStrike">
                <a:solidFill>
                  <a:srgbClr val="C5D2D4"/>
                </a:solidFill>
                <a:latin typeface="Helvetica Neue"/>
                <a:ea typeface="Helvetica Neue"/>
                <a:cs typeface="Helvetica Neue"/>
                <a:sym typeface="Helvetica Neue"/>
              </a:defRPr>
            </a:lvl7pPr>
            <a:lvl8pPr indent="0" lvl="7" marL="0" algn="l">
              <a:spcBef>
                <a:spcPts val="0"/>
              </a:spcBef>
              <a:buNone/>
              <a:defRPr b="0" i="0" sz="1200" u="none" cap="none" strike="noStrike">
                <a:solidFill>
                  <a:srgbClr val="C5D2D4"/>
                </a:solidFill>
                <a:latin typeface="Helvetica Neue"/>
                <a:ea typeface="Helvetica Neue"/>
                <a:cs typeface="Helvetica Neue"/>
                <a:sym typeface="Helvetica Neue"/>
              </a:defRPr>
            </a:lvl8pPr>
            <a:lvl9pPr indent="0" lvl="8" marL="0" algn="l">
              <a:spcBef>
                <a:spcPts val="0"/>
              </a:spcBef>
              <a:buNone/>
              <a:defRPr b="0" i="0" sz="1200" u="none" cap="none" strike="noStrike">
                <a:solidFill>
                  <a:srgbClr val="C5D2D4"/>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1557" name="Google Shape;1557;p221"/>
          <p:cNvSpPr/>
          <p:nvPr/>
        </p:nvSpPr>
        <p:spPr>
          <a:xfrm rot="10800000">
            <a:off x="7153646" y="754019"/>
            <a:ext cx="1771200" cy="1569000"/>
          </a:xfrm>
          <a:prstGeom prst="ellipse">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558" name="Google Shape;1558;p221"/>
          <p:cNvPicPr preferRelativeResize="0"/>
          <p:nvPr/>
        </p:nvPicPr>
        <p:blipFill rotWithShape="1">
          <a:blip r:embed="rId4">
            <a:alphaModFix/>
          </a:blip>
          <a:srcRect b="0" l="0" r="0" t="0"/>
          <a:stretch/>
        </p:blipFill>
        <p:spPr>
          <a:xfrm rot="5400000">
            <a:off x="6885827" y="111269"/>
            <a:ext cx="2579986" cy="1907053"/>
          </a:xfrm>
          <a:prstGeom prst="rect">
            <a:avLst/>
          </a:prstGeom>
          <a:noFill/>
          <a:ln>
            <a:noFill/>
          </a:ln>
        </p:spPr>
      </p:pic>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59" name="Shape 1559"/>
        <p:cNvGrpSpPr/>
        <p:nvPr/>
      </p:nvGrpSpPr>
      <p:grpSpPr>
        <a:xfrm>
          <a:off x="0" y="0"/>
          <a:ext cx="0" cy="0"/>
          <a:chOff x="0" y="0"/>
          <a:chExt cx="0" cy="0"/>
        </a:xfrm>
      </p:grpSpPr>
      <p:sp>
        <p:nvSpPr>
          <p:cNvPr id="1560" name="Google Shape;1560;p222"/>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1" name="Google Shape;1561;p22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2" name="Google Shape;1562;p222"/>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3" name="Google Shape;1563;p22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64" name="Shape 1564"/>
        <p:cNvGrpSpPr/>
        <p:nvPr/>
      </p:nvGrpSpPr>
      <p:grpSpPr>
        <a:xfrm>
          <a:off x="0" y="0"/>
          <a:ext cx="0" cy="0"/>
          <a:chOff x="0" y="0"/>
          <a:chExt cx="0" cy="0"/>
        </a:xfrm>
      </p:grpSpPr>
      <p:sp>
        <p:nvSpPr>
          <p:cNvPr id="1565" name="Google Shape;1565;p2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6" name="Google Shape;1566;p22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67" name="Google Shape;1567;p2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568" name="Google Shape;1568;p2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9" name="Google Shape;1569;p2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Title and Content">
  <p:cSld name="Bar Title and Content">
    <p:spTree>
      <p:nvGrpSpPr>
        <p:cNvPr id="1570" name="Shape 1570"/>
        <p:cNvGrpSpPr/>
        <p:nvPr/>
      </p:nvGrpSpPr>
      <p:grpSpPr>
        <a:xfrm>
          <a:off x="0" y="0"/>
          <a:ext cx="0" cy="0"/>
          <a:chOff x="0" y="0"/>
          <a:chExt cx="0" cy="0"/>
        </a:xfrm>
      </p:grpSpPr>
      <p:sp>
        <p:nvSpPr>
          <p:cNvPr id="1571" name="Google Shape;1571;p224"/>
          <p:cNvSpPr/>
          <p:nvPr/>
        </p:nvSpPr>
        <p:spPr>
          <a:xfrm>
            <a:off x="0" y="0"/>
            <a:ext cx="9144000" cy="9054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a:solidFill>
                <a:schemeClr val="lt1"/>
              </a:solidFill>
              <a:latin typeface="Arial"/>
              <a:ea typeface="Arial"/>
              <a:cs typeface="Arial"/>
              <a:sym typeface="Arial"/>
            </a:endParaRPr>
          </a:p>
        </p:txBody>
      </p:sp>
      <p:sp>
        <p:nvSpPr>
          <p:cNvPr id="1572" name="Google Shape;1572;p224"/>
          <p:cNvSpPr txBox="1"/>
          <p:nvPr>
            <p:ph idx="1" type="body"/>
          </p:nvPr>
        </p:nvSpPr>
        <p:spPr>
          <a:xfrm>
            <a:off x="342900" y="4729663"/>
            <a:ext cx="7743900" cy="1998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2"/>
              </a:buClr>
              <a:buSzPts val="600"/>
              <a:buNone/>
              <a:defRPr b="0" i="0" sz="600">
                <a:latin typeface="Arial"/>
                <a:ea typeface="Arial"/>
                <a:cs typeface="Arial"/>
                <a:sym typeface="Arial"/>
              </a:defRPr>
            </a:lvl1pPr>
            <a:lvl2pPr indent="-228600" lvl="1" marL="914400" algn="l">
              <a:lnSpc>
                <a:spcPct val="100000"/>
              </a:lnSpc>
              <a:spcBef>
                <a:spcPts val="1500"/>
              </a:spcBef>
              <a:spcAft>
                <a:spcPts val="0"/>
              </a:spcAft>
              <a:buClr>
                <a:schemeClr val="dk2"/>
              </a:buClr>
              <a:buSzPts val="1100"/>
              <a:buNone/>
              <a:defRPr sz="1100"/>
            </a:lvl2pPr>
            <a:lvl3pPr indent="-228600" lvl="2" marL="1371600" algn="l">
              <a:lnSpc>
                <a:spcPct val="100000"/>
              </a:lnSpc>
              <a:spcBef>
                <a:spcPts val="1500"/>
              </a:spcBef>
              <a:spcAft>
                <a:spcPts val="0"/>
              </a:spcAft>
              <a:buClr>
                <a:schemeClr val="dk2"/>
              </a:buClr>
              <a:buSzPts val="900"/>
              <a:buNone/>
              <a:defRPr sz="900"/>
            </a:lvl3pPr>
            <a:lvl4pPr indent="-228600" lvl="3" marL="1828800" algn="l">
              <a:lnSpc>
                <a:spcPct val="100000"/>
              </a:lnSpc>
              <a:spcBef>
                <a:spcPts val="1500"/>
              </a:spcBef>
              <a:spcAft>
                <a:spcPts val="0"/>
              </a:spcAft>
              <a:buClr>
                <a:schemeClr val="dk2"/>
              </a:buClr>
              <a:buSzPts val="800"/>
              <a:buNone/>
              <a:defRPr sz="800"/>
            </a:lvl4pPr>
            <a:lvl5pPr indent="-228600" lvl="4" marL="2286000" algn="l">
              <a:lnSpc>
                <a:spcPct val="100000"/>
              </a:lnSpc>
              <a:spcBef>
                <a:spcPts val="1500"/>
              </a:spcBef>
              <a:spcAft>
                <a:spcPts val="0"/>
              </a:spcAft>
              <a:buClr>
                <a:schemeClr val="dk2"/>
              </a:buClr>
              <a:buSzPts val="800"/>
              <a:buNone/>
              <a:defRPr sz="800"/>
            </a:lvl5pPr>
            <a:lvl6pPr indent="-228600" lvl="5" marL="2743200" algn="l">
              <a:lnSpc>
                <a:spcPct val="100000"/>
              </a:lnSpc>
              <a:spcBef>
                <a:spcPts val="1500"/>
              </a:spcBef>
              <a:spcAft>
                <a:spcPts val="0"/>
              </a:spcAft>
              <a:buClr>
                <a:schemeClr val="dk2"/>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573" name="Google Shape;1573;p224"/>
          <p:cNvSpPr txBox="1"/>
          <p:nvPr>
            <p:ph type="title"/>
          </p:nvPr>
        </p:nvSpPr>
        <p:spPr>
          <a:xfrm>
            <a:off x="342900" y="288036"/>
            <a:ext cx="8455800" cy="617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4" name="Google Shape;1574;p224"/>
          <p:cNvSpPr txBox="1"/>
          <p:nvPr>
            <p:ph idx="2" type="body"/>
          </p:nvPr>
        </p:nvSpPr>
        <p:spPr>
          <a:xfrm>
            <a:off x="342900" y="1270537"/>
            <a:ext cx="8460600" cy="3234900"/>
          </a:xfrm>
          <a:prstGeom prst="rect">
            <a:avLst/>
          </a:prstGeom>
          <a:noFill/>
          <a:ln>
            <a:noFill/>
          </a:ln>
        </p:spPr>
        <p:txBody>
          <a:bodyPr anchorCtr="0" anchor="t" bIns="0" lIns="0" spcFirstLastPara="1" rIns="137150" wrap="square" tIns="0">
            <a:noAutofit/>
          </a:bodyPr>
          <a:lstStyle>
            <a:lvl1pPr indent="-317500" lvl="0" marL="457200" algn="l">
              <a:lnSpc>
                <a:spcPct val="100000"/>
              </a:lnSpc>
              <a:spcBef>
                <a:spcPts val="1500"/>
              </a:spcBef>
              <a:spcAft>
                <a:spcPts val="0"/>
              </a:spcAft>
              <a:buClr>
                <a:schemeClr val="dk2"/>
              </a:buClr>
              <a:buSzPts val="1400"/>
              <a:buChar char="•"/>
              <a:defRPr/>
            </a:lvl1pPr>
            <a:lvl2pPr indent="-323850" lvl="1" marL="914400" algn="l">
              <a:lnSpc>
                <a:spcPct val="100000"/>
              </a:lnSpc>
              <a:spcBef>
                <a:spcPts val="1500"/>
              </a:spcBef>
              <a:spcAft>
                <a:spcPts val="0"/>
              </a:spcAft>
              <a:buClr>
                <a:schemeClr val="dk2"/>
              </a:buClr>
              <a:buSzPts val="1500"/>
              <a:buChar char="•"/>
              <a:defRPr b="0" i="0">
                <a:latin typeface="Arial"/>
                <a:ea typeface="Arial"/>
                <a:cs typeface="Arial"/>
                <a:sym typeface="Arial"/>
              </a:defRPr>
            </a:lvl2pPr>
            <a:lvl3pPr indent="-323850" lvl="2" marL="1371600" algn="l">
              <a:lnSpc>
                <a:spcPct val="100000"/>
              </a:lnSpc>
              <a:spcBef>
                <a:spcPts val="1500"/>
              </a:spcBef>
              <a:spcAft>
                <a:spcPts val="0"/>
              </a:spcAft>
              <a:buClr>
                <a:schemeClr val="dk2"/>
              </a:buClr>
              <a:buSzPts val="1500"/>
              <a:buChar char="•"/>
              <a:defRPr b="0" i="0">
                <a:latin typeface="Arial"/>
                <a:ea typeface="Arial"/>
                <a:cs typeface="Arial"/>
                <a:sym typeface="Arial"/>
              </a:defRPr>
            </a:lvl3pPr>
            <a:lvl4pPr indent="-323850" lvl="3" marL="1828800" algn="l">
              <a:lnSpc>
                <a:spcPct val="100000"/>
              </a:lnSpc>
              <a:spcBef>
                <a:spcPts val="1500"/>
              </a:spcBef>
              <a:spcAft>
                <a:spcPts val="0"/>
              </a:spcAft>
              <a:buClr>
                <a:schemeClr val="dk2"/>
              </a:buClr>
              <a:buSzPts val="1500"/>
              <a:buChar char="•"/>
              <a:defRPr b="0" i="0">
                <a:latin typeface="Arial"/>
                <a:ea typeface="Arial"/>
                <a:cs typeface="Arial"/>
                <a:sym typeface="Arial"/>
              </a:defRPr>
            </a:lvl4pPr>
            <a:lvl5pPr indent="-323850" lvl="4" marL="2286000" algn="l">
              <a:lnSpc>
                <a:spcPct val="100000"/>
              </a:lnSpc>
              <a:spcBef>
                <a:spcPts val="1500"/>
              </a:spcBef>
              <a:spcAft>
                <a:spcPts val="0"/>
              </a:spcAft>
              <a:buClr>
                <a:schemeClr val="dk2"/>
              </a:buClr>
              <a:buSzPts val="1500"/>
              <a:buChar char="•"/>
              <a:defRPr b="0" i="0">
                <a:latin typeface="Arial"/>
                <a:ea typeface="Arial"/>
                <a:cs typeface="Arial"/>
                <a:sym typeface="Arial"/>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5" name="Shape 1575"/>
        <p:cNvGrpSpPr/>
        <p:nvPr/>
      </p:nvGrpSpPr>
      <p:grpSpPr>
        <a:xfrm>
          <a:off x="0" y="0"/>
          <a:ext cx="0" cy="0"/>
          <a:chOff x="0" y="0"/>
          <a:chExt cx="0" cy="0"/>
        </a:xfrm>
      </p:grpSpPr>
      <p:sp>
        <p:nvSpPr>
          <p:cNvPr id="1576" name="Google Shape;1576;p2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577" name="Google Shape;1577;p2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8" name="Google Shape;1578;p2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Icon Image 1" showMasterSp="0">
  <p:cSld name="3_Title Slide Icon Image 1">
    <p:bg>
      <p:bgPr>
        <a:solidFill>
          <a:schemeClr val="accent2"/>
        </a:solidFill>
      </p:bgPr>
    </p:bg>
    <p:spTree>
      <p:nvGrpSpPr>
        <p:cNvPr id="1579" name="Shape 1579"/>
        <p:cNvGrpSpPr/>
        <p:nvPr/>
      </p:nvGrpSpPr>
      <p:grpSpPr>
        <a:xfrm>
          <a:off x="0" y="0"/>
          <a:ext cx="0" cy="0"/>
          <a:chOff x="0" y="0"/>
          <a:chExt cx="0" cy="0"/>
        </a:xfrm>
      </p:grpSpPr>
      <p:pic>
        <p:nvPicPr>
          <p:cNvPr id="1580" name="Google Shape;1580;p226"/>
          <p:cNvPicPr preferRelativeResize="0"/>
          <p:nvPr/>
        </p:nvPicPr>
        <p:blipFill rotWithShape="1">
          <a:blip r:embed="rId2">
            <a:alphaModFix/>
          </a:blip>
          <a:srcRect b="0" l="0" r="-160" t="0"/>
          <a:stretch/>
        </p:blipFill>
        <p:spPr>
          <a:xfrm>
            <a:off x="0" y="-1"/>
            <a:ext cx="6762749" cy="4471744"/>
          </a:xfrm>
          <a:prstGeom prst="rect">
            <a:avLst/>
          </a:prstGeom>
          <a:noFill/>
          <a:ln>
            <a:noFill/>
          </a:ln>
        </p:spPr>
      </p:pic>
      <p:pic>
        <p:nvPicPr>
          <p:cNvPr id="1581" name="Google Shape;1581;p226"/>
          <p:cNvPicPr preferRelativeResize="0"/>
          <p:nvPr/>
        </p:nvPicPr>
        <p:blipFill rotWithShape="1">
          <a:blip r:embed="rId3">
            <a:alphaModFix/>
          </a:blip>
          <a:srcRect b="3101" l="0" r="8156" t="3781"/>
          <a:stretch/>
        </p:blipFill>
        <p:spPr>
          <a:xfrm>
            <a:off x="-1" y="-1"/>
            <a:ext cx="9144000" cy="5143501"/>
          </a:xfrm>
          <a:prstGeom prst="rect">
            <a:avLst/>
          </a:prstGeom>
          <a:noFill/>
          <a:ln>
            <a:noFill/>
          </a:ln>
        </p:spPr>
      </p:pic>
      <p:sp>
        <p:nvSpPr>
          <p:cNvPr id="1582" name="Google Shape;1582;p226"/>
          <p:cNvSpPr txBox="1"/>
          <p:nvPr>
            <p:ph type="ctrTitle"/>
          </p:nvPr>
        </p:nvSpPr>
        <p:spPr>
          <a:xfrm>
            <a:off x="5684520" y="1326258"/>
            <a:ext cx="3126000" cy="156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3900"/>
              <a:buFont typeface="Arial"/>
              <a:buNone/>
              <a:defRPr sz="39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3" name="Google Shape;1583;p226"/>
          <p:cNvSpPr txBox="1"/>
          <p:nvPr>
            <p:ph idx="1" type="subTitle"/>
          </p:nvPr>
        </p:nvSpPr>
        <p:spPr>
          <a:xfrm>
            <a:off x="5684520" y="3158006"/>
            <a:ext cx="3126000" cy="394200"/>
          </a:xfrm>
          <a:prstGeom prst="rect">
            <a:avLst/>
          </a:prstGeom>
          <a:noFill/>
          <a:ln>
            <a:noFill/>
          </a:ln>
        </p:spPr>
        <p:txBody>
          <a:bodyPr anchorCtr="0" anchor="t" bIns="0" lIns="0" spcFirstLastPara="1" rIns="137150" wrap="square" tIns="0">
            <a:noAutofit/>
          </a:bodyPr>
          <a:lstStyle>
            <a:lvl1pPr lvl="0" algn="l">
              <a:lnSpc>
                <a:spcPct val="100000"/>
              </a:lnSpc>
              <a:spcBef>
                <a:spcPts val="0"/>
              </a:spcBef>
              <a:spcAft>
                <a:spcPts val="0"/>
              </a:spcAft>
              <a:buClr>
                <a:schemeClr val="lt1"/>
              </a:buClr>
              <a:buSzPts val="1500"/>
              <a:buNone/>
              <a:defRPr sz="1500">
                <a:solidFill>
                  <a:schemeClr val="lt1"/>
                </a:solidFill>
                <a:latin typeface="Arial"/>
                <a:ea typeface="Arial"/>
                <a:cs typeface="Arial"/>
                <a:sym typeface="Arial"/>
              </a:defRPr>
            </a:lvl1pPr>
            <a:lvl2pPr lvl="1" algn="ctr">
              <a:lnSpc>
                <a:spcPct val="100000"/>
              </a:lnSpc>
              <a:spcBef>
                <a:spcPts val="1500"/>
              </a:spcBef>
              <a:spcAft>
                <a:spcPts val="0"/>
              </a:spcAft>
              <a:buClr>
                <a:schemeClr val="dk2"/>
              </a:buClr>
              <a:buSzPts val="1500"/>
              <a:buNone/>
              <a:defRPr sz="1500"/>
            </a:lvl2pPr>
            <a:lvl3pPr lvl="2" algn="ctr">
              <a:lnSpc>
                <a:spcPct val="100000"/>
              </a:lnSpc>
              <a:spcBef>
                <a:spcPts val="1500"/>
              </a:spcBef>
              <a:spcAft>
                <a:spcPts val="0"/>
              </a:spcAft>
              <a:buClr>
                <a:schemeClr val="dk2"/>
              </a:buClr>
              <a:buSzPts val="1400"/>
              <a:buNone/>
              <a:defRPr sz="1400"/>
            </a:lvl3pPr>
            <a:lvl4pPr lvl="3" algn="ctr">
              <a:lnSpc>
                <a:spcPct val="100000"/>
              </a:lnSpc>
              <a:spcBef>
                <a:spcPts val="1500"/>
              </a:spcBef>
              <a:spcAft>
                <a:spcPts val="0"/>
              </a:spcAft>
              <a:buClr>
                <a:schemeClr val="dk2"/>
              </a:buClr>
              <a:buSzPts val="1200"/>
              <a:buNone/>
              <a:defRPr sz="1200"/>
            </a:lvl4pPr>
            <a:lvl5pPr lvl="4" algn="ctr">
              <a:lnSpc>
                <a:spcPct val="100000"/>
              </a:lnSpc>
              <a:spcBef>
                <a:spcPts val="1500"/>
              </a:spcBef>
              <a:spcAft>
                <a:spcPts val="0"/>
              </a:spcAft>
              <a:buClr>
                <a:schemeClr val="dk2"/>
              </a:buClr>
              <a:buSzPts val="1200"/>
              <a:buNone/>
              <a:defRPr sz="1200"/>
            </a:lvl5pPr>
            <a:lvl6pPr lvl="5" algn="ctr">
              <a:lnSpc>
                <a:spcPct val="100000"/>
              </a:lnSpc>
              <a:spcBef>
                <a:spcPts val="1500"/>
              </a:spcBef>
              <a:spcAft>
                <a:spcPts val="0"/>
              </a:spcAft>
              <a:buClr>
                <a:schemeClr val="dk2"/>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584" name="Google Shape;1584;p226"/>
          <p:cNvSpPr txBox="1"/>
          <p:nvPr>
            <p:ph idx="2" type="body"/>
          </p:nvPr>
        </p:nvSpPr>
        <p:spPr>
          <a:xfrm>
            <a:off x="5684520" y="3712943"/>
            <a:ext cx="3005100" cy="394200"/>
          </a:xfrm>
          <a:prstGeom prst="rect">
            <a:avLst/>
          </a:prstGeom>
          <a:noFill/>
          <a:ln>
            <a:noFill/>
          </a:ln>
        </p:spPr>
        <p:txBody>
          <a:bodyPr anchorCtr="0" anchor="t" bIns="0" lIns="0" spcFirstLastPara="1" rIns="137150" wrap="square" tIns="0">
            <a:noAutofit/>
          </a:bodyPr>
          <a:lstStyle>
            <a:lvl1pPr indent="-298450" lvl="0" marL="457200" algn="l">
              <a:lnSpc>
                <a:spcPct val="100000"/>
              </a:lnSpc>
              <a:spcBef>
                <a:spcPts val="0"/>
              </a:spcBef>
              <a:spcAft>
                <a:spcPts val="0"/>
              </a:spcAft>
              <a:buClr>
                <a:schemeClr val="lt1"/>
              </a:buClr>
              <a:buSzPts val="1100"/>
              <a:buChar char="•"/>
              <a:defRPr b="0" i="0" sz="1100">
                <a:solidFill>
                  <a:schemeClr val="l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1585" name="Google Shape;1585;p226"/>
          <p:cNvGrpSpPr/>
          <p:nvPr/>
        </p:nvGrpSpPr>
        <p:grpSpPr>
          <a:xfrm>
            <a:off x="5694840" y="4613434"/>
            <a:ext cx="3105349" cy="210027"/>
            <a:chOff x="789563" y="525703"/>
            <a:chExt cx="3313433" cy="224100"/>
          </a:xfrm>
        </p:grpSpPr>
        <p:sp>
          <p:nvSpPr>
            <p:cNvPr id="1586" name="Google Shape;1586;p226"/>
            <p:cNvSpPr/>
            <p:nvPr/>
          </p:nvSpPr>
          <p:spPr>
            <a:xfrm>
              <a:off x="2705296" y="532666"/>
              <a:ext cx="1397700" cy="210300"/>
            </a:xfrm>
            <a:prstGeom prst="rect">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Co-brand logo</a:t>
              </a:r>
              <a:endParaRPr sz="1100"/>
            </a:p>
          </p:txBody>
        </p:sp>
        <p:grpSp>
          <p:nvGrpSpPr>
            <p:cNvPr id="1587" name="Google Shape;1587;p226"/>
            <p:cNvGrpSpPr/>
            <p:nvPr/>
          </p:nvGrpSpPr>
          <p:grpSpPr>
            <a:xfrm>
              <a:off x="789563" y="525703"/>
              <a:ext cx="1628813" cy="224100"/>
              <a:chOff x="789563" y="525703"/>
              <a:chExt cx="1628813" cy="224100"/>
            </a:xfrm>
          </p:grpSpPr>
          <p:cxnSp>
            <p:nvCxnSpPr>
              <p:cNvPr id="1588" name="Google Shape;1588;p226"/>
              <p:cNvCxnSpPr/>
              <p:nvPr/>
            </p:nvCxnSpPr>
            <p:spPr>
              <a:xfrm>
                <a:off x="2418376" y="525703"/>
                <a:ext cx="0" cy="224100"/>
              </a:xfrm>
              <a:prstGeom prst="straightConnector1">
                <a:avLst/>
              </a:prstGeom>
              <a:noFill/>
              <a:ln cap="flat" cmpd="sng" w="9525">
                <a:solidFill>
                  <a:schemeClr val="lt1"/>
                </a:solidFill>
                <a:prstDash val="solid"/>
                <a:miter lim="800000"/>
                <a:headEnd len="sm" w="sm" type="none"/>
                <a:tailEnd len="sm" w="sm" type="none"/>
              </a:ln>
            </p:spPr>
          </p:cxnSp>
          <p:pic>
            <p:nvPicPr>
              <p:cNvPr id="1589" name="Google Shape;1589;p226"/>
              <p:cNvPicPr preferRelativeResize="0"/>
              <p:nvPr/>
            </p:nvPicPr>
            <p:blipFill rotWithShape="1">
              <a:blip r:embed="rId4">
                <a:alphaModFix/>
              </a:blip>
              <a:srcRect b="0" l="0" r="0" t="0"/>
              <a:stretch/>
            </p:blipFill>
            <p:spPr>
              <a:xfrm>
                <a:off x="789563" y="532667"/>
                <a:ext cx="1397745" cy="210312"/>
              </a:xfrm>
              <a:prstGeom prst="rect">
                <a:avLst/>
              </a:prstGeom>
              <a:noFill/>
              <a:ln>
                <a:noFill/>
              </a:ln>
            </p:spPr>
          </p:pic>
        </p:grpSp>
      </p:gr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Up 1 ">
  <p:cSld name="Four Up 1 ">
    <p:spTree>
      <p:nvGrpSpPr>
        <p:cNvPr id="1590" name="Shape 1590"/>
        <p:cNvGrpSpPr/>
        <p:nvPr/>
      </p:nvGrpSpPr>
      <p:grpSpPr>
        <a:xfrm>
          <a:off x="0" y="0"/>
          <a:ext cx="0" cy="0"/>
          <a:chOff x="0" y="0"/>
          <a:chExt cx="0" cy="0"/>
        </a:xfrm>
      </p:grpSpPr>
      <p:sp>
        <p:nvSpPr>
          <p:cNvPr id="1591" name="Google Shape;1591;p227"/>
          <p:cNvSpPr txBox="1"/>
          <p:nvPr>
            <p:ph idx="1" type="body"/>
          </p:nvPr>
        </p:nvSpPr>
        <p:spPr>
          <a:xfrm>
            <a:off x="342900" y="4729663"/>
            <a:ext cx="7743900" cy="1998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2"/>
              </a:buClr>
              <a:buSzPts val="700"/>
              <a:buNone/>
              <a:defRPr b="0" i="0" sz="700">
                <a:latin typeface="Arial"/>
                <a:ea typeface="Arial"/>
                <a:cs typeface="Arial"/>
                <a:sym typeface="Arial"/>
              </a:defRPr>
            </a:lvl1pPr>
            <a:lvl2pPr indent="-228600" lvl="1" marL="914400" algn="l">
              <a:lnSpc>
                <a:spcPct val="100000"/>
              </a:lnSpc>
              <a:spcBef>
                <a:spcPts val="1500"/>
              </a:spcBef>
              <a:spcAft>
                <a:spcPts val="0"/>
              </a:spcAft>
              <a:buClr>
                <a:schemeClr val="dk2"/>
              </a:buClr>
              <a:buSzPts val="1100"/>
              <a:buNone/>
              <a:defRPr sz="1100"/>
            </a:lvl2pPr>
            <a:lvl3pPr indent="-228600" lvl="2" marL="1371600" algn="l">
              <a:lnSpc>
                <a:spcPct val="100000"/>
              </a:lnSpc>
              <a:spcBef>
                <a:spcPts val="1500"/>
              </a:spcBef>
              <a:spcAft>
                <a:spcPts val="0"/>
              </a:spcAft>
              <a:buClr>
                <a:schemeClr val="dk2"/>
              </a:buClr>
              <a:buSzPts val="900"/>
              <a:buNone/>
              <a:defRPr sz="900"/>
            </a:lvl3pPr>
            <a:lvl4pPr indent="-228600" lvl="3" marL="1828800" algn="l">
              <a:lnSpc>
                <a:spcPct val="100000"/>
              </a:lnSpc>
              <a:spcBef>
                <a:spcPts val="1500"/>
              </a:spcBef>
              <a:spcAft>
                <a:spcPts val="0"/>
              </a:spcAft>
              <a:buClr>
                <a:schemeClr val="dk2"/>
              </a:buClr>
              <a:buSzPts val="800"/>
              <a:buNone/>
              <a:defRPr sz="800"/>
            </a:lvl4pPr>
            <a:lvl5pPr indent="-228600" lvl="4" marL="2286000" algn="l">
              <a:lnSpc>
                <a:spcPct val="100000"/>
              </a:lnSpc>
              <a:spcBef>
                <a:spcPts val="1500"/>
              </a:spcBef>
              <a:spcAft>
                <a:spcPts val="0"/>
              </a:spcAft>
              <a:buClr>
                <a:schemeClr val="dk2"/>
              </a:buClr>
              <a:buSzPts val="800"/>
              <a:buNone/>
              <a:defRPr sz="800"/>
            </a:lvl5pPr>
            <a:lvl6pPr indent="-228600" lvl="5" marL="2743200" algn="l">
              <a:lnSpc>
                <a:spcPct val="100000"/>
              </a:lnSpc>
              <a:spcBef>
                <a:spcPts val="1500"/>
              </a:spcBef>
              <a:spcAft>
                <a:spcPts val="0"/>
              </a:spcAft>
              <a:buClr>
                <a:schemeClr val="dk2"/>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592" name="Google Shape;1592;p227"/>
          <p:cNvSpPr txBox="1"/>
          <p:nvPr>
            <p:ph type="title"/>
          </p:nvPr>
        </p:nvSpPr>
        <p:spPr>
          <a:xfrm>
            <a:off x="342900" y="288036"/>
            <a:ext cx="8455800" cy="617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3" name="Google Shape;1593;p227"/>
          <p:cNvSpPr txBox="1"/>
          <p:nvPr>
            <p:ph idx="2" type="body"/>
          </p:nvPr>
        </p:nvSpPr>
        <p:spPr>
          <a:xfrm>
            <a:off x="608293" y="1667303"/>
            <a:ext cx="11166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4" name="Google Shape;1594;p227"/>
          <p:cNvSpPr txBox="1"/>
          <p:nvPr>
            <p:ph idx="3" type="body"/>
          </p:nvPr>
        </p:nvSpPr>
        <p:spPr>
          <a:xfrm>
            <a:off x="4897904" y="1667303"/>
            <a:ext cx="11469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5" name="Google Shape;1595;p227"/>
          <p:cNvSpPr txBox="1"/>
          <p:nvPr>
            <p:ph idx="4" type="body"/>
          </p:nvPr>
        </p:nvSpPr>
        <p:spPr>
          <a:xfrm>
            <a:off x="608292" y="3257642"/>
            <a:ext cx="11469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6" name="Google Shape;1596;p227"/>
          <p:cNvSpPr txBox="1"/>
          <p:nvPr>
            <p:ph idx="5" type="body"/>
          </p:nvPr>
        </p:nvSpPr>
        <p:spPr>
          <a:xfrm>
            <a:off x="4897904" y="3257642"/>
            <a:ext cx="1146900" cy="737700"/>
          </a:xfrm>
          <a:prstGeom prst="rect">
            <a:avLst/>
          </a:prstGeom>
          <a:noFill/>
          <a:ln>
            <a:noFill/>
          </a:ln>
        </p:spPr>
        <p:txBody>
          <a:bodyPr anchorCtr="0" anchor="t" bIns="0" lIns="0" spcFirstLastPara="1" rIns="0" wrap="square" tIns="0">
            <a:noAutofit/>
          </a:bodyPr>
          <a:lstStyle>
            <a:lvl1pPr indent="-514350" lvl="0" marL="457200" algn="l">
              <a:lnSpc>
                <a:spcPct val="100000"/>
              </a:lnSpc>
              <a:spcBef>
                <a:spcPts val="1500"/>
              </a:spcBef>
              <a:spcAft>
                <a:spcPts val="0"/>
              </a:spcAft>
              <a:buClr>
                <a:schemeClr val="accent1"/>
              </a:buClr>
              <a:buSzPts val="4500"/>
              <a:buChar char="•"/>
              <a:defRPr b="0" i="0" sz="4500">
                <a:solidFill>
                  <a:schemeClr val="accent1"/>
                </a:solidFill>
                <a:latin typeface="Arial"/>
                <a:ea typeface="Arial"/>
                <a:cs typeface="Arial"/>
                <a:sym typeface="Arial"/>
              </a:defRPr>
            </a:lvl1pPr>
            <a:lvl2pPr indent="-317500" lvl="1" marL="914400" algn="l">
              <a:lnSpc>
                <a:spcPct val="100000"/>
              </a:lnSpc>
              <a:spcBef>
                <a:spcPts val="1500"/>
              </a:spcBef>
              <a:spcAft>
                <a:spcPts val="0"/>
              </a:spcAft>
              <a:buClr>
                <a:schemeClr val="dk2"/>
              </a:buClr>
              <a:buSzPts val="1400"/>
              <a:buChar char="•"/>
              <a:defRPr/>
            </a:lvl2pPr>
            <a:lvl3pPr indent="-317500" lvl="2" marL="1371600" algn="l">
              <a:lnSpc>
                <a:spcPct val="100000"/>
              </a:lnSpc>
              <a:spcBef>
                <a:spcPts val="1500"/>
              </a:spcBef>
              <a:spcAft>
                <a:spcPts val="0"/>
              </a:spcAft>
              <a:buClr>
                <a:schemeClr val="dk2"/>
              </a:buClr>
              <a:buSzPts val="1400"/>
              <a:buChar char="•"/>
              <a:defRPr/>
            </a:lvl3pPr>
            <a:lvl4pPr indent="-317500" lvl="3" marL="1828800" algn="l">
              <a:lnSpc>
                <a:spcPct val="100000"/>
              </a:lnSpc>
              <a:spcBef>
                <a:spcPts val="1500"/>
              </a:spcBef>
              <a:spcAft>
                <a:spcPts val="0"/>
              </a:spcAft>
              <a:buClr>
                <a:schemeClr val="dk2"/>
              </a:buClr>
              <a:buSzPts val="1400"/>
              <a:buChar char="•"/>
              <a:defRPr/>
            </a:lvl4pPr>
            <a:lvl5pPr indent="-317500" lvl="4" marL="2286000" algn="l">
              <a:lnSpc>
                <a:spcPct val="100000"/>
              </a:lnSpc>
              <a:spcBef>
                <a:spcPts val="1500"/>
              </a:spcBef>
              <a:spcAft>
                <a:spcPts val="0"/>
              </a:spcAft>
              <a:buClr>
                <a:schemeClr val="dk2"/>
              </a:buClr>
              <a:buSzPts val="1400"/>
              <a:buChar char="•"/>
              <a:defRPr/>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7" name="Google Shape;1597;p227"/>
          <p:cNvSpPr txBox="1"/>
          <p:nvPr>
            <p:ph idx="6" type="body"/>
          </p:nvPr>
        </p:nvSpPr>
        <p:spPr>
          <a:xfrm>
            <a:off x="1724828" y="173801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8" name="Google Shape;1598;p227"/>
          <p:cNvSpPr txBox="1"/>
          <p:nvPr>
            <p:ph idx="7" type="body"/>
          </p:nvPr>
        </p:nvSpPr>
        <p:spPr>
          <a:xfrm>
            <a:off x="6044316" y="173039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9" name="Google Shape;1599;p227"/>
          <p:cNvSpPr txBox="1"/>
          <p:nvPr>
            <p:ph idx="8" type="body"/>
          </p:nvPr>
        </p:nvSpPr>
        <p:spPr>
          <a:xfrm>
            <a:off x="1764037" y="331042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00" name="Google Shape;1600;p227"/>
          <p:cNvSpPr txBox="1"/>
          <p:nvPr>
            <p:ph idx="9" type="body"/>
          </p:nvPr>
        </p:nvSpPr>
        <p:spPr>
          <a:xfrm>
            <a:off x="6044068" y="3310426"/>
            <a:ext cx="2454900" cy="62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dk2"/>
              </a:buClr>
              <a:buSzPts val="1100"/>
              <a:buChar char="•"/>
              <a:defRPr sz="1100"/>
            </a:lvl1pPr>
            <a:lvl2pPr indent="-298450" lvl="1" marL="914400" algn="l">
              <a:lnSpc>
                <a:spcPct val="100000"/>
              </a:lnSpc>
              <a:spcBef>
                <a:spcPts val="0"/>
              </a:spcBef>
              <a:spcAft>
                <a:spcPts val="0"/>
              </a:spcAft>
              <a:buClr>
                <a:schemeClr val="dk2"/>
              </a:buClr>
              <a:buSzPts val="1100"/>
              <a:buChar char="•"/>
              <a:defRPr b="0" i="0" sz="1100">
                <a:latin typeface="Arial"/>
                <a:ea typeface="Arial"/>
                <a:cs typeface="Arial"/>
                <a:sym typeface="Arial"/>
              </a:defRPr>
            </a:lvl2pPr>
            <a:lvl3pPr indent="-298450" lvl="2" marL="1371600" algn="l">
              <a:lnSpc>
                <a:spcPct val="100000"/>
              </a:lnSpc>
              <a:spcBef>
                <a:spcPts val="0"/>
              </a:spcBef>
              <a:spcAft>
                <a:spcPts val="0"/>
              </a:spcAft>
              <a:buClr>
                <a:schemeClr val="dk2"/>
              </a:buClr>
              <a:buSzPts val="1100"/>
              <a:buChar char="•"/>
              <a:defRPr sz="1100"/>
            </a:lvl3pPr>
            <a:lvl4pPr indent="-298450" lvl="3" marL="1828800" algn="l">
              <a:lnSpc>
                <a:spcPct val="100000"/>
              </a:lnSpc>
              <a:spcBef>
                <a:spcPts val="0"/>
              </a:spcBef>
              <a:spcAft>
                <a:spcPts val="0"/>
              </a:spcAft>
              <a:buClr>
                <a:schemeClr val="dk2"/>
              </a:buClr>
              <a:buSzPts val="1100"/>
              <a:buChar char="•"/>
              <a:defRPr sz="1100"/>
            </a:lvl4pPr>
            <a:lvl5pPr indent="-298450" lvl="4" marL="2286000" algn="l">
              <a:lnSpc>
                <a:spcPct val="100000"/>
              </a:lnSpc>
              <a:spcBef>
                <a:spcPts val="0"/>
              </a:spcBef>
              <a:spcAft>
                <a:spcPts val="0"/>
              </a:spcAft>
              <a:buClr>
                <a:schemeClr val="dk2"/>
              </a:buClr>
              <a:buSzPts val="1100"/>
              <a:buChar char="•"/>
              <a:defRPr sz="1100"/>
            </a:lvl5pPr>
            <a:lvl6pPr indent="-317500" lvl="5" marL="2743200" algn="l">
              <a:lnSpc>
                <a:spcPct val="100000"/>
              </a:lnSpc>
              <a:spcBef>
                <a:spcPts val="1500"/>
              </a:spcBef>
              <a:spcAft>
                <a:spcPts val="0"/>
              </a:spcAft>
              <a:buClr>
                <a:schemeClr val="dk2"/>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1601" name="Google Shape;1601;p227"/>
          <p:cNvCxnSpPr/>
          <p:nvPr/>
        </p:nvCxnSpPr>
        <p:spPr>
          <a:xfrm>
            <a:off x="4594652" y="1258058"/>
            <a:ext cx="0" cy="1403400"/>
          </a:xfrm>
          <a:prstGeom prst="straightConnector1">
            <a:avLst/>
          </a:prstGeom>
          <a:noFill/>
          <a:ln cap="flat" cmpd="sng" w="9525">
            <a:solidFill>
              <a:schemeClr val="dk1"/>
            </a:solidFill>
            <a:prstDash val="solid"/>
            <a:miter lim="800000"/>
            <a:headEnd len="sm" w="sm" type="none"/>
            <a:tailEnd len="sm" w="sm" type="none"/>
          </a:ln>
        </p:spPr>
      </p:cxnSp>
      <p:cxnSp>
        <p:nvCxnSpPr>
          <p:cNvPr id="1602" name="Google Shape;1602;p227"/>
          <p:cNvCxnSpPr/>
          <p:nvPr/>
        </p:nvCxnSpPr>
        <p:spPr>
          <a:xfrm>
            <a:off x="4594652" y="3011163"/>
            <a:ext cx="0" cy="1403400"/>
          </a:xfrm>
          <a:prstGeom prst="straightConnector1">
            <a:avLst/>
          </a:prstGeom>
          <a:noFill/>
          <a:ln cap="flat" cmpd="sng" w="9525">
            <a:solidFill>
              <a:schemeClr val="dk1"/>
            </a:solidFill>
            <a:prstDash val="solid"/>
            <a:miter lim="800000"/>
            <a:headEnd len="sm" w="sm" type="none"/>
            <a:tailEnd len="sm" w="sm" type="none"/>
          </a:ln>
        </p:spPr>
      </p:cxnSp>
      <p:cxnSp>
        <p:nvCxnSpPr>
          <p:cNvPr id="1603" name="Google Shape;1603;p227"/>
          <p:cNvCxnSpPr/>
          <p:nvPr/>
        </p:nvCxnSpPr>
        <p:spPr>
          <a:xfrm rot="10800000">
            <a:off x="362865" y="2836306"/>
            <a:ext cx="4094400" cy="0"/>
          </a:xfrm>
          <a:prstGeom prst="straightConnector1">
            <a:avLst/>
          </a:prstGeom>
          <a:noFill/>
          <a:ln cap="flat" cmpd="sng" w="9525">
            <a:solidFill>
              <a:schemeClr val="dk1"/>
            </a:solidFill>
            <a:prstDash val="solid"/>
            <a:miter lim="800000"/>
            <a:headEnd len="sm" w="sm" type="none"/>
            <a:tailEnd len="sm" w="sm" type="none"/>
          </a:ln>
        </p:spPr>
      </p:cxnSp>
      <p:cxnSp>
        <p:nvCxnSpPr>
          <p:cNvPr id="1604" name="Google Shape;1604;p227"/>
          <p:cNvCxnSpPr/>
          <p:nvPr/>
        </p:nvCxnSpPr>
        <p:spPr>
          <a:xfrm rot="10800000">
            <a:off x="4732003" y="2836306"/>
            <a:ext cx="4094400"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theme" Target="../theme/theme7.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4" Type="http://schemas.openxmlformats.org/officeDocument/2006/relationships/slideLayout" Target="../slideLayouts/slideLayout62.xml"/><Relationship Id="rId23" Type="http://schemas.openxmlformats.org/officeDocument/2006/relationships/slideLayout" Target="../slideLayouts/slideLayout61.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26" Type="http://schemas.openxmlformats.org/officeDocument/2006/relationships/slideLayout" Target="../slideLayouts/slideLayout64.xml"/><Relationship Id="rId25" Type="http://schemas.openxmlformats.org/officeDocument/2006/relationships/slideLayout" Target="../slideLayouts/slideLayout63.xml"/><Relationship Id="rId28" Type="http://schemas.openxmlformats.org/officeDocument/2006/relationships/slideLayout" Target="../slideLayouts/slideLayout66.xml"/><Relationship Id="rId27" Type="http://schemas.openxmlformats.org/officeDocument/2006/relationships/slideLayout" Target="../slideLayouts/slideLayout65.xml"/><Relationship Id="rId5" Type="http://schemas.openxmlformats.org/officeDocument/2006/relationships/slideLayout" Target="../slideLayouts/slideLayout43.xml"/><Relationship Id="rId6" Type="http://schemas.openxmlformats.org/officeDocument/2006/relationships/slideLayout" Target="../slideLayouts/slideLayout44.xml"/><Relationship Id="rId29" Type="http://schemas.openxmlformats.org/officeDocument/2006/relationships/slideLayout" Target="../slideLayouts/slideLayout67.xml"/><Relationship Id="rId7" Type="http://schemas.openxmlformats.org/officeDocument/2006/relationships/slideLayout" Target="../slideLayouts/slideLayout45.xml"/><Relationship Id="rId8" Type="http://schemas.openxmlformats.org/officeDocument/2006/relationships/slideLayout" Target="../slideLayouts/slideLayout46.xml"/><Relationship Id="rId31" Type="http://schemas.openxmlformats.org/officeDocument/2006/relationships/slideLayout" Target="../slideLayouts/slideLayout69.xml"/><Relationship Id="rId30" Type="http://schemas.openxmlformats.org/officeDocument/2006/relationships/slideLayout" Target="../slideLayouts/slideLayout68.xml"/><Relationship Id="rId11" Type="http://schemas.openxmlformats.org/officeDocument/2006/relationships/slideLayout" Target="../slideLayouts/slideLayout49.xml"/><Relationship Id="rId33" Type="http://schemas.openxmlformats.org/officeDocument/2006/relationships/slideLayout" Target="../slideLayouts/slideLayout71.xml"/><Relationship Id="rId10" Type="http://schemas.openxmlformats.org/officeDocument/2006/relationships/slideLayout" Target="../slideLayouts/slideLayout48.xml"/><Relationship Id="rId32" Type="http://schemas.openxmlformats.org/officeDocument/2006/relationships/slideLayout" Target="../slideLayouts/slideLayout70.xml"/><Relationship Id="rId13" Type="http://schemas.openxmlformats.org/officeDocument/2006/relationships/slideLayout" Target="../slideLayouts/slideLayout51.xml"/><Relationship Id="rId35" Type="http://schemas.openxmlformats.org/officeDocument/2006/relationships/slideLayout" Target="../slideLayouts/slideLayout73.xml"/><Relationship Id="rId12" Type="http://schemas.openxmlformats.org/officeDocument/2006/relationships/slideLayout" Target="../slideLayouts/slideLayout50.xml"/><Relationship Id="rId34" Type="http://schemas.openxmlformats.org/officeDocument/2006/relationships/slideLayout" Target="../slideLayouts/slideLayout72.xml"/><Relationship Id="rId15" Type="http://schemas.openxmlformats.org/officeDocument/2006/relationships/slideLayout" Target="../slideLayouts/slideLayout53.xml"/><Relationship Id="rId37" Type="http://schemas.openxmlformats.org/officeDocument/2006/relationships/slideLayout" Target="../slideLayouts/slideLayout75.xml"/><Relationship Id="rId14" Type="http://schemas.openxmlformats.org/officeDocument/2006/relationships/slideLayout" Target="../slideLayouts/slideLayout52.xml"/><Relationship Id="rId36" Type="http://schemas.openxmlformats.org/officeDocument/2006/relationships/slideLayout" Target="../slideLayouts/slideLayout74.xml"/><Relationship Id="rId17" Type="http://schemas.openxmlformats.org/officeDocument/2006/relationships/slideLayout" Target="../slideLayouts/slideLayout55.xml"/><Relationship Id="rId39" Type="http://schemas.openxmlformats.org/officeDocument/2006/relationships/theme" Target="../theme/theme8.xml"/><Relationship Id="rId16" Type="http://schemas.openxmlformats.org/officeDocument/2006/relationships/slideLayout" Target="../slideLayouts/slideLayout54.xml"/><Relationship Id="rId38" Type="http://schemas.openxmlformats.org/officeDocument/2006/relationships/slideLayout" Target="../slideLayouts/slideLayout76.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slideLayout" Target="../slideLayouts/slideLayout78.xml"/><Relationship Id="rId3" Type="http://schemas.openxmlformats.org/officeDocument/2006/relationships/slideLayout" Target="../slideLayouts/slideLayout79.xml"/><Relationship Id="rId4" Type="http://schemas.openxmlformats.org/officeDocument/2006/relationships/slideLayout" Target="../slideLayouts/slideLayout80.xml"/><Relationship Id="rId9" Type="http://schemas.openxmlformats.org/officeDocument/2006/relationships/slideLayout" Target="../slideLayouts/slideLayout85.xml"/><Relationship Id="rId5" Type="http://schemas.openxmlformats.org/officeDocument/2006/relationships/slideLayout" Target="../slideLayouts/slideLayout81.xml"/><Relationship Id="rId6" Type="http://schemas.openxmlformats.org/officeDocument/2006/relationships/slideLayout" Target="../slideLayouts/slideLayout82.xml"/><Relationship Id="rId7" Type="http://schemas.openxmlformats.org/officeDocument/2006/relationships/slideLayout" Target="../slideLayouts/slideLayout83.xml"/><Relationship Id="rId8" Type="http://schemas.openxmlformats.org/officeDocument/2006/relationships/slideLayout" Target="../slideLayouts/slideLayout84.xml"/><Relationship Id="rId11" Type="http://schemas.openxmlformats.org/officeDocument/2006/relationships/slideLayout" Target="../slideLayouts/slideLayout87.xml"/><Relationship Id="rId10" Type="http://schemas.openxmlformats.org/officeDocument/2006/relationships/slideLayout" Target="../slideLayouts/slideLayout86.xml"/><Relationship Id="rId1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9" Type="http://schemas.openxmlformats.org/officeDocument/2006/relationships/slideLayout" Target="../slideLayouts/slideLayout96.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11" Type="http://schemas.openxmlformats.org/officeDocument/2006/relationships/slideLayout" Target="../slideLayouts/slideLayout98.xml"/><Relationship Id="rId10" Type="http://schemas.openxmlformats.org/officeDocument/2006/relationships/slideLayout" Target="../slideLayouts/slideLayout97.xml"/><Relationship Id="rId13" Type="http://schemas.openxmlformats.org/officeDocument/2006/relationships/slideLayout" Target="../slideLayouts/slideLayout100.xml"/><Relationship Id="rId12" Type="http://schemas.openxmlformats.org/officeDocument/2006/relationships/slideLayout" Target="../slideLayouts/slideLayout99.xml"/><Relationship Id="rId14" Type="http://schemas.openxmlformats.org/officeDocument/2006/relationships/theme" Target="../theme/theme1.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0.xml"/><Relationship Id="rId22" Type="http://schemas.openxmlformats.org/officeDocument/2006/relationships/slideLayout" Target="../slideLayouts/slideLayout122.xml"/><Relationship Id="rId21" Type="http://schemas.openxmlformats.org/officeDocument/2006/relationships/slideLayout" Target="../slideLayouts/slideLayout121.xml"/><Relationship Id="rId24" Type="http://schemas.openxmlformats.org/officeDocument/2006/relationships/slideLayout" Target="../slideLayouts/slideLayout124.xml"/><Relationship Id="rId23" Type="http://schemas.openxmlformats.org/officeDocument/2006/relationships/slideLayout" Target="../slideLayouts/slideLayout123.xml"/><Relationship Id="rId1" Type="http://schemas.openxmlformats.org/officeDocument/2006/relationships/slideLayout" Target="../slideLayouts/slideLayout101.xml"/><Relationship Id="rId2" Type="http://schemas.openxmlformats.org/officeDocument/2006/relationships/slideLayout" Target="../slideLayouts/slideLayout102.xml"/><Relationship Id="rId3" Type="http://schemas.openxmlformats.org/officeDocument/2006/relationships/slideLayout" Target="../slideLayouts/slideLayout103.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26" Type="http://schemas.openxmlformats.org/officeDocument/2006/relationships/slideLayout" Target="../slideLayouts/slideLayout126.xml"/><Relationship Id="rId25" Type="http://schemas.openxmlformats.org/officeDocument/2006/relationships/slideLayout" Target="../slideLayouts/slideLayout125.xml"/><Relationship Id="rId28" Type="http://schemas.openxmlformats.org/officeDocument/2006/relationships/slideLayout" Target="../slideLayouts/slideLayout128.xml"/><Relationship Id="rId27" Type="http://schemas.openxmlformats.org/officeDocument/2006/relationships/slideLayout" Target="../slideLayouts/slideLayout127.xml"/><Relationship Id="rId5" Type="http://schemas.openxmlformats.org/officeDocument/2006/relationships/slideLayout" Target="../slideLayouts/slideLayout105.xml"/><Relationship Id="rId6" Type="http://schemas.openxmlformats.org/officeDocument/2006/relationships/slideLayout" Target="../slideLayouts/slideLayout106.xml"/><Relationship Id="rId29" Type="http://schemas.openxmlformats.org/officeDocument/2006/relationships/slideLayout" Target="../slideLayouts/slideLayout129.xml"/><Relationship Id="rId7" Type="http://schemas.openxmlformats.org/officeDocument/2006/relationships/slideLayout" Target="../slideLayouts/slideLayout107.xml"/><Relationship Id="rId8" Type="http://schemas.openxmlformats.org/officeDocument/2006/relationships/slideLayout" Target="../slideLayouts/slideLayout108.xml"/><Relationship Id="rId31" Type="http://schemas.openxmlformats.org/officeDocument/2006/relationships/slideLayout" Target="../slideLayouts/slideLayout131.xml"/><Relationship Id="rId30" Type="http://schemas.openxmlformats.org/officeDocument/2006/relationships/slideLayout" Target="../slideLayouts/slideLayout130.xml"/><Relationship Id="rId11" Type="http://schemas.openxmlformats.org/officeDocument/2006/relationships/slideLayout" Target="../slideLayouts/slideLayout111.xml"/><Relationship Id="rId33" Type="http://schemas.openxmlformats.org/officeDocument/2006/relationships/slideLayout" Target="../slideLayouts/slideLayout133.xml"/><Relationship Id="rId10" Type="http://schemas.openxmlformats.org/officeDocument/2006/relationships/slideLayout" Target="../slideLayouts/slideLayout110.xml"/><Relationship Id="rId32" Type="http://schemas.openxmlformats.org/officeDocument/2006/relationships/slideLayout" Target="../slideLayouts/slideLayout132.xml"/><Relationship Id="rId13" Type="http://schemas.openxmlformats.org/officeDocument/2006/relationships/slideLayout" Target="../slideLayouts/slideLayout113.xml"/><Relationship Id="rId35" Type="http://schemas.openxmlformats.org/officeDocument/2006/relationships/slideLayout" Target="../slideLayouts/slideLayout135.xml"/><Relationship Id="rId12" Type="http://schemas.openxmlformats.org/officeDocument/2006/relationships/slideLayout" Target="../slideLayouts/slideLayout112.xml"/><Relationship Id="rId34" Type="http://schemas.openxmlformats.org/officeDocument/2006/relationships/slideLayout" Target="../slideLayouts/slideLayout134.xml"/><Relationship Id="rId15" Type="http://schemas.openxmlformats.org/officeDocument/2006/relationships/slideLayout" Target="../slideLayouts/slideLayout115.xml"/><Relationship Id="rId37" Type="http://schemas.openxmlformats.org/officeDocument/2006/relationships/theme" Target="../theme/theme9.xml"/><Relationship Id="rId14" Type="http://schemas.openxmlformats.org/officeDocument/2006/relationships/slideLayout" Target="../slideLayouts/slideLayout114.xml"/><Relationship Id="rId36" Type="http://schemas.openxmlformats.org/officeDocument/2006/relationships/slideLayout" Target="../slideLayouts/slideLayout136.xml"/><Relationship Id="rId17" Type="http://schemas.openxmlformats.org/officeDocument/2006/relationships/slideLayout" Target="../slideLayouts/slideLayout117.xml"/><Relationship Id="rId16" Type="http://schemas.openxmlformats.org/officeDocument/2006/relationships/slideLayout" Target="../slideLayouts/slideLayout116.xml"/><Relationship Id="rId19" Type="http://schemas.openxmlformats.org/officeDocument/2006/relationships/slideLayout" Target="../slideLayouts/slideLayout119.xml"/><Relationship Id="rId18" Type="http://schemas.openxmlformats.org/officeDocument/2006/relationships/slideLayout" Target="../slideLayouts/slideLayout118.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56.xml"/><Relationship Id="rId22" Type="http://schemas.openxmlformats.org/officeDocument/2006/relationships/slideLayout" Target="../slideLayouts/slideLayout158.xml"/><Relationship Id="rId21" Type="http://schemas.openxmlformats.org/officeDocument/2006/relationships/slideLayout" Target="../slideLayouts/slideLayout157.xml"/><Relationship Id="rId24" Type="http://schemas.openxmlformats.org/officeDocument/2006/relationships/slideLayout" Target="../slideLayouts/slideLayout160.xml"/><Relationship Id="rId23" Type="http://schemas.openxmlformats.org/officeDocument/2006/relationships/slideLayout" Target="../slideLayouts/slideLayout159.xml"/><Relationship Id="rId1" Type="http://schemas.openxmlformats.org/officeDocument/2006/relationships/slideLayout" Target="../slideLayouts/slideLayout137.xml"/><Relationship Id="rId2" Type="http://schemas.openxmlformats.org/officeDocument/2006/relationships/slideLayout" Target="../slideLayouts/slideLayout138.xml"/><Relationship Id="rId3" Type="http://schemas.openxmlformats.org/officeDocument/2006/relationships/slideLayout" Target="../slideLayouts/slideLayout139.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26" Type="http://schemas.openxmlformats.org/officeDocument/2006/relationships/slideLayout" Target="../slideLayouts/slideLayout162.xml"/><Relationship Id="rId25" Type="http://schemas.openxmlformats.org/officeDocument/2006/relationships/slideLayout" Target="../slideLayouts/slideLayout161.xml"/><Relationship Id="rId28" Type="http://schemas.openxmlformats.org/officeDocument/2006/relationships/slideLayout" Target="../slideLayouts/slideLayout164.xml"/><Relationship Id="rId27" Type="http://schemas.openxmlformats.org/officeDocument/2006/relationships/slideLayout" Target="../slideLayouts/slideLayout163.xml"/><Relationship Id="rId5" Type="http://schemas.openxmlformats.org/officeDocument/2006/relationships/slideLayout" Target="../slideLayouts/slideLayout141.xml"/><Relationship Id="rId6" Type="http://schemas.openxmlformats.org/officeDocument/2006/relationships/slideLayout" Target="../slideLayouts/slideLayout142.xml"/><Relationship Id="rId29" Type="http://schemas.openxmlformats.org/officeDocument/2006/relationships/slideLayout" Target="../slideLayouts/slideLayout165.xml"/><Relationship Id="rId7" Type="http://schemas.openxmlformats.org/officeDocument/2006/relationships/slideLayout" Target="../slideLayouts/slideLayout143.xml"/><Relationship Id="rId8" Type="http://schemas.openxmlformats.org/officeDocument/2006/relationships/slideLayout" Target="../slideLayouts/slideLayout144.xml"/><Relationship Id="rId31" Type="http://schemas.openxmlformats.org/officeDocument/2006/relationships/slideLayout" Target="../slideLayouts/slideLayout167.xml"/><Relationship Id="rId30" Type="http://schemas.openxmlformats.org/officeDocument/2006/relationships/slideLayout" Target="../slideLayouts/slideLayout166.xml"/><Relationship Id="rId11" Type="http://schemas.openxmlformats.org/officeDocument/2006/relationships/slideLayout" Target="../slideLayouts/slideLayout147.xml"/><Relationship Id="rId33" Type="http://schemas.openxmlformats.org/officeDocument/2006/relationships/slideLayout" Target="../slideLayouts/slideLayout169.xml"/><Relationship Id="rId10" Type="http://schemas.openxmlformats.org/officeDocument/2006/relationships/slideLayout" Target="../slideLayouts/slideLayout146.xml"/><Relationship Id="rId32" Type="http://schemas.openxmlformats.org/officeDocument/2006/relationships/slideLayout" Target="../slideLayouts/slideLayout168.xml"/><Relationship Id="rId13" Type="http://schemas.openxmlformats.org/officeDocument/2006/relationships/slideLayout" Target="../slideLayouts/slideLayout149.xml"/><Relationship Id="rId12" Type="http://schemas.openxmlformats.org/officeDocument/2006/relationships/slideLayout" Target="../slideLayouts/slideLayout148.xml"/><Relationship Id="rId34" Type="http://schemas.openxmlformats.org/officeDocument/2006/relationships/theme" Target="../theme/theme3.xml"/><Relationship Id="rId15" Type="http://schemas.openxmlformats.org/officeDocument/2006/relationships/slideLayout" Target="../slideLayouts/slideLayout151.xml"/><Relationship Id="rId14" Type="http://schemas.openxmlformats.org/officeDocument/2006/relationships/slideLayout" Target="../slideLayouts/slideLayout150.xml"/><Relationship Id="rId17" Type="http://schemas.openxmlformats.org/officeDocument/2006/relationships/slideLayout" Target="../slideLayouts/slideLayout153.xml"/><Relationship Id="rId16" Type="http://schemas.openxmlformats.org/officeDocument/2006/relationships/slideLayout" Target="../slideLayouts/slideLayout152.xml"/><Relationship Id="rId19" Type="http://schemas.openxmlformats.org/officeDocument/2006/relationships/slideLayout" Target="../slideLayouts/slideLayout155.xml"/><Relationship Id="rId18" Type="http://schemas.openxmlformats.org/officeDocument/2006/relationships/slideLayout" Target="../slideLayouts/slideLayout154.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70.xml"/><Relationship Id="rId2" Type="http://schemas.openxmlformats.org/officeDocument/2006/relationships/slideLayout" Target="../slideLayouts/slideLayout171.xml"/><Relationship Id="rId3" Type="http://schemas.openxmlformats.org/officeDocument/2006/relationships/slideLayout" Target="../slideLayouts/slideLayout172.xml"/><Relationship Id="rId4" Type="http://schemas.openxmlformats.org/officeDocument/2006/relationships/slideLayout" Target="../slideLayouts/slideLayout173.xml"/><Relationship Id="rId9" Type="http://schemas.openxmlformats.org/officeDocument/2006/relationships/slideLayout" Target="../slideLayouts/slideLayout178.xml"/><Relationship Id="rId5" Type="http://schemas.openxmlformats.org/officeDocument/2006/relationships/slideLayout" Target="../slideLayouts/slideLayout174.xml"/><Relationship Id="rId6" Type="http://schemas.openxmlformats.org/officeDocument/2006/relationships/slideLayout" Target="../slideLayouts/slideLayout175.xml"/><Relationship Id="rId7" Type="http://schemas.openxmlformats.org/officeDocument/2006/relationships/slideLayout" Target="../slideLayouts/slideLayout176.xml"/><Relationship Id="rId8" Type="http://schemas.openxmlformats.org/officeDocument/2006/relationships/slideLayout" Target="../slideLayouts/slideLayout177.xml"/><Relationship Id="rId11" Type="http://schemas.openxmlformats.org/officeDocument/2006/relationships/theme" Target="../theme/theme2.xml"/><Relationship Id="rId10" Type="http://schemas.openxmlformats.org/officeDocument/2006/relationships/slideLayout" Target="../slideLayouts/slideLayout179.xml"/></Relationships>
</file>

<file path=ppt/slideMasters/_rels/slideMaster8.xml.rels><?xml version="1.0" encoding="UTF-8" standalone="yes"?><Relationships xmlns="http://schemas.openxmlformats.org/package/2006/relationships"><Relationship Id="rId40" Type="http://schemas.openxmlformats.org/officeDocument/2006/relationships/slideLayout" Target="../slideLayouts/slideLayout219.xml"/><Relationship Id="rId20" Type="http://schemas.openxmlformats.org/officeDocument/2006/relationships/slideLayout" Target="../slideLayouts/slideLayout199.xml"/><Relationship Id="rId41" Type="http://schemas.openxmlformats.org/officeDocument/2006/relationships/theme" Target="../theme/theme5.xml"/><Relationship Id="rId22" Type="http://schemas.openxmlformats.org/officeDocument/2006/relationships/slideLayout" Target="../slideLayouts/slideLayout201.xml"/><Relationship Id="rId21" Type="http://schemas.openxmlformats.org/officeDocument/2006/relationships/slideLayout" Target="../slideLayouts/slideLayout200.xml"/><Relationship Id="rId24" Type="http://schemas.openxmlformats.org/officeDocument/2006/relationships/slideLayout" Target="../slideLayouts/slideLayout203.xml"/><Relationship Id="rId23" Type="http://schemas.openxmlformats.org/officeDocument/2006/relationships/slideLayout" Target="../slideLayouts/slideLayout202.xml"/><Relationship Id="rId1" Type="http://schemas.openxmlformats.org/officeDocument/2006/relationships/slideLayout" Target="../slideLayouts/slideLayout180.xml"/><Relationship Id="rId2" Type="http://schemas.openxmlformats.org/officeDocument/2006/relationships/slideLayout" Target="../slideLayouts/slideLayout181.xml"/><Relationship Id="rId3" Type="http://schemas.openxmlformats.org/officeDocument/2006/relationships/slideLayout" Target="../slideLayouts/slideLayout182.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26" Type="http://schemas.openxmlformats.org/officeDocument/2006/relationships/slideLayout" Target="../slideLayouts/slideLayout205.xml"/><Relationship Id="rId25" Type="http://schemas.openxmlformats.org/officeDocument/2006/relationships/slideLayout" Target="../slideLayouts/slideLayout204.xml"/><Relationship Id="rId28" Type="http://schemas.openxmlformats.org/officeDocument/2006/relationships/slideLayout" Target="../slideLayouts/slideLayout207.xml"/><Relationship Id="rId27" Type="http://schemas.openxmlformats.org/officeDocument/2006/relationships/slideLayout" Target="../slideLayouts/slideLayout206.xml"/><Relationship Id="rId5" Type="http://schemas.openxmlformats.org/officeDocument/2006/relationships/slideLayout" Target="../slideLayouts/slideLayout184.xml"/><Relationship Id="rId6" Type="http://schemas.openxmlformats.org/officeDocument/2006/relationships/slideLayout" Target="../slideLayouts/slideLayout185.xml"/><Relationship Id="rId29" Type="http://schemas.openxmlformats.org/officeDocument/2006/relationships/slideLayout" Target="../slideLayouts/slideLayout208.xml"/><Relationship Id="rId7" Type="http://schemas.openxmlformats.org/officeDocument/2006/relationships/slideLayout" Target="../slideLayouts/slideLayout186.xml"/><Relationship Id="rId8" Type="http://schemas.openxmlformats.org/officeDocument/2006/relationships/slideLayout" Target="../slideLayouts/slideLayout187.xml"/><Relationship Id="rId31" Type="http://schemas.openxmlformats.org/officeDocument/2006/relationships/slideLayout" Target="../slideLayouts/slideLayout210.xml"/><Relationship Id="rId30" Type="http://schemas.openxmlformats.org/officeDocument/2006/relationships/slideLayout" Target="../slideLayouts/slideLayout209.xml"/><Relationship Id="rId11" Type="http://schemas.openxmlformats.org/officeDocument/2006/relationships/slideLayout" Target="../slideLayouts/slideLayout190.xml"/><Relationship Id="rId33" Type="http://schemas.openxmlformats.org/officeDocument/2006/relationships/slideLayout" Target="../slideLayouts/slideLayout212.xml"/><Relationship Id="rId10" Type="http://schemas.openxmlformats.org/officeDocument/2006/relationships/slideLayout" Target="../slideLayouts/slideLayout189.xml"/><Relationship Id="rId32" Type="http://schemas.openxmlformats.org/officeDocument/2006/relationships/slideLayout" Target="../slideLayouts/slideLayout211.xml"/><Relationship Id="rId13" Type="http://schemas.openxmlformats.org/officeDocument/2006/relationships/slideLayout" Target="../slideLayouts/slideLayout192.xml"/><Relationship Id="rId35" Type="http://schemas.openxmlformats.org/officeDocument/2006/relationships/slideLayout" Target="../slideLayouts/slideLayout214.xml"/><Relationship Id="rId12" Type="http://schemas.openxmlformats.org/officeDocument/2006/relationships/slideLayout" Target="../slideLayouts/slideLayout191.xml"/><Relationship Id="rId34" Type="http://schemas.openxmlformats.org/officeDocument/2006/relationships/slideLayout" Target="../slideLayouts/slideLayout213.xml"/><Relationship Id="rId15" Type="http://schemas.openxmlformats.org/officeDocument/2006/relationships/slideLayout" Target="../slideLayouts/slideLayout194.xml"/><Relationship Id="rId37" Type="http://schemas.openxmlformats.org/officeDocument/2006/relationships/slideLayout" Target="../slideLayouts/slideLayout216.xml"/><Relationship Id="rId14" Type="http://schemas.openxmlformats.org/officeDocument/2006/relationships/slideLayout" Target="../slideLayouts/slideLayout193.xml"/><Relationship Id="rId36" Type="http://schemas.openxmlformats.org/officeDocument/2006/relationships/slideLayout" Target="../slideLayouts/slideLayout215.xml"/><Relationship Id="rId17" Type="http://schemas.openxmlformats.org/officeDocument/2006/relationships/slideLayout" Target="../slideLayouts/slideLayout196.xml"/><Relationship Id="rId39" Type="http://schemas.openxmlformats.org/officeDocument/2006/relationships/slideLayout" Target="../slideLayouts/slideLayout218.xml"/><Relationship Id="rId16" Type="http://schemas.openxmlformats.org/officeDocument/2006/relationships/slideLayout" Target="../slideLayouts/slideLayout195.xml"/><Relationship Id="rId38" Type="http://schemas.openxmlformats.org/officeDocument/2006/relationships/slideLayout" Target="../slideLayouts/slideLayout217.xml"/><Relationship Id="rId19" Type="http://schemas.openxmlformats.org/officeDocument/2006/relationships/slideLayout" Target="../slideLayouts/slideLayout198.xml"/><Relationship Id="rId18" Type="http://schemas.openxmlformats.org/officeDocument/2006/relationships/slideLayout" Target="../slideLayouts/slideLayout19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279045" y="205979"/>
            <a:ext cx="6914100" cy="8571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3200"/>
              <a:buFont typeface="Helvetica Neue"/>
              <a:buNone/>
              <a:defRPr b="1" i="0" sz="3200" u="none" cap="none" strike="noStrike">
                <a:solidFill>
                  <a:schemeClr val="dk2"/>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1279045" y="1200150"/>
            <a:ext cx="7661100" cy="33945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360"/>
              </a:spcBef>
              <a:spcAft>
                <a:spcPts val="0"/>
              </a:spcAft>
              <a:buClr>
                <a:schemeClr val="accent1"/>
              </a:buClr>
              <a:buSzPts val="180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rtl="0" algn="l">
              <a:spcBef>
                <a:spcPts val="320"/>
              </a:spcBef>
              <a:spcAft>
                <a:spcPts val="0"/>
              </a:spcAft>
              <a:buClr>
                <a:schemeClr val="accent1"/>
              </a:buClr>
              <a:buSzPts val="1600"/>
              <a:buFont typeface="Arial"/>
              <a:buChar char="•"/>
              <a:defRPr b="0" i="0" sz="1600" u="none" cap="none" strike="noStrike">
                <a:solidFill>
                  <a:schemeClr val="dk1"/>
                </a:solidFill>
                <a:latin typeface="Helvetica Neue"/>
                <a:ea typeface="Helvetica Neue"/>
                <a:cs typeface="Helvetica Neue"/>
                <a:sym typeface="Helvetica Neue"/>
              </a:defRPr>
            </a:lvl2pPr>
            <a:lvl3pPr indent="-317500" lvl="2" marL="1371600" marR="0" rtl="0" algn="l">
              <a:spcBef>
                <a:spcPts val="280"/>
              </a:spcBef>
              <a:spcAft>
                <a:spcPts val="0"/>
              </a:spcAft>
              <a:buClr>
                <a:schemeClr val="accent1"/>
              </a:buClr>
              <a:buSzPts val="1400"/>
              <a:buFont typeface="Arial"/>
              <a:buChar char="•"/>
              <a:defRPr b="0" i="0" sz="1400" u="none" cap="none" strike="noStrike">
                <a:solidFill>
                  <a:schemeClr val="dk1"/>
                </a:solidFill>
                <a:latin typeface="Helvetica Neue"/>
                <a:ea typeface="Helvetica Neue"/>
                <a:cs typeface="Helvetica Neue"/>
                <a:sym typeface="Helvetica Neue"/>
              </a:defRPr>
            </a:lvl3pPr>
            <a:lvl4pPr indent="-304800" lvl="3" marL="1828800" marR="0" rtl="0" algn="l">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4pPr>
            <a:lvl5pPr indent="-304800" lvl="4" marL="2286000" marR="0" rtl="0" algn="l">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ph idx="11" type="ftr"/>
          </p:nvPr>
        </p:nvSpPr>
        <p:spPr>
          <a:xfrm>
            <a:off x="6238487" y="4767264"/>
            <a:ext cx="2043300" cy="273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909A9A"/>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2" type="sldNum"/>
          </p:nvPr>
        </p:nvSpPr>
        <p:spPr>
          <a:xfrm>
            <a:off x="8223713" y="4767264"/>
            <a:ext cx="3507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marR="0" rtl="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marR="0" rtl="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marR="0" rtl="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marR="0" rtl="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marR="0" rtl="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marR="0" rtl="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marR="0" rtl="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marR="0" rtl="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40"/>
          <p:cNvSpPr txBox="1"/>
          <p:nvPr>
            <p:ph type="title"/>
          </p:nvPr>
        </p:nvSpPr>
        <p:spPr>
          <a:xfrm>
            <a:off x="1279045" y="205979"/>
            <a:ext cx="6914100" cy="857100"/>
          </a:xfrm>
          <a:prstGeom prst="rect">
            <a:avLst/>
          </a:prstGeom>
          <a:noFill/>
          <a:ln>
            <a:noFill/>
          </a:ln>
        </p:spPr>
        <p:txBody>
          <a:bodyPr anchorCtr="0" anchor="ctr" bIns="45700" lIns="91425" spcFirstLastPara="1" rIns="91425" wrap="square" tIns="45700">
            <a:normAutofit/>
          </a:bodyPr>
          <a:lstStyle>
            <a:lvl1pPr lvl="0" marR="0" algn="l">
              <a:lnSpc>
                <a:spcPct val="100000"/>
              </a:lnSpc>
              <a:spcBef>
                <a:spcPts val="0"/>
              </a:spcBef>
              <a:spcAft>
                <a:spcPts val="0"/>
              </a:spcAft>
              <a:buClr>
                <a:schemeClr val="dk2"/>
              </a:buClr>
              <a:buSzPts val="3200"/>
              <a:buFont typeface="Helvetica Neue"/>
              <a:buNone/>
              <a:defRPr b="1" i="0" sz="3200" u="none" cap="none" strike="noStrike">
                <a:solidFill>
                  <a:schemeClr val="dk2"/>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1" name="Google Shape;281;p40"/>
          <p:cNvSpPr txBox="1"/>
          <p:nvPr>
            <p:ph idx="1" type="body"/>
          </p:nvPr>
        </p:nvSpPr>
        <p:spPr>
          <a:xfrm>
            <a:off x="1279045" y="1200150"/>
            <a:ext cx="7661100" cy="3394500"/>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360"/>
              </a:spcBef>
              <a:spcAft>
                <a:spcPts val="0"/>
              </a:spcAft>
              <a:buClr>
                <a:schemeClr val="accent1"/>
              </a:buClr>
              <a:buSzPts val="180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algn="l">
              <a:lnSpc>
                <a:spcPct val="100000"/>
              </a:lnSpc>
              <a:spcBef>
                <a:spcPts val="320"/>
              </a:spcBef>
              <a:spcAft>
                <a:spcPts val="0"/>
              </a:spcAft>
              <a:buClr>
                <a:schemeClr val="accent1"/>
              </a:buClr>
              <a:buSzPts val="1600"/>
              <a:buFont typeface="Arial"/>
              <a:buChar char="•"/>
              <a:defRPr b="0" i="0" sz="1600" u="none" cap="none" strike="noStrike">
                <a:solidFill>
                  <a:schemeClr val="dk1"/>
                </a:solidFill>
                <a:latin typeface="Helvetica Neue"/>
                <a:ea typeface="Helvetica Neue"/>
                <a:cs typeface="Helvetica Neue"/>
                <a:sym typeface="Helvetica Neue"/>
              </a:defRPr>
            </a:lvl2pPr>
            <a:lvl3pPr indent="-317500" lvl="2" marL="1371600" marR="0" algn="l">
              <a:lnSpc>
                <a:spcPct val="100000"/>
              </a:lnSpc>
              <a:spcBef>
                <a:spcPts val="280"/>
              </a:spcBef>
              <a:spcAft>
                <a:spcPts val="0"/>
              </a:spcAft>
              <a:buClr>
                <a:schemeClr val="accent1"/>
              </a:buClr>
              <a:buSzPts val="1400"/>
              <a:buFont typeface="Arial"/>
              <a:buChar char="•"/>
              <a:defRPr b="0" i="0" sz="1400" u="none" cap="none" strike="noStrike">
                <a:solidFill>
                  <a:schemeClr val="dk1"/>
                </a:solidFill>
                <a:latin typeface="Helvetica Neue"/>
                <a:ea typeface="Helvetica Neue"/>
                <a:cs typeface="Helvetica Neue"/>
                <a:sym typeface="Helvetica Neue"/>
              </a:defRPr>
            </a:lvl3pPr>
            <a:lvl4pPr indent="-304800" lvl="3" marL="1828800" marR="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4pPr>
            <a:lvl5pPr indent="-304800" lvl="4" marL="2286000" marR="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82" name="Google Shape;282;p40"/>
          <p:cNvSpPr txBox="1"/>
          <p:nvPr>
            <p:ph idx="11" type="ftr"/>
          </p:nvPr>
        </p:nvSpPr>
        <p:spPr>
          <a:xfrm>
            <a:off x="6238487" y="4767264"/>
            <a:ext cx="2043300" cy="273900"/>
          </a:xfrm>
          <a:prstGeom prst="rect">
            <a:avLst/>
          </a:prstGeom>
          <a:noFill/>
          <a:ln>
            <a:noFill/>
          </a:ln>
        </p:spPr>
        <p:txBody>
          <a:bodyPr anchorCtr="0" anchor="t" bIns="45700" lIns="91425" spcFirstLastPara="1" rIns="91425" wrap="square" tIns="45700">
            <a:noAutofit/>
          </a:bodyPr>
          <a:lstStyle>
            <a:lvl1pPr lvl="0" marR="0" algn="r">
              <a:lnSpc>
                <a:spcPct val="100000"/>
              </a:lnSpc>
              <a:spcBef>
                <a:spcPts val="0"/>
              </a:spcBef>
              <a:spcAft>
                <a:spcPts val="0"/>
              </a:spcAft>
              <a:buClr>
                <a:srgbClr val="000000"/>
              </a:buClr>
              <a:buSzPts val="1400"/>
              <a:buFont typeface="Arial"/>
              <a:buNone/>
              <a:defRPr b="0" i="0" sz="1200" u="none" cap="none" strike="noStrike">
                <a:solidFill>
                  <a:srgbClr val="909A9A"/>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3" name="Google Shape;283;p40"/>
          <p:cNvSpPr txBox="1"/>
          <p:nvPr>
            <p:ph idx="12" type="sldNum"/>
          </p:nvPr>
        </p:nvSpPr>
        <p:spPr>
          <a:xfrm>
            <a:off x="8223713" y="4767264"/>
            <a:ext cx="3507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 id="2147483719" r:id="rId34"/>
    <p:sldLayoutId id="2147483720" r:id="rId35"/>
    <p:sldLayoutId id="2147483721" r:id="rId36"/>
    <p:sldLayoutId id="2147483722" r:id="rId37"/>
    <p:sldLayoutId id="2147483723"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3" name="Shape 553"/>
        <p:cNvGrpSpPr/>
        <p:nvPr/>
      </p:nvGrpSpPr>
      <p:grpSpPr>
        <a:xfrm>
          <a:off x="0" y="0"/>
          <a:ext cx="0" cy="0"/>
          <a:chOff x="0" y="0"/>
          <a:chExt cx="0" cy="0"/>
        </a:xfrm>
      </p:grpSpPr>
      <p:sp>
        <p:nvSpPr>
          <p:cNvPr id="554" name="Google Shape;554;p7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5" name="Google Shape;555;p79"/>
          <p:cNvSpPr txBox="1"/>
          <p:nvPr>
            <p:ph idx="1" type="body"/>
          </p:nvPr>
        </p:nvSpPr>
        <p:spPr>
          <a:xfrm>
            <a:off x="628650" y="1369218"/>
            <a:ext cx="7886700" cy="3263400"/>
          </a:xfrm>
          <a:prstGeom prst="rect">
            <a:avLst/>
          </a:prstGeom>
          <a:noFill/>
          <a:ln>
            <a:noFill/>
          </a:ln>
        </p:spPr>
        <p:txBody>
          <a:bodyPr anchorCtr="0" anchor="t" bIns="45700" lIns="91425" spcFirstLastPara="1" rIns="91425" wrap="square" tIns="45700">
            <a:normAutofit/>
          </a:bodyPr>
          <a:lstStyle>
            <a:lvl1pPr indent="-361950" lvl="0" marL="457200" marR="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556" name="Google Shape;556;p79"/>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7" name="Google Shape;557;p79"/>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8" name="Google Shape;558;p79"/>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8" name="Shape 628"/>
        <p:cNvGrpSpPr/>
        <p:nvPr/>
      </p:nvGrpSpPr>
      <p:grpSpPr>
        <a:xfrm>
          <a:off x="0" y="0"/>
          <a:ext cx="0" cy="0"/>
          <a:chOff x="0" y="0"/>
          <a:chExt cx="0" cy="0"/>
        </a:xfrm>
      </p:grpSpPr>
      <p:sp>
        <p:nvSpPr>
          <p:cNvPr id="629" name="Google Shape;629;p91"/>
          <p:cNvSpPr txBox="1"/>
          <p:nvPr>
            <p:ph type="title"/>
          </p:nvPr>
        </p:nvSpPr>
        <p:spPr>
          <a:xfrm>
            <a:off x="628650" y="273845"/>
            <a:ext cx="7886700" cy="9942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0" name="Google Shape;630;p91"/>
          <p:cNvSpPr txBox="1"/>
          <p:nvPr>
            <p:ph idx="1" type="body"/>
          </p:nvPr>
        </p:nvSpPr>
        <p:spPr>
          <a:xfrm>
            <a:off x="628650" y="1369218"/>
            <a:ext cx="7886700" cy="3263400"/>
          </a:xfrm>
          <a:prstGeom prst="rect">
            <a:avLst/>
          </a:prstGeom>
          <a:noFill/>
          <a:ln>
            <a:noFill/>
          </a:ln>
        </p:spPr>
        <p:txBody>
          <a:bodyPr anchorCtr="0" anchor="t" bIns="45700" lIns="91425" spcFirstLastPara="1" rIns="91425" wrap="square" tIns="45700">
            <a:normAutofit/>
          </a:bodyPr>
          <a:lstStyle>
            <a:lvl1pPr indent="-361950" lvl="0" marL="457200" marR="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631" name="Google Shape;631;p91"/>
          <p:cNvSpPr txBox="1"/>
          <p:nvPr>
            <p:ph idx="10" type="dt"/>
          </p:nvPr>
        </p:nvSpPr>
        <p:spPr>
          <a:xfrm>
            <a:off x="628650" y="4767264"/>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32" name="Google Shape;632;p91"/>
          <p:cNvSpPr txBox="1"/>
          <p:nvPr>
            <p:ph idx="11" type="ftr"/>
          </p:nvPr>
        </p:nvSpPr>
        <p:spPr>
          <a:xfrm>
            <a:off x="3028950" y="4767264"/>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33" name="Google Shape;633;p91"/>
          <p:cNvSpPr txBox="1"/>
          <p:nvPr>
            <p:ph idx="12" type="sldNum"/>
          </p:nvPr>
        </p:nvSpPr>
        <p:spPr>
          <a:xfrm>
            <a:off x="6457951" y="4767264"/>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5" name="Shape 715"/>
        <p:cNvGrpSpPr/>
        <p:nvPr/>
      </p:nvGrpSpPr>
      <p:grpSpPr>
        <a:xfrm>
          <a:off x="0" y="0"/>
          <a:ext cx="0" cy="0"/>
          <a:chOff x="0" y="0"/>
          <a:chExt cx="0" cy="0"/>
        </a:xfrm>
      </p:grpSpPr>
      <p:sp>
        <p:nvSpPr>
          <p:cNvPr id="716" name="Google Shape;716;p105"/>
          <p:cNvSpPr txBox="1"/>
          <p:nvPr>
            <p:ph type="title"/>
          </p:nvPr>
        </p:nvSpPr>
        <p:spPr>
          <a:xfrm>
            <a:off x="1279045" y="205979"/>
            <a:ext cx="6914100" cy="857100"/>
          </a:xfrm>
          <a:prstGeom prst="rect">
            <a:avLst/>
          </a:prstGeom>
          <a:noFill/>
          <a:ln>
            <a:noFill/>
          </a:ln>
        </p:spPr>
        <p:txBody>
          <a:bodyPr anchorCtr="0" anchor="ctr" bIns="45700" lIns="91425" spcFirstLastPara="1" rIns="91425" wrap="square" tIns="45700">
            <a:normAutofit/>
          </a:bodyPr>
          <a:lstStyle>
            <a:lvl1pPr lvl="0" marR="0" algn="l">
              <a:lnSpc>
                <a:spcPct val="100000"/>
              </a:lnSpc>
              <a:spcBef>
                <a:spcPts val="0"/>
              </a:spcBef>
              <a:spcAft>
                <a:spcPts val="0"/>
              </a:spcAft>
              <a:buClr>
                <a:schemeClr val="dk2"/>
              </a:buClr>
              <a:buSzPts val="3200"/>
              <a:buFont typeface="Helvetica Neue"/>
              <a:buNone/>
              <a:defRPr b="1" i="0" sz="3200" u="none" cap="none" strike="noStrike">
                <a:solidFill>
                  <a:schemeClr val="dk2"/>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7" name="Google Shape;717;p105"/>
          <p:cNvSpPr txBox="1"/>
          <p:nvPr>
            <p:ph idx="1" type="body"/>
          </p:nvPr>
        </p:nvSpPr>
        <p:spPr>
          <a:xfrm>
            <a:off x="1279045" y="1200150"/>
            <a:ext cx="7661100" cy="3394500"/>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360"/>
              </a:spcBef>
              <a:spcAft>
                <a:spcPts val="0"/>
              </a:spcAft>
              <a:buClr>
                <a:schemeClr val="accent1"/>
              </a:buClr>
              <a:buSzPts val="180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algn="l">
              <a:lnSpc>
                <a:spcPct val="100000"/>
              </a:lnSpc>
              <a:spcBef>
                <a:spcPts val="320"/>
              </a:spcBef>
              <a:spcAft>
                <a:spcPts val="0"/>
              </a:spcAft>
              <a:buClr>
                <a:schemeClr val="accent1"/>
              </a:buClr>
              <a:buSzPts val="1600"/>
              <a:buFont typeface="Arial"/>
              <a:buChar char="•"/>
              <a:defRPr b="0" i="0" sz="1600" u="none" cap="none" strike="noStrike">
                <a:solidFill>
                  <a:schemeClr val="dk1"/>
                </a:solidFill>
                <a:latin typeface="Helvetica Neue"/>
                <a:ea typeface="Helvetica Neue"/>
                <a:cs typeface="Helvetica Neue"/>
                <a:sym typeface="Helvetica Neue"/>
              </a:defRPr>
            </a:lvl2pPr>
            <a:lvl3pPr indent="-317500" lvl="2" marL="1371600" marR="0" algn="l">
              <a:lnSpc>
                <a:spcPct val="100000"/>
              </a:lnSpc>
              <a:spcBef>
                <a:spcPts val="280"/>
              </a:spcBef>
              <a:spcAft>
                <a:spcPts val="0"/>
              </a:spcAft>
              <a:buClr>
                <a:schemeClr val="accent1"/>
              </a:buClr>
              <a:buSzPts val="1400"/>
              <a:buFont typeface="Arial"/>
              <a:buChar char="•"/>
              <a:defRPr b="0" i="0" sz="1400" u="none" cap="none" strike="noStrike">
                <a:solidFill>
                  <a:schemeClr val="dk1"/>
                </a:solidFill>
                <a:latin typeface="Helvetica Neue"/>
                <a:ea typeface="Helvetica Neue"/>
                <a:cs typeface="Helvetica Neue"/>
                <a:sym typeface="Helvetica Neue"/>
              </a:defRPr>
            </a:lvl3pPr>
            <a:lvl4pPr indent="-304800" lvl="3" marL="1828800" marR="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4pPr>
            <a:lvl5pPr indent="-304800" lvl="4" marL="2286000" marR="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18" name="Google Shape;718;p105"/>
          <p:cNvSpPr txBox="1"/>
          <p:nvPr>
            <p:ph idx="11" type="ftr"/>
          </p:nvPr>
        </p:nvSpPr>
        <p:spPr>
          <a:xfrm>
            <a:off x="6238487" y="4767264"/>
            <a:ext cx="2043300" cy="273900"/>
          </a:xfrm>
          <a:prstGeom prst="rect">
            <a:avLst/>
          </a:prstGeom>
          <a:noFill/>
          <a:ln>
            <a:noFill/>
          </a:ln>
        </p:spPr>
        <p:txBody>
          <a:bodyPr anchorCtr="0" anchor="t" bIns="45700" lIns="91425" spcFirstLastPara="1" rIns="91425" wrap="square" tIns="45700">
            <a:noAutofit/>
          </a:bodyPr>
          <a:lstStyle>
            <a:lvl1pPr lvl="0" marR="0" algn="r">
              <a:lnSpc>
                <a:spcPct val="100000"/>
              </a:lnSpc>
              <a:spcBef>
                <a:spcPts val="0"/>
              </a:spcBef>
              <a:spcAft>
                <a:spcPts val="0"/>
              </a:spcAft>
              <a:buClr>
                <a:srgbClr val="000000"/>
              </a:buClr>
              <a:buSzPts val="1400"/>
              <a:buFont typeface="Arial"/>
              <a:buNone/>
              <a:defRPr b="0" i="0" sz="1200" u="none" cap="none" strike="noStrike">
                <a:solidFill>
                  <a:srgbClr val="909A9A"/>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19" name="Google Shape;719;p105"/>
          <p:cNvSpPr txBox="1"/>
          <p:nvPr>
            <p:ph idx="12" type="sldNum"/>
          </p:nvPr>
        </p:nvSpPr>
        <p:spPr>
          <a:xfrm>
            <a:off x="8223713" y="4767264"/>
            <a:ext cx="3507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7" r:id="rId20"/>
    <p:sldLayoutId id="2147483768" r:id="rId21"/>
    <p:sldLayoutId id="2147483769" r:id="rId22"/>
    <p:sldLayoutId id="2147483770" r:id="rId23"/>
    <p:sldLayoutId id="2147483771" r:id="rId24"/>
    <p:sldLayoutId id="2147483772" r:id="rId25"/>
    <p:sldLayoutId id="2147483773" r:id="rId26"/>
    <p:sldLayoutId id="2147483774" r:id="rId27"/>
    <p:sldLayoutId id="2147483775" r:id="rId28"/>
    <p:sldLayoutId id="2147483776" r:id="rId29"/>
    <p:sldLayoutId id="2147483777" r:id="rId30"/>
    <p:sldLayoutId id="2147483778" r:id="rId31"/>
    <p:sldLayoutId id="2147483779" r:id="rId32"/>
    <p:sldLayoutId id="2147483780" r:id="rId33"/>
    <p:sldLayoutId id="2147483781" r:id="rId34"/>
    <p:sldLayoutId id="2147483782" r:id="rId35"/>
    <p:sldLayoutId id="21474837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2" name="Shape 992"/>
        <p:cNvGrpSpPr/>
        <p:nvPr/>
      </p:nvGrpSpPr>
      <p:grpSpPr>
        <a:xfrm>
          <a:off x="0" y="0"/>
          <a:ext cx="0" cy="0"/>
          <a:chOff x="0" y="0"/>
          <a:chExt cx="0" cy="0"/>
        </a:xfrm>
      </p:grpSpPr>
      <p:sp>
        <p:nvSpPr>
          <p:cNvPr id="993" name="Google Shape;993;p142"/>
          <p:cNvSpPr txBox="1"/>
          <p:nvPr>
            <p:ph type="title"/>
          </p:nvPr>
        </p:nvSpPr>
        <p:spPr>
          <a:xfrm>
            <a:off x="1279045" y="205979"/>
            <a:ext cx="6914100" cy="857100"/>
          </a:xfrm>
          <a:prstGeom prst="rect">
            <a:avLst/>
          </a:prstGeom>
          <a:noFill/>
          <a:ln>
            <a:noFill/>
          </a:ln>
        </p:spPr>
        <p:txBody>
          <a:bodyPr anchorCtr="0" anchor="ctr" bIns="45700" lIns="91425" spcFirstLastPara="1" rIns="91425" wrap="square" tIns="45700">
            <a:normAutofit/>
          </a:bodyPr>
          <a:lstStyle>
            <a:lvl1pPr lvl="0" marR="0" algn="l">
              <a:lnSpc>
                <a:spcPct val="100000"/>
              </a:lnSpc>
              <a:spcBef>
                <a:spcPts val="0"/>
              </a:spcBef>
              <a:spcAft>
                <a:spcPts val="0"/>
              </a:spcAft>
              <a:buClr>
                <a:schemeClr val="dk2"/>
              </a:buClr>
              <a:buSzPts val="3200"/>
              <a:buFont typeface="Helvetica Neue"/>
              <a:buNone/>
              <a:defRPr b="1" i="0" sz="3200" u="none" cap="none" strike="noStrike">
                <a:solidFill>
                  <a:schemeClr val="dk2"/>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4" name="Google Shape;994;p142"/>
          <p:cNvSpPr txBox="1"/>
          <p:nvPr>
            <p:ph idx="1" type="body"/>
          </p:nvPr>
        </p:nvSpPr>
        <p:spPr>
          <a:xfrm>
            <a:off x="1279045" y="1200150"/>
            <a:ext cx="7661100" cy="3394500"/>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360"/>
              </a:spcBef>
              <a:spcAft>
                <a:spcPts val="0"/>
              </a:spcAft>
              <a:buClr>
                <a:schemeClr val="accent1"/>
              </a:buClr>
              <a:buSzPts val="180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algn="l">
              <a:lnSpc>
                <a:spcPct val="100000"/>
              </a:lnSpc>
              <a:spcBef>
                <a:spcPts val="320"/>
              </a:spcBef>
              <a:spcAft>
                <a:spcPts val="0"/>
              </a:spcAft>
              <a:buClr>
                <a:schemeClr val="accent1"/>
              </a:buClr>
              <a:buSzPts val="1600"/>
              <a:buFont typeface="Arial"/>
              <a:buChar char="•"/>
              <a:defRPr b="0" i="0" sz="1600" u="none" cap="none" strike="noStrike">
                <a:solidFill>
                  <a:schemeClr val="dk1"/>
                </a:solidFill>
                <a:latin typeface="Helvetica Neue"/>
                <a:ea typeface="Helvetica Neue"/>
                <a:cs typeface="Helvetica Neue"/>
                <a:sym typeface="Helvetica Neue"/>
              </a:defRPr>
            </a:lvl2pPr>
            <a:lvl3pPr indent="-317500" lvl="2" marL="1371600" marR="0" algn="l">
              <a:lnSpc>
                <a:spcPct val="100000"/>
              </a:lnSpc>
              <a:spcBef>
                <a:spcPts val="280"/>
              </a:spcBef>
              <a:spcAft>
                <a:spcPts val="0"/>
              </a:spcAft>
              <a:buClr>
                <a:schemeClr val="accent1"/>
              </a:buClr>
              <a:buSzPts val="1400"/>
              <a:buFont typeface="Arial"/>
              <a:buChar char="•"/>
              <a:defRPr b="0" i="0" sz="1400" u="none" cap="none" strike="noStrike">
                <a:solidFill>
                  <a:schemeClr val="dk1"/>
                </a:solidFill>
                <a:latin typeface="Helvetica Neue"/>
                <a:ea typeface="Helvetica Neue"/>
                <a:cs typeface="Helvetica Neue"/>
                <a:sym typeface="Helvetica Neue"/>
              </a:defRPr>
            </a:lvl3pPr>
            <a:lvl4pPr indent="-304800" lvl="3" marL="1828800" marR="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4pPr>
            <a:lvl5pPr indent="-304800" lvl="4" marL="2286000" marR="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95" name="Google Shape;995;p142"/>
          <p:cNvSpPr txBox="1"/>
          <p:nvPr>
            <p:ph idx="11" type="ftr"/>
          </p:nvPr>
        </p:nvSpPr>
        <p:spPr>
          <a:xfrm>
            <a:off x="6238487" y="4767264"/>
            <a:ext cx="2043300" cy="273900"/>
          </a:xfrm>
          <a:prstGeom prst="rect">
            <a:avLst/>
          </a:prstGeom>
          <a:noFill/>
          <a:ln>
            <a:noFill/>
          </a:ln>
        </p:spPr>
        <p:txBody>
          <a:bodyPr anchorCtr="0" anchor="t" bIns="45700" lIns="91425" spcFirstLastPara="1" rIns="91425" wrap="square" tIns="45700">
            <a:noAutofit/>
          </a:bodyPr>
          <a:lstStyle>
            <a:lvl1pPr lvl="0" marR="0" algn="r">
              <a:lnSpc>
                <a:spcPct val="100000"/>
              </a:lnSpc>
              <a:spcBef>
                <a:spcPts val="0"/>
              </a:spcBef>
              <a:spcAft>
                <a:spcPts val="0"/>
              </a:spcAft>
              <a:buClr>
                <a:srgbClr val="000000"/>
              </a:buClr>
              <a:buSzPts val="1400"/>
              <a:buFont typeface="Arial"/>
              <a:buNone/>
              <a:defRPr b="0" i="0" sz="1200" u="none" cap="none" strike="noStrike">
                <a:solidFill>
                  <a:srgbClr val="909A9A"/>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96" name="Google Shape;996;p142"/>
          <p:cNvSpPr txBox="1"/>
          <p:nvPr>
            <p:ph idx="12" type="sldNum"/>
          </p:nvPr>
        </p:nvSpPr>
        <p:spPr>
          <a:xfrm>
            <a:off x="8223713" y="4767264"/>
            <a:ext cx="350700" cy="273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 id="2147483801" r:id="rId18"/>
    <p:sldLayoutId id="2147483802" r:id="rId19"/>
    <p:sldLayoutId id="2147483803" r:id="rId20"/>
    <p:sldLayoutId id="2147483804" r:id="rId21"/>
    <p:sldLayoutId id="2147483805" r:id="rId22"/>
    <p:sldLayoutId id="2147483806" r:id="rId23"/>
    <p:sldLayoutId id="2147483807" r:id="rId24"/>
    <p:sldLayoutId id="2147483808" r:id="rId25"/>
    <p:sldLayoutId id="2147483809" r:id="rId26"/>
    <p:sldLayoutId id="2147483810" r:id="rId27"/>
    <p:sldLayoutId id="2147483811" r:id="rId28"/>
    <p:sldLayoutId id="2147483812" r:id="rId29"/>
    <p:sldLayoutId id="2147483813" r:id="rId30"/>
    <p:sldLayoutId id="2147483814" r:id="rId31"/>
    <p:sldLayoutId id="2147483815" r:id="rId32"/>
    <p:sldLayoutId id="2147483816"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6" name="Shape 1236"/>
        <p:cNvGrpSpPr/>
        <p:nvPr/>
      </p:nvGrpSpPr>
      <p:grpSpPr>
        <a:xfrm>
          <a:off x="0" y="0"/>
          <a:ext cx="0" cy="0"/>
          <a:chOff x="0" y="0"/>
          <a:chExt cx="0" cy="0"/>
        </a:xfrm>
      </p:grpSpPr>
      <p:sp>
        <p:nvSpPr>
          <p:cNvPr id="1237" name="Google Shape;1237;p176"/>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38" name="Google Shape;1238;p176"/>
          <p:cNvSpPr txBox="1"/>
          <p:nvPr>
            <p:ph idx="1" type="body"/>
          </p:nvPr>
        </p:nvSpPr>
        <p:spPr>
          <a:xfrm>
            <a:off x="628650" y="1369218"/>
            <a:ext cx="7886700" cy="3263400"/>
          </a:xfrm>
          <a:prstGeom prst="rect">
            <a:avLst/>
          </a:prstGeom>
          <a:noFill/>
          <a:ln>
            <a:noFill/>
          </a:ln>
        </p:spPr>
        <p:txBody>
          <a:bodyPr anchorCtr="0" anchor="t" bIns="45700" lIns="91425" spcFirstLastPara="1" rIns="91425" wrap="square" tIns="45700">
            <a:normAutofit/>
          </a:bodyPr>
          <a:lstStyle>
            <a:lvl1pPr indent="-361950" lvl="0" marL="457200" marR="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39" name="Google Shape;1239;p17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40" name="Google Shape;1240;p17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41" name="Google Shape;1241;p17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5" name="Shape 1305"/>
        <p:cNvGrpSpPr/>
        <p:nvPr/>
      </p:nvGrpSpPr>
      <p:grpSpPr>
        <a:xfrm>
          <a:off x="0" y="0"/>
          <a:ext cx="0" cy="0"/>
          <a:chOff x="0" y="0"/>
          <a:chExt cx="0" cy="0"/>
        </a:xfrm>
      </p:grpSpPr>
      <p:sp>
        <p:nvSpPr>
          <p:cNvPr id="1306" name="Google Shape;1306;p187"/>
          <p:cNvSpPr txBox="1"/>
          <p:nvPr>
            <p:ph type="title"/>
          </p:nvPr>
        </p:nvSpPr>
        <p:spPr>
          <a:xfrm>
            <a:off x="1279045" y="205979"/>
            <a:ext cx="6914100" cy="857100"/>
          </a:xfrm>
          <a:prstGeom prst="rect">
            <a:avLst/>
          </a:prstGeom>
          <a:noFill/>
          <a:ln>
            <a:noFill/>
          </a:ln>
        </p:spPr>
        <p:txBody>
          <a:bodyPr anchorCtr="0" anchor="ctr" bIns="45700" lIns="91425" spcFirstLastPara="1" rIns="91425" wrap="square" tIns="45700">
            <a:normAutofit/>
          </a:bodyPr>
          <a:lstStyle>
            <a:lvl1pPr lvl="0" marR="0" algn="l">
              <a:spcBef>
                <a:spcPts val="0"/>
              </a:spcBef>
              <a:spcAft>
                <a:spcPts val="0"/>
              </a:spcAft>
              <a:buClr>
                <a:schemeClr val="dk2"/>
              </a:buClr>
              <a:buSzPts val="3200"/>
              <a:buFont typeface="Helvetica Neue"/>
              <a:buNone/>
              <a:defRPr b="1" i="0" sz="3200" u="none" cap="none" strike="noStrike">
                <a:solidFill>
                  <a:schemeClr val="dk2"/>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07" name="Google Shape;1307;p187"/>
          <p:cNvSpPr txBox="1"/>
          <p:nvPr>
            <p:ph idx="1" type="body"/>
          </p:nvPr>
        </p:nvSpPr>
        <p:spPr>
          <a:xfrm>
            <a:off x="1279045" y="1200150"/>
            <a:ext cx="7661100" cy="3394500"/>
          </a:xfrm>
          <a:prstGeom prst="rect">
            <a:avLst/>
          </a:prstGeom>
          <a:noFill/>
          <a:ln>
            <a:noFill/>
          </a:ln>
        </p:spPr>
        <p:txBody>
          <a:bodyPr anchorCtr="0" anchor="t" bIns="45700" lIns="91425" spcFirstLastPara="1" rIns="91425" wrap="square" tIns="45700">
            <a:normAutofit/>
          </a:bodyPr>
          <a:lstStyle>
            <a:lvl1pPr indent="-342900" lvl="0" marL="457200" marR="0" algn="l">
              <a:spcBef>
                <a:spcPts val="360"/>
              </a:spcBef>
              <a:spcAft>
                <a:spcPts val="0"/>
              </a:spcAft>
              <a:buClr>
                <a:schemeClr val="accent1"/>
              </a:buClr>
              <a:buSzPts val="180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algn="l">
              <a:spcBef>
                <a:spcPts val="320"/>
              </a:spcBef>
              <a:spcAft>
                <a:spcPts val="0"/>
              </a:spcAft>
              <a:buClr>
                <a:schemeClr val="accent1"/>
              </a:buClr>
              <a:buSzPts val="1600"/>
              <a:buFont typeface="Arial"/>
              <a:buChar char="•"/>
              <a:defRPr b="0" i="0" sz="1600" u="none" cap="none" strike="noStrike">
                <a:solidFill>
                  <a:schemeClr val="dk1"/>
                </a:solidFill>
                <a:latin typeface="Helvetica Neue"/>
                <a:ea typeface="Helvetica Neue"/>
                <a:cs typeface="Helvetica Neue"/>
                <a:sym typeface="Helvetica Neue"/>
              </a:defRPr>
            </a:lvl2pPr>
            <a:lvl3pPr indent="-317500" lvl="2" marL="1371600" marR="0" algn="l">
              <a:spcBef>
                <a:spcPts val="280"/>
              </a:spcBef>
              <a:spcAft>
                <a:spcPts val="0"/>
              </a:spcAft>
              <a:buClr>
                <a:schemeClr val="accent1"/>
              </a:buClr>
              <a:buSzPts val="1400"/>
              <a:buFont typeface="Arial"/>
              <a:buChar char="•"/>
              <a:defRPr b="0" i="0" sz="1400" u="none" cap="none" strike="noStrike">
                <a:solidFill>
                  <a:schemeClr val="dk1"/>
                </a:solidFill>
                <a:latin typeface="Helvetica Neue"/>
                <a:ea typeface="Helvetica Neue"/>
                <a:cs typeface="Helvetica Neue"/>
                <a:sym typeface="Helvetica Neue"/>
              </a:defRPr>
            </a:lvl3pPr>
            <a:lvl4pPr indent="-304800" lvl="3" marL="1828800" marR="0" algn="l">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4pPr>
            <a:lvl5pPr indent="-304800" lvl="4" marL="2286000" marR="0" algn="l">
              <a:spcBef>
                <a:spcPts val="240"/>
              </a:spcBef>
              <a:spcAft>
                <a:spcPts val="0"/>
              </a:spcAft>
              <a:buClr>
                <a:schemeClr val="accent1"/>
              </a:buClr>
              <a:buSzPts val="1200"/>
              <a:buFont typeface="Arial"/>
              <a:buChar char="•"/>
              <a:defRPr b="0" i="0" sz="1200" u="none" cap="none" strike="noStrike">
                <a:solidFill>
                  <a:schemeClr val="dk1"/>
                </a:solidFill>
                <a:latin typeface="Helvetica Neue"/>
                <a:ea typeface="Helvetica Neue"/>
                <a:cs typeface="Helvetica Neue"/>
                <a:sym typeface="Helvetica Neue"/>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308" name="Google Shape;1308;p187"/>
          <p:cNvSpPr txBox="1"/>
          <p:nvPr>
            <p:ph idx="11" type="ftr"/>
          </p:nvPr>
        </p:nvSpPr>
        <p:spPr>
          <a:xfrm>
            <a:off x="6238487" y="4767264"/>
            <a:ext cx="2043300" cy="273900"/>
          </a:xfrm>
          <a:prstGeom prst="rect">
            <a:avLst/>
          </a:prstGeom>
          <a:noFill/>
          <a:ln>
            <a:noFill/>
          </a:ln>
        </p:spPr>
        <p:txBody>
          <a:bodyPr anchorCtr="0" anchor="t" bIns="45700" lIns="91425" spcFirstLastPara="1" rIns="91425" wrap="square" tIns="45700">
            <a:noAutofit/>
          </a:bodyPr>
          <a:lstStyle>
            <a:lvl1pPr lvl="0" marR="0" algn="r">
              <a:spcBef>
                <a:spcPts val="0"/>
              </a:spcBef>
              <a:spcAft>
                <a:spcPts val="0"/>
              </a:spcAft>
              <a:buSzPts val="1400"/>
              <a:buNone/>
              <a:defRPr b="0" i="0" sz="1200" u="none" cap="none" strike="noStrike">
                <a:solidFill>
                  <a:srgbClr val="909A9A"/>
                </a:solidFill>
                <a:latin typeface="Helvetica Neue"/>
                <a:ea typeface="Helvetica Neue"/>
                <a:cs typeface="Helvetica Neue"/>
                <a:sym typeface="Helvetica Neue"/>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09" name="Google Shape;1309;p187"/>
          <p:cNvSpPr txBox="1"/>
          <p:nvPr>
            <p:ph idx="12" type="sldNum"/>
          </p:nvPr>
        </p:nvSpPr>
        <p:spPr>
          <a:xfrm>
            <a:off x="8223713" y="4767264"/>
            <a:ext cx="350700" cy="2739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200" u="none" cap="none" strike="noStrike">
                <a:solidFill>
                  <a:srgbClr val="909A9A"/>
                </a:solidFill>
                <a:latin typeface="Helvetica Neue"/>
                <a:ea typeface="Helvetica Neue"/>
                <a:cs typeface="Helvetica Neue"/>
                <a:sym typeface="Helvetica Neue"/>
              </a:defRPr>
            </a:lvl1pPr>
            <a:lvl2pPr indent="0" lvl="1" marL="0" marR="0" algn="l">
              <a:spcBef>
                <a:spcPts val="0"/>
              </a:spcBef>
              <a:buNone/>
              <a:defRPr b="0" i="0" sz="1200" u="none" cap="none" strike="noStrike">
                <a:solidFill>
                  <a:srgbClr val="909A9A"/>
                </a:solidFill>
                <a:latin typeface="Helvetica Neue"/>
                <a:ea typeface="Helvetica Neue"/>
                <a:cs typeface="Helvetica Neue"/>
                <a:sym typeface="Helvetica Neue"/>
              </a:defRPr>
            </a:lvl2pPr>
            <a:lvl3pPr indent="0" lvl="2" marL="0" marR="0" algn="l">
              <a:spcBef>
                <a:spcPts val="0"/>
              </a:spcBef>
              <a:buNone/>
              <a:defRPr b="0" i="0" sz="1200" u="none" cap="none" strike="noStrike">
                <a:solidFill>
                  <a:srgbClr val="909A9A"/>
                </a:solidFill>
                <a:latin typeface="Helvetica Neue"/>
                <a:ea typeface="Helvetica Neue"/>
                <a:cs typeface="Helvetica Neue"/>
                <a:sym typeface="Helvetica Neue"/>
              </a:defRPr>
            </a:lvl3pPr>
            <a:lvl4pPr indent="0" lvl="3" marL="0" marR="0" algn="l">
              <a:spcBef>
                <a:spcPts val="0"/>
              </a:spcBef>
              <a:buNone/>
              <a:defRPr b="0" i="0" sz="1200" u="none" cap="none" strike="noStrike">
                <a:solidFill>
                  <a:srgbClr val="909A9A"/>
                </a:solidFill>
                <a:latin typeface="Helvetica Neue"/>
                <a:ea typeface="Helvetica Neue"/>
                <a:cs typeface="Helvetica Neue"/>
                <a:sym typeface="Helvetica Neue"/>
              </a:defRPr>
            </a:lvl4pPr>
            <a:lvl5pPr indent="0" lvl="4" marL="0" marR="0" algn="l">
              <a:spcBef>
                <a:spcPts val="0"/>
              </a:spcBef>
              <a:buNone/>
              <a:defRPr b="0" i="0" sz="1200" u="none" cap="none" strike="noStrike">
                <a:solidFill>
                  <a:srgbClr val="909A9A"/>
                </a:solidFill>
                <a:latin typeface="Helvetica Neue"/>
                <a:ea typeface="Helvetica Neue"/>
                <a:cs typeface="Helvetica Neue"/>
                <a:sym typeface="Helvetica Neue"/>
              </a:defRPr>
            </a:lvl5pPr>
            <a:lvl6pPr indent="0" lvl="5" marL="0" marR="0" algn="l">
              <a:spcBef>
                <a:spcPts val="0"/>
              </a:spcBef>
              <a:buNone/>
              <a:defRPr b="0" i="0" sz="1200" u="none" cap="none" strike="noStrike">
                <a:solidFill>
                  <a:srgbClr val="909A9A"/>
                </a:solidFill>
                <a:latin typeface="Helvetica Neue"/>
                <a:ea typeface="Helvetica Neue"/>
                <a:cs typeface="Helvetica Neue"/>
                <a:sym typeface="Helvetica Neue"/>
              </a:defRPr>
            </a:lvl6pPr>
            <a:lvl7pPr indent="0" lvl="6" marL="0" marR="0" algn="l">
              <a:spcBef>
                <a:spcPts val="0"/>
              </a:spcBef>
              <a:buNone/>
              <a:defRPr b="0" i="0" sz="1200" u="none" cap="none" strike="noStrike">
                <a:solidFill>
                  <a:srgbClr val="909A9A"/>
                </a:solidFill>
                <a:latin typeface="Helvetica Neue"/>
                <a:ea typeface="Helvetica Neue"/>
                <a:cs typeface="Helvetica Neue"/>
                <a:sym typeface="Helvetica Neue"/>
              </a:defRPr>
            </a:lvl7pPr>
            <a:lvl8pPr indent="0" lvl="7" marL="0" marR="0" algn="l">
              <a:spcBef>
                <a:spcPts val="0"/>
              </a:spcBef>
              <a:buNone/>
              <a:defRPr b="0" i="0" sz="1200" u="none" cap="none" strike="noStrike">
                <a:solidFill>
                  <a:srgbClr val="909A9A"/>
                </a:solidFill>
                <a:latin typeface="Helvetica Neue"/>
                <a:ea typeface="Helvetica Neue"/>
                <a:cs typeface="Helvetica Neue"/>
                <a:sym typeface="Helvetica Neue"/>
              </a:defRPr>
            </a:lvl8pPr>
            <a:lvl9pPr indent="0" lvl="8" marL="0" marR="0" algn="l">
              <a:spcBef>
                <a:spcPts val="0"/>
              </a:spcBef>
              <a:buNone/>
              <a:defRPr b="0" i="0" sz="1200" u="none" cap="none" strike="noStrike">
                <a:solidFill>
                  <a:srgbClr val="909A9A"/>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0.xml"/><Relationship Id="rId2" Type="http://schemas.openxmlformats.org/officeDocument/2006/relationships/notesSlide" Target="../notesSlides/notesSlide1.xml"/><Relationship Id="rId3" Type="http://schemas.openxmlformats.org/officeDocument/2006/relationships/image" Target="../media/image76.png"/><Relationship Id="rId4" Type="http://schemas.openxmlformats.org/officeDocument/2006/relationships/image" Target="../media/image8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notesSlide" Target="../notesSlides/notesSlide2.xml"/><Relationship Id="rId3" Type="http://schemas.openxmlformats.org/officeDocument/2006/relationships/image" Target="../media/image7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0.xml"/><Relationship Id="rId2" Type="http://schemas.openxmlformats.org/officeDocument/2006/relationships/notesSlide" Target="../notesSlides/notesSlide3.xml"/><Relationship Id="rId3" Type="http://schemas.openxmlformats.org/officeDocument/2006/relationships/image" Target="../media/image73.png"/><Relationship Id="rId4" Type="http://schemas.openxmlformats.org/officeDocument/2006/relationships/image" Target="../media/image80.jpg"/><Relationship Id="rId5" Type="http://schemas.openxmlformats.org/officeDocument/2006/relationships/image" Target="../media/image75.png"/><Relationship Id="rId6" Type="http://schemas.openxmlformats.org/officeDocument/2006/relationships/image" Target="../media/image77.jpg"/><Relationship Id="rId7" Type="http://schemas.openxmlformats.org/officeDocument/2006/relationships/image" Target="../media/image7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7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9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8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9.xml"/><Relationship Id="rId3" Type="http://schemas.openxmlformats.org/officeDocument/2006/relationships/image" Target="../media/image86.jpg"/><Relationship Id="rId4" Type="http://schemas.openxmlformats.org/officeDocument/2006/relationships/image" Target="../media/image83.png"/><Relationship Id="rId9" Type="http://schemas.openxmlformats.org/officeDocument/2006/relationships/image" Target="../media/image88.png"/><Relationship Id="rId5" Type="http://schemas.openxmlformats.org/officeDocument/2006/relationships/image" Target="../media/image90.png"/><Relationship Id="rId6" Type="http://schemas.openxmlformats.org/officeDocument/2006/relationships/image" Target="../media/image93.png"/><Relationship Id="rId7" Type="http://schemas.openxmlformats.org/officeDocument/2006/relationships/image" Target="../media/image87.png"/><Relationship Id="rId8" Type="http://schemas.openxmlformats.org/officeDocument/2006/relationships/image" Target="../media/image84.png"/><Relationship Id="rId11" Type="http://schemas.openxmlformats.org/officeDocument/2006/relationships/image" Target="../media/image89.png"/><Relationship Id="rId10" Type="http://schemas.openxmlformats.org/officeDocument/2006/relationships/image" Target="../media/image8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10.xml"/><Relationship Id="rId3" Type="http://schemas.openxmlformats.org/officeDocument/2006/relationships/image" Target="../media/image91.png"/><Relationship Id="rId4" Type="http://schemas.openxmlformats.org/officeDocument/2006/relationships/image" Target="../media/image95.png"/><Relationship Id="rId5" Type="http://schemas.openxmlformats.org/officeDocument/2006/relationships/image" Target="../media/image76.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103.png"/></Relationships>
</file>

<file path=ppt/slides/_rels/slide11.xml.rels><?xml version="1.0" encoding="UTF-8" standalone="yes"?><Relationships xmlns="http://schemas.openxmlformats.org/package/2006/relationships"><Relationship Id="rId20" Type="http://schemas.openxmlformats.org/officeDocument/2006/relationships/image" Target="../media/image114.png"/><Relationship Id="rId22" Type="http://schemas.openxmlformats.org/officeDocument/2006/relationships/image" Target="../media/image110.png"/><Relationship Id="rId21" Type="http://schemas.openxmlformats.org/officeDocument/2006/relationships/image" Target="../media/image116.png"/><Relationship Id="rId24" Type="http://schemas.openxmlformats.org/officeDocument/2006/relationships/image" Target="../media/image119.png"/><Relationship Id="rId23" Type="http://schemas.openxmlformats.org/officeDocument/2006/relationships/image" Target="../media/image124.jpg"/><Relationship Id="rId1" Type="http://schemas.openxmlformats.org/officeDocument/2006/relationships/slideLayout" Target="../slideLayouts/slideLayout77.xml"/><Relationship Id="rId2" Type="http://schemas.openxmlformats.org/officeDocument/2006/relationships/notesSlide" Target="../notesSlides/notesSlide11.xml"/><Relationship Id="rId3" Type="http://schemas.openxmlformats.org/officeDocument/2006/relationships/image" Target="../media/image102.png"/><Relationship Id="rId4" Type="http://schemas.openxmlformats.org/officeDocument/2006/relationships/image" Target="../media/image100.png"/><Relationship Id="rId9" Type="http://schemas.openxmlformats.org/officeDocument/2006/relationships/image" Target="../media/image101.png"/><Relationship Id="rId26" Type="http://schemas.openxmlformats.org/officeDocument/2006/relationships/image" Target="../media/image113.png"/><Relationship Id="rId25" Type="http://schemas.openxmlformats.org/officeDocument/2006/relationships/image" Target="../media/image126.jpg"/><Relationship Id="rId28" Type="http://schemas.openxmlformats.org/officeDocument/2006/relationships/image" Target="../media/image122.png"/><Relationship Id="rId27" Type="http://schemas.openxmlformats.org/officeDocument/2006/relationships/image" Target="../media/image125.png"/><Relationship Id="rId5" Type="http://schemas.openxmlformats.org/officeDocument/2006/relationships/image" Target="../media/image99.png"/><Relationship Id="rId6" Type="http://schemas.openxmlformats.org/officeDocument/2006/relationships/image" Target="../media/image131.png"/><Relationship Id="rId29" Type="http://schemas.openxmlformats.org/officeDocument/2006/relationships/image" Target="../media/image123.png"/><Relationship Id="rId7" Type="http://schemas.openxmlformats.org/officeDocument/2006/relationships/image" Target="../media/image105.png"/><Relationship Id="rId8" Type="http://schemas.openxmlformats.org/officeDocument/2006/relationships/image" Target="../media/image104.png"/><Relationship Id="rId31" Type="http://schemas.openxmlformats.org/officeDocument/2006/relationships/image" Target="../media/image128.jpg"/><Relationship Id="rId30" Type="http://schemas.openxmlformats.org/officeDocument/2006/relationships/image" Target="../media/image129.png"/><Relationship Id="rId11" Type="http://schemas.openxmlformats.org/officeDocument/2006/relationships/image" Target="../media/image106.png"/><Relationship Id="rId33" Type="http://schemas.openxmlformats.org/officeDocument/2006/relationships/image" Target="../media/image132.png"/><Relationship Id="rId10" Type="http://schemas.openxmlformats.org/officeDocument/2006/relationships/image" Target="../media/image111.png"/><Relationship Id="rId32" Type="http://schemas.openxmlformats.org/officeDocument/2006/relationships/image" Target="../media/image120.png"/><Relationship Id="rId13" Type="http://schemas.openxmlformats.org/officeDocument/2006/relationships/image" Target="../media/image112.png"/><Relationship Id="rId12" Type="http://schemas.openxmlformats.org/officeDocument/2006/relationships/image" Target="../media/image108.png"/><Relationship Id="rId15" Type="http://schemas.openxmlformats.org/officeDocument/2006/relationships/image" Target="../media/image118.png"/><Relationship Id="rId14" Type="http://schemas.openxmlformats.org/officeDocument/2006/relationships/image" Target="../media/image163.png"/><Relationship Id="rId17" Type="http://schemas.openxmlformats.org/officeDocument/2006/relationships/image" Target="../media/image117.png"/><Relationship Id="rId16" Type="http://schemas.openxmlformats.org/officeDocument/2006/relationships/image" Target="../media/image115.png"/><Relationship Id="rId19" Type="http://schemas.openxmlformats.org/officeDocument/2006/relationships/image" Target="../media/image121.png"/><Relationship Id="rId18" Type="http://schemas.openxmlformats.org/officeDocument/2006/relationships/image" Target="../media/image10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15.xml"/><Relationship Id="rId3" Type="http://schemas.openxmlformats.org/officeDocument/2006/relationships/image" Target="../media/image1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notesSlide" Target="../notesSlides/notesSlide16.xml"/><Relationship Id="rId3" Type="http://schemas.openxmlformats.org/officeDocument/2006/relationships/image" Target="../media/image133.jpg"/><Relationship Id="rId4" Type="http://schemas.openxmlformats.org/officeDocument/2006/relationships/image" Target="../media/image134.png"/><Relationship Id="rId5" Type="http://schemas.openxmlformats.org/officeDocument/2006/relationships/image" Target="../media/image139.png"/><Relationship Id="rId6" Type="http://schemas.openxmlformats.org/officeDocument/2006/relationships/image" Target="../media/image135.png"/><Relationship Id="rId7" Type="http://schemas.openxmlformats.org/officeDocument/2006/relationships/image" Target="../media/image1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17.xml"/><Relationship Id="rId3" Type="http://schemas.openxmlformats.org/officeDocument/2006/relationships/image" Target="../media/image138.jpg"/><Relationship Id="rId4" Type="http://schemas.openxmlformats.org/officeDocument/2006/relationships/image" Target="../media/image140.png"/><Relationship Id="rId5" Type="http://schemas.openxmlformats.org/officeDocument/2006/relationships/image" Target="../media/image13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18.xml"/><Relationship Id="rId3" Type="http://schemas.openxmlformats.org/officeDocument/2006/relationships/image" Target="../media/image8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notesSlide" Target="../notesSlides/notesSlide20.xml"/><Relationship Id="rId3" Type="http://schemas.openxmlformats.org/officeDocument/2006/relationships/image" Target="../media/image7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1.xml"/><Relationship Id="rId2" Type="http://schemas.openxmlformats.org/officeDocument/2006/relationships/notesSlide" Target="../notesSlides/notesSlide21.xml"/><Relationship Id="rId3" Type="http://schemas.openxmlformats.org/officeDocument/2006/relationships/image" Target="../media/image1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2.xml"/><Relationship Id="rId2" Type="http://schemas.openxmlformats.org/officeDocument/2006/relationships/notesSlide" Target="../notesSlides/notesSlide25.xml"/><Relationship Id="rId3" Type="http://schemas.openxmlformats.org/officeDocument/2006/relationships/image" Target="../media/image15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2.xml"/><Relationship Id="rId2" Type="http://schemas.openxmlformats.org/officeDocument/2006/relationships/notesSlide" Target="../notesSlides/notesSlide26.xml"/><Relationship Id="rId3" Type="http://schemas.openxmlformats.org/officeDocument/2006/relationships/image" Target="../media/image15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notesSlide" Target="../notesSlides/notesSlide29.xml"/><Relationship Id="rId3" Type="http://schemas.openxmlformats.org/officeDocument/2006/relationships/image" Target="../media/image159.png"/><Relationship Id="rId4" Type="http://schemas.openxmlformats.org/officeDocument/2006/relationships/image" Target="../media/image1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141.jpg"/><Relationship Id="rId4" Type="http://schemas.openxmlformats.org/officeDocument/2006/relationships/image" Target="../media/image14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 Id="rId3" Type="http://schemas.openxmlformats.org/officeDocument/2006/relationships/image" Target="../media/image141.jpg"/><Relationship Id="rId4" Type="http://schemas.openxmlformats.org/officeDocument/2006/relationships/image" Target="../media/image14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 Id="rId3" Type="http://schemas.openxmlformats.org/officeDocument/2006/relationships/image" Target="../media/image141.jpg"/><Relationship Id="rId4" Type="http://schemas.openxmlformats.org/officeDocument/2006/relationships/image" Target="../media/image14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 Id="rId3" Type="http://schemas.openxmlformats.org/officeDocument/2006/relationships/image" Target="../media/image1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 Id="rId3" Type="http://schemas.openxmlformats.org/officeDocument/2006/relationships/image" Target="../media/image76.png"/><Relationship Id="rId4" Type="http://schemas.openxmlformats.org/officeDocument/2006/relationships/image" Target="../media/image1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5.xml"/><Relationship Id="rId3" Type="http://schemas.openxmlformats.org/officeDocument/2006/relationships/comments" Target="../comments/comment1.xml"/><Relationship Id="rId4" Type="http://schemas.openxmlformats.org/officeDocument/2006/relationships/image" Target="../media/image145.png"/><Relationship Id="rId5" Type="http://schemas.openxmlformats.org/officeDocument/2006/relationships/image" Target="../media/image15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 Id="rId3" Type="http://schemas.openxmlformats.org/officeDocument/2006/relationships/image" Target="../media/image147.png"/><Relationship Id="rId4" Type="http://schemas.openxmlformats.org/officeDocument/2006/relationships/image" Target="../media/image15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6.xml"/><Relationship Id="rId2" Type="http://schemas.openxmlformats.org/officeDocument/2006/relationships/notesSlide" Target="../notesSlides/notesSlide38.xml"/><Relationship Id="rId3" Type="http://schemas.openxmlformats.org/officeDocument/2006/relationships/image" Target="../media/image151.jpg"/><Relationship Id="rId4" Type="http://schemas.openxmlformats.org/officeDocument/2006/relationships/image" Target="../media/image16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 Id="rId3" Type="http://schemas.openxmlformats.org/officeDocument/2006/relationships/image" Target="../media/image160.png"/><Relationship Id="rId4" Type="http://schemas.openxmlformats.org/officeDocument/2006/relationships/image" Target="../media/image149.jpg"/><Relationship Id="rId5" Type="http://schemas.openxmlformats.org/officeDocument/2006/relationships/image" Target="../media/image153.png"/><Relationship Id="rId6" Type="http://schemas.openxmlformats.org/officeDocument/2006/relationships/image" Target="../media/image15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image16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 Id="rId3" Type="http://schemas.openxmlformats.org/officeDocument/2006/relationships/image" Target="../media/image16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image16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 Id="rId3" Type="http://schemas.openxmlformats.org/officeDocument/2006/relationships/image" Target="../media/image1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4.xml"/><Relationship Id="rId3" Type="http://schemas.openxmlformats.org/officeDocument/2006/relationships/image" Target="../media/image1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C6B"/>
        </a:solidFill>
      </p:bgPr>
    </p:bg>
    <p:spTree>
      <p:nvGrpSpPr>
        <p:cNvPr id="1609" name="Shape 1609"/>
        <p:cNvGrpSpPr/>
        <p:nvPr/>
      </p:nvGrpSpPr>
      <p:grpSpPr>
        <a:xfrm>
          <a:off x="0" y="0"/>
          <a:ext cx="0" cy="0"/>
          <a:chOff x="0" y="0"/>
          <a:chExt cx="0" cy="0"/>
        </a:xfrm>
      </p:grpSpPr>
      <p:pic>
        <p:nvPicPr>
          <p:cNvPr descr="A white text on a black background&#10;&#10;Description automatically generated" id="1610" name="Google Shape;1610;p228"/>
          <p:cNvPicPr preferRelativeResize="0"/>
          <p:nvPr/>
        </p:nvPicPr>
        <p:blipFill rotWithShape="1">
          <a:blip r:embed="rId3">
            <a:alphaModFix/>
          </a:blip>
          <a:srcRect b="0" l="0" r="0" t="0"/>
          <a:stretch/>
        </p:blipFill>
        <p:spPr>
          <a:xfrm>
            <a:off x="368357" y="322118"/>
            <a:ext cx="1778852" cy="358487"/>
          </a:xfrm>
          <a:prstGeom prst="rect">
            <a:avLst/>
          </a:prstGeom>
          <a:noFill/>
          <a:ln>
            <a:noFill/>
          </a:ln>
        </p:spPr>
      </p:pic>
      <p:pic>
        <p:nvPicPr>
          <p:cNvPr descr="A person holding a hand in a circle&#10;&#10;Description automatically generated with medium confidence" id="1611" name="Google Shape;1611;p228"/>
          <p:cNvPicPr preferRelativeResize="0"/>
          <p:nvPr/>
        </p:nvPicPr>
        <p:blipFill rotWithShape="1">
          <a:blip r:embed="rId4">
            <a:alphaModFix/>
          </a:blip>
          <a:srcRect b="0" l="71497" r="0" t="0"/>
          <a:stretch/>
        </p:blipFill>
        <p:spPr>
          <a:xfrm>
            <a:off x="7443893" y="0"/>
            <a:ext cx="1700104" cy="5138072"/>
          </a:xfrm>
          <a:prstGeom prst="rect">
            <a:avLst/>
          </a:prstGeom>
          <a:noFill/>
          <a:ln>
            <a:noFill/>
          </a:ln>
        </p:spPr>
      </p:pic>
      <p:sp>
        <p:nvSpPr>
          <p:cNvPr id="1612" name="Google Shape;1612;p228"/>
          <p:cNvSpPr txBox="1"/>
          <p:nvPr/>
        </p:nvSpPr>
        <p:spPr>
          <a:xfrm>
            <a:off x="209303" y="1099267"/>
            <a:ext cx="5375100" cy="1422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rgbClr val="FFFFFF"/>
              </a:buClr>
              <a:buSzPts val="3300"/>
              <a:buFont typeface="Arial"/>
              <a:buNone/>
            </a:pPr>
            <a:r>
              <a:rPr i="0" lang="en" sz="3300" u="none" cap="none" strike="noStrike">
                <a:solidFill>
                  <a:srgbClr val="FFFFFF"/>
                </a:solidFill>
                <a:latin typeface="Raleway"/>
                <a:ea typeface="Raleway"/>
                <a:cs typeface="Raleway"/>
                <a:sym typeface="Raleway"/>
              </a:rPr>
              <a:t>Better Health, Lower Costs For Everyone</a:t>
            </a:r>
            <a:endParaRPr i="0" sz="1400" u="none" cap="none" strike="noStrike">
              <a:solidFill>
                <a:srgbClr val="000000"/>
              </a:solidFill>
              <a:latin typeface="Raleway"/>
              <a:ea typeface="Raleway"/>
              <a:cs typeface="Raleway"/>
              <a:sym typeface="Raleway"/>
            </a:endParaRPr>
          </a:p>
        </p:txBody>
      </p:sp>
      <p:sp>
        <p:nvSpPr>
          <p:cNvPr id="1613" name="Google Shape;1613;p228"/>
          <p:cNvSpPr txBox="1"/>
          <p:nvPr/>
        </p:nvSpPr>
        <p:spPr>
          <a:xfrm>
            <a:off x="209303" y="2569037"/>
            <a:ext cx="3438900" cy="38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2D5DA"/>
              </a:buClr>
              <a:buSzPts val="1875"/>
              <a:buFont typeface="Arial"/>
              <a:buNone/>
            </a:pPr>
            <a:r>
              <a:rPr b="1" i="0" lang="en" sz="1875" u="none" cap="none" strike="noStrike">
                <a:solidFill>
                  <a:srgbClr val="92D5DA"/>
                </a:solidFill>
                <a:latin typeface="Raleway"/>
                <a:ea typeface="Raleway"/>
                <a:cs typeface="Raleway"/>
                <a:sym typeface="Raleway"/>
              </a:rPr>
              <a:t>A.I. Activation in Healthcare</a:t>
            </a:r>
            <a:endParaRPr b="1" i="0" sz="1500" u="none" cap="none" strike="noStrike">
              <a:solidFill>
                <a:srgbClr val="92D5DA"/>
              </a:solidFill>
              <a:latin typeface="Raleway"/>
              <a:ea typeface="Raleway"/>
              <a:cs typeface="Raleway"/>
              <a:sym typeface="Raleway"/>
            </a:endParaRPr>
          </a:p>
        </p:txBody>
      </p:sp>
      <p:sp>
        <p:nvSpPr>
          <p:cNvPr id="1614" name="Google Shape;1614;p228"/>
          <p:cNvSpPr txBox="1"/>
          <p:nvPr/>
        </p:nvSpPr>
        <p:spPr>
          <a:xfrm>
            <a:off x="256081" y="3362475"/>
            <a:ext cx="2202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350"/>
              <a:buFont typeface="Arial"/>
              <a:buNone/>
            </a:pPr>
            <a:r>
              <a:rPr i="0" lang="en" sz="1350" u="none" cap="none" strike="noStrike">
                <a:solidFill>
                  <a:srgbClr val="FFFFFF"/>
                </a:solidFill>
                <a:latin typeface="Raleway"/>
                <a:ea typeface="Raleway"/>
                <a:cs typeface="Raleway"/>
                <a:sym typeface="Raleway"/>
              </a:rPr>
              <a:t>2026 Sales Kickoff</a:t>
            </a:r>
            <a:endParaRPr i="0" sz="1400" u="none" cap="none" strike="noStrike">
              <a:solidFill>
                <a:srgbClr val="000000"/>
              </a:solidFill>
              <a:latin typeface="Raleway"/>
              <a:ea typeface="Raleway"/>
              <a:cs typeface="Raleway"/>
              <a:sym typeface="Raleway"/>
            </a:endParaRPr>
          </a:p>
        </p:txBody>
      </p:sp>
      <p:sp>
        <p:nvSpPr>
          <p:cNvPr id="1615" name="Google Shape;1615;p228"/>
          <p:cNvSpPr txBox="1"/>
          <p:nvPr/>
        </p:nvSpPr>
        <p:spPr>
          <a:xfrm>
            <a:off x="303171" y="4811710"/>
            <a:ext cx="1144800" cy="18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09A9A"/>
              </a:buClr>
              <a:buSzPts val="600"/>
              <a:buFont typeface="Arial"/>
              <a:buNone/>
            </a:pPr>
            <a:r>
              <a:rPr b="0" i="0" lang="en" sz="600" u="none" cap="none" strike="noStrike">
                <a:solidFill>
                  <a:srgbClr val="909A9A"/>
                </a:solidFill>
                <a:latin typeface="Arial"/>
                <a:ea typeface="Arial"/>
                <a:cs typeface="Arial"/>
                <a:sym typeface="Arial"/>
              </a:rPr>
              <a:t>Confidential and Proprietary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229"/>
          <p:cNvSpPr/>
          <p:nvPr/>
        </p:nvSpPr>
        <p:spPr>
          <a:xfrm>
            <a:off x="0" y="0"/>
            <a:ext cx="2661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376C"/>
              </a:solidFill>
              <a:latin typeface="Arial"/>
              <a:ea typeface="Arial"/>
              <a:cs typeface="Arial"/>
              <a:sym typeface="Arial"/>
            </a:endParaRPr>
          </a:p>
        </p:txBody>
      </p:sp>
      <p:sp>
        <p:nvSpPr>
          <p:cNvPr id="1621" name="Google Shape;1621;p229"/>
          <p:cNvSpPr txBox="1"/>
          <p:nvPr/>
        </p:nvSpPr>
        <p:spPr>
          <a:xfrm>
            <a:off x="3116700" y="1060549"/>
            <a:ext cx="4675800" cy="2281500"/>
          </a:xfrm>
          <a:prstGeom prst="rect">
            <a:avLst/>
          </a:prstGeom>
          <a:noFill/>
          <a:ln>
            <a:noFill/>
          </a:ln>
        </p:spPr>
        <p:txBody>
          <a:bodyPr anchorCtr="0" anchor="t" bIns="45700" lIns="91425" spcFirstLastPara="1" rIns="91425" wrap="square" tIns="45700">
            <a:normAutofit lnSpcReduction="10000"/>
          </a:bodyPr>
          <a:lstStyle/>
          <a:p>
            <a:pPr indent="-233363" lvl="0" marL="349250" marR="0" rtl="0" algn="l">
              <a:lnSpc>
                <a:spcPct val="100000"/>
              </a:lnSpc>
              <a:spcBef>
                <a:spcPts val="600"/>
              </a:spcBef>
              <a:spcAft>
                <a:spcPts val="0"/>
              </a:spcAft>
              <a:buClr>
                <a:schemeClr val="accent1"/>
              </a:buClr>
              <a:buSzPts val="1800"/>
              <a:buFont typeface="Raleway"/>
              <a:buChar char="•"/>
            </a:pPr>
            <a:r>
              <a:rPr i="0" lang="en" sz="1600" u="none" cap="none" strike="noStrike">
                <a:solidFill>
                  <a:schemeClr val="dk1"/>
                </a:solidFill>
                <a:latin typeface="Raleway"/>
                <a:ea typeface="Raleway"/>
                <a:cs typeface="Raleway"/>
                <a:sym typeface="Raleway"/>
              </a:rPr>
              <a:t>Why we need a new way to access care</a:t>
            </a:r>
            <a:endParaRPr i="0" sz="1600" u="none" cap="none" strike="noStrike">
              <a:solidFill>
                <a:schemeClr val="dk1"/>
              </a:solidFill>
              <a:latin typeface="Raleway"/>
              <a:ea typeface="Raleway"/>
              <a:cs typeface="Raleway"/>
              <a:sym typeface="Raleway"/>
            </a:endParaRPr>
          </a:p>
          <a:p>
            <a:pPr indent="-233363" lvl="0" marL="349250" marR="0" rtl="0" algn="l">
              <a:lnSpc>
                <a:spcPct val="100000"/>
              </a:lnSpc>
              <a:spcBef>
                <a:spcPts val="1200"/>
              </a:spcBef>
              <a:spcAft>
                <a:spcPts val="0"/>
              </a:spcAft>
              <a:buClr>
                <a:schemeClr val="accent1"/>
              </a:buClr>
              <a:buSzPts val="1800"/>
              <a:buFont typeface="Raleway"/>
              <a:buChar char="•"/>
            </a:pPr>
            <a:r>
              <a:rPr i="0" lang="en" sz="1600" u="none" cap="none" strike="noStrike">
                <a:solidFill>
                  <a:schemeClr val="dk1"/>
                </a:solidFill>
                <a:latin typeface="Raleway"/>
                <a:ea typeface="Raleway"/>
                <a:cs typeface="Raleway"/>
                <a:sym typeface="Raleway"/>
              </a:rPr>
              <a:t>How </a:t>
            </a:r>
            <a:r>
              <a:rPr lang="en" sz="1600">
                <a:solidFill>
                  <a:schemeClr val="dk1"/>
                </a:solidFill>
                <a:latin typeface="Raleway"/>
                <a:ea typeface="Raleway"/>
                <a:cs typeface="Raleway"/>
                <a:sym typeface="Raleway"/>
              </a:rPr>
              <a:t>we use </a:t>
            </a:r>
            <a:r>
              <a:rPr i="0" lang="en" sz="1600" u="none" cap="none" strike="noStrike">
                <a:solidFill>
                  <a:schemeClr val="dk1"/>
                </a:solidFill>
                <a:latin typeface="Raleway"/>
                <a:ea typeface="Raleway"/>
                <a:cs typeface="Raleway"/>
                <a:sym typeface="Raleway"/>
              </a:rPr>
              <a:t>A.I. </a:t>
            </a:r>
            <a:r>
              <a:rPr lang="en" sz="1600">
                <a:solidFill>
                  <a:schemeClr val="dk1"/>
                </a:solidFill>
                <a:latin typeface="Raleway"/>
                <a:ea typeface="Raleway"/>
                <a:cs typeface="Raleway"/>
                <a:sym typeface="Raleway"/>
              </a:rPr>
              <a:t>/ LLMs</a:t>
            </a:r>
            <a:r>
              <a:rPr i="0" lang="en" sz="1600" u="none" cap="none" strike="noStrike">
                <a:solidFill>
                  <a:schemeClr val="dk1"/>
                </a:solidFill>
                <a:latin typeface="Raleway"/>
                <a:ea typeface="Raleway"/>
                <a:cs typeface="Raleway"/>
                <a:sym typeface="Raleway"/>
              </a:rPr>
              <a:t> to drive Engagement &amp; Outcomes</a:t>
            </a:r>
            <a:endParaRPr i="0" sz="1600" u="none" cap="none" strike="noStrike">
              <a:solidFill>
                <a:schemeClr val="dk1"/>
              </a:solidFill>
              <a:latin typeface="Raleway"/>
              <a:ea typeface="Raleway"/>
              <a:cs typeface="Raleway"/>
              <a:sym typeface="Raleway"/>
            </a:endParaRPr>
          </a:p>
          <a:p>
            <a:pPr indent="-233363" lvl="0" marL="349250" marR="0" rtl="0" algn="l">
              <a:lnSpc>
                <a:spcPct val="100000"/>
              </a:lnSpc>
              <a:spcBef>
                <a:spcPts val="1200"/>
              </a:spcBef>
              <a:spcAft>
                <a:spcPts val="0"/>
              </a:spcAft>
              <a:buClr>
                <a:schemeClr val="accent1"/>
              </a:buClr>
              <a:buSzPts val="1800"/>
              <a:buFont typeface="Raleway"/>
              <a:buChar char="•"/>
            </a:pPr>
            <a:r>
              <a:rPr i="0" lang="en" sz="1600" u="none" cap="none" strike="noStrike">
                <a:solidFill>
                  <a:schemeClr val="dk1"/>
                </a:solidFill>
                <a:latin typeface="Raleway"/>
                <a:ea typeface="Raleway"/>
                <a:cs typeface="Raleway"/>
                <a:sym typeface="Raleway"/>
              </a:rPr>
              <a:t>Demo</a:t>
            </a:r>
            <a:endParaRPr i="0" sz="1600" u="none" cap="none" strike="noStrike">
              <a:solidFill>
                <a:schemeClr val="dk1"/>
              </a:solidFill>
              <a:latin typeface="Raleway"/>
              <a:ea typeface="Raleway"/>
              <a:cs typeface="Raleway"/>
              <a:sym typeface="Raleway"/>
            </a:endParaRPr>
          </a:p>
          <a:p>
            <a:pPr indent="-233363" lvl="0" marL="349250" marR="0" rtl="0" algn="l">
              <a:lnSpc>
                <a:spcPct val="100000"/>
              </a:lnSpc>
              <a:spcBef>
                <a:spcPts val="1200"/>
              </a:spcBef>
              <a:spcAft>
                <a:spcPts val="0"/>
              </a:spcAft>
              <a:buClr>
                <a:schemeClr val="accent1"/>
              </a:buClr>
              <a:buSzPts val="1800"/>
              <a:buFont typeface="Raleway"/>
              <a:buChar char="•"/>
            </a:pPr>
            <a:r>
              <a:rPr i="0" lang="en" sz="1600" u="none" cap="none" strike="noStrike">
                <a:solidFill>
                  <a:schemeClr val="dk1"/>
                </a:solidFill>
                <a:latin typeface="Raleway"/>
                <a:ea typeface="Raleway"/>
                <a:cs typeface="Raleway"/>
                <a:sym typeface="Raleway"/>
              </a:rPr>
              <a:t>Real-world results</a:t>
            </a:r>
            <a:endParaRPr>
              <a:latin typeface="Raleway"/>
              <a:ea typeface="Raleway"/>
              <a:cs typeface="Raleway"/>
              <a:sym typeface="Raleway"/>
            </a:endParaRPr>
          </a:p>
          <a:p>
            <a:pPr indent="-233363" lvl="0" marL="349250" marR="0" rtl="0" algn="l">
              <a:lnSpc>
                <a:spcPct val="100000"/>
              </a:lnSpc>
              <a:spcBef>
                <a:spcPts val="1200"/>
              </a:spcBef>
              <a:spcAft>
                <a:spcPts val="600"/>
              </a:spcAft>
              <a:buClr>
                <a:schemeClr val="accent1"/>
              </a:buClr>
              <a:buSzPts val="1800"/>
              <a:buFont typeface="Raleway"/>
              <a:buChar char="•"/>
            </a:pPr>
            <a:r>
              <a:rPr i="0" lang="en" sz="1600" u="none" cap="none" strike="noStrike">
                <a:solidFill>
                  <a:schemeClr val="dk1"/>
                </a:solidFill>
                <a:latin typeface="Raleway"/>
                <a:ea typeface="Raleway"/>
                <a:cs typeface="Raleway"/>
                <a:sym typeface="Raleway"/>
              </a:rPr>
              <a:t>Next steps</a:t>
            </a:r>
            <a:endParaRPr i="0" sz="1600" u="none" cap="none" strike="noStrike">
              <a:solidFill>
                <a:schemeClr val="dk1"/>
              </a:solidFill>
              <a:latin typeface="Raleway"/>
              <a:ea typeface="Raleway"/>
              <a:cs typeface="Raleway"/>
              <a:sym typeface="Raleway"/>
            </a:endParaRPr>
          </a:p>
        </p:txBody>
      </p:sp>
      <p:sp>
        <p:nvSpPr>
          <p:cNvPr id="1622" name="Google Shape;1622;p229"/>
          <p:cNvSpPr txBox="1"/>
          <p:nvPr/>
        </p:nvSpPr>
        <p:spPr>
          <a:xfrm>
            <a:off x="536512" y="933580"/>
            <a:ext cx="1414800" cy="561300"/>
          </a:xfrm>
          <a:prstGeom prst="rect">
            <a:avLst/>
          </a:prstGeom>
          <a:noFill/>
          <a:ln>
            <a:noFill/>
          </a:ln>
        </p:spPr>
        <p:txBody>
          <a:bodyPr anchorCtr="0" anchor="b" bIns="34250" lIns="68550" spcFirstLastPara="1" rIns="68550" wrap="square" tIns="34250">
            <a:noAutofit/>
          </a:bodyPr>
          <a:lstStyle/>
          <a:p>
            <a:pPr indent="0" lvl="0" marL="0" marR="0" rtl="0" algn="l">
              <a:lnSpc>
                <a:spcPct val="90000"/>
              </a:lnSpc>
              <a:spcBef>
                <a:spcPts val="0"/>
              </a:spcBef>
              <a:spcAft>
                <a:spcPts val="0"/>
              </a:spcAft>
              <a:buClr>
                <a:srgbClr val="000000"/>
              </a:buClr>
              <a:buSzPts val="990"/>
              <a:buFont typeface="Arial"/>
              <a:buNone/>
            </a:pPr>
            <a:r>
              <a:rPr b="1" i="0" lang="en" sz="2000" u="none" cap="none" strike="noStrike">
                <a:solidFill>
                  <a:srgbClr val="FFFFFF"/>
                </a:solidFill>
                <a:latin typeface="Raleway"/>
                <a:ea typeface="Raleway"/>
                <a:cs typeface="Raleway"/>
                <a:sym typeface="Raleway"/>
              </a:rPr>
              <a:t>Agenda</a:t>
            </a:r>
            <a:endParaRPr i="0" sz="2000" u="none" cap="none" strike="noStrike">
              <a:solidFill>
                <a:srgbClr val="000000"/>
              </a:solidFill>
              <a:latin typeface="Raleway"/>
              <a:ea typeface="Raleway"/>
              <a:cs typeface="Raleway"/>
              <a:sym typeface="Raleway"/>
            </a:endParaRPr>
          </a:p>
        </p:txBody>
      </p:sp>
      <p:pic>
        <p:nvPicPr>
          <p:cNvPr descr="A black and white logo&#10;&#10;AI-generated content may be incorrect." id="1623" name="Google Shape;1623;p229"/>
          <p:cNvPicPr preferRelativeResize="0"/>
          <p:nvPr/>
        </p:nvPicPr>
        <p:blipFill rotWithShape="1">
          <a:blip r:embed="rId3">
            <a:alphaModFix/>
          </a:blip>
          <a:srcRect b="0" l="0" r="0" t="0"/>
          <a:stretch/>
        </p:blipFill>
        <p:spPr>
          <a:xfrm>
            <a:off x="455591" y="4689007"/>
            <a:ext cx="353301" cy="23291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7" name="Shape 1627"/>
        <p:cNvGrpSpPr/>
        <p:nvPr/>
      </p:nvGrpSpPr>
      <p:grpSpPr>
        <a:xfrm>
          <a:off x="0" y="0"/>
          <a:ext cx="0" cy="0"/>
          <a:chOff x="0" y="0"/>
          <a:chExt cx="0" cy="0"/>
        </a:xfrm>
      </p:grpSpPr>
      <p:pic>
        <p:nvPicPr>
          <p:cNvPr id="1628" name="Google Shape;1628;p230"/>
          <p:cNvPicPr preferRelativeResize="0"/>
          <p:nvPr/>
        </p:nvPicPr>
        <p:blipFill rotWithShape="1">
          <a:blip r:embed="rId3">
            <a:alphaModFix/>
          </a:blip>
          <a:srcRect b="0" l="0" r="0" t="0"/>
          <a:stretch/>
        </p:blipFill>
        <p:spPr>
          <a:xfrm>
            <a:off x="0" y="794760"/>
            <a:ext cx="9144000" cy="4348741"/>
          </a:xfrm>
          <a:prstGeom prst="rect">
            <a:avLst/>
          </a:prstGeom>
          <a:noFill/>
          <a:ln>
            <a:noFill/>
          </a:ln>
        </p:spPr>
      </p:pic>
      <p:pic>
        <p:nvPicPr>
          <p:cNvPr descr="A person smiling at camera&#10;&#10;AI-generated content may be incorrect." id="1629" name="Google Shape;1629;p230"/>
          <p:cNvPicPr preferRelativeResize="0"/>
          <p:nvPr/>
        </p:nvPicPr>
        <p:blipFill rotWithShape="1">
          <a:blip r:embed="rId4">
            <a:alphaModFix/>
          </a:blip>
          <a:srcRect b="0" l="0" r="0" t="0"/>
          <a:stretch/>
        </p:blipFill>
        <p:spPr>
          <a:xfrm>
            <a:off x="3558983" y="1161575"/>
            <a:ext cx="2022600" cy="2022600"/>
          </a:xfrm>
          <a:prstGeom prst="ellipse">
            <a:avLst/>
          </a:prstGeom>
          <a:noFill/>
          <a:ln>
            <a:noFill/>
          </a:ln>
        </p:spPr>
      </p:pic>
      <p:sp>
        <p:nvSpPr>
          <p:cNvPr id="1630" name="Google Shape;1630;p230"/>
          <p:cNvSpPr txBox="1"/>
          <p:nvPr/>
        </p:nvSpPr>
        <p:spPr>
          <a:xfrm>
            <a:off x="3952216" y="3281639"/>
            <a:ext cx="12363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en" sz="1050" u="none" cap="none" strike="noStrike">
                <a:solidFill>
                  <a:srgbClr val="0F497F"/>
                </a:solidFill>
                <a:latin typeface="Raleway"/>
                <a:ea typeface="Raleway"/>
                <a:cs typeface="Raleway"/>
                <a:sym typeface="Raleway"/>
              </a:rPr>
              <a:t>Amy Osterhagen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 sz="1050" u="none" cap="none" strike="noStrike">
                <a:solidFill>
                  <a:srgbClr val="0F497F"/>
                </a:solidFill>
                <a:latin typeface="Raleway Medium"/>
                <a:ea typeface="Raleway Medium"/>
                <a:cs typeface="Raleway Medium"/>
                <a:sym typeface="Raleway Medium"/>
              </a:rPr>
              <a:t>Vice President</a:t>
            </a:r>
            <a:endParaRPr b="0" i="0" sz="1400" u="none" cap="none" strike="noStrike">
              <a:solidFill>
                <a:srgbClr val="000000"/>
              </a:solidFill>
              <a:latin typeface="Arial"/>
              <a:ea typeface="Arial"/>
              <a:cs typeface="Arial"/>
              <a:sym typeface="Arial"/>
            </a:endParaRPr>
          </a:p>
        </p:txBody>
      </p:sp>
      <p:sp>
        <p:nvSpPr>
          <p:cNvPr id="1631" name="Google Shape;1631;p230"/>
          <p:cNvSpPr txBox="1"/>
          <p:nvPr/>
        </p:nvSpPr>
        <p:spPr>
          <a:xfrm>
            <a:off x="1216637" y="3281639"/>
            <a:ext cx="1534500" cy="57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en" sz="1050" u="none" cap="none" strike="noStrike">
                <a:solidFill>
                  <a:srgbClr val="0F497F"/>
                </a:solidFill>
                <a:latin typeface="Raleway"/>
                <a:ea typeface="Raleway"/>
                <a:cs typeface="Raleway"/>
                <a:sym typeface="Raleway"/>
              </a:rPr>
              <a:t>Steve Parker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 sz="1050" u="none" cap="none" strike="noStrike">
                <a:solidFill>
                  <a:srgbClr val="0F497F"/>
                </a:solidFill>
                <a:latin typeface="Raleway Medium"/>
                <a:ea typeface="Raleway Medium"/>
                <a:cs typeface="Raleway Medium"/>
                <a:sym typeface="Raleway Medium"/>
              </a:rPr>
              <a:t>Senior Vice President</a:t>
            </a:r>
            <a:endParaRPr b="0" i="0" sz="1400" u="none" cap="none" strike="noStrike">
              <a:solidFill>
                <a:srgbClr val="000000"/>
              </a:solidFill>
              <a:latin typeface="Arial"/>
              <a:ea typeface="Arial"/>
              <a:cs typeface="Arial"/>
              <a:sym typeface="Arial"/>
            </a:endParaRPr>
          </a:p>
        </p:txBody>
      </p:sp>
      <p:pic>
        <p:nvPicPr>
          <p:cNvPr id="1632" name="Google Shape;1632;p230"/>
          <p:cNvPicPr preferRelativeResize="0"/>
          <p:nvPr/>
        </p:nvPicPr>
        <p:blipFill rotWithShape="1">
          <a:blip r:embed="rId5">
            <a:alphaModFix/>
          </a:blip>
          <a:srcRect b="0" l="0" r="0" t="0"/>
          <a:stretch/>
        </p:blipFill>
        <p:spPr>
          <a:xfrm>
            <a:off x="7394554" y="169292"/>
            <a:ext cx="1747157" cy="687927"/>
          </a:xfrm>
          <a:prstGeom prst="rect">
            <a:avLst/>
          </a:prstGeom>
          <a:noFill/>
          <a:ln>
            <a:noFill/>
          </a:ln>
        </p:spPr>
      </p:pic>
      <p:pic>
        <p:nvPicPr>
          <p:cNvPr id="1633" name="Google Shape;1633;p230"/>
          <p:cNvPicPr preferRelativeResize="0"/>
          <p:nvPr/>
        </p:nvPicPr>
        <p:blipFill rotWithShape="1">
          <a:blip r:embed="rId6">
            <a:alphaModFix/>
          </a:blip>
          <a:srcRect b="0" l="0" r="0" t="0"/>
          <a:stretch/>
        </p:blipFill>
        <p:spPr>
          <a:xfrm>
            <a:off x="972483" y="1161575"/>
            <a:ext cx="2022600" cy="2022600"/>
          </a:xfrm>
          <a:prstGeom prst="ellipse">
            <a:avLst/>
          </a:prstGeom>
          <a:noFill/>
          <a:ln>
            <a:noFill/>
          </a:ln>
        </p:spPr>
      </p:pic>
      <p:sp>
        <p:nvSpPr>
          <p:cNvPr id="1634" name="Google Shape;1634;p230"/>
          <p:cNvSpPr txBox="1"/>
          <p:nvPr/>
        </p:nvSpPr>
        <p:spPr>
          <a:xfrm>
            <a:off x="291497" y="304908"/>
            <a:ext cx="7886700" cy="561300"/>
          </a:xfrm>
          <a:prstGeom prst="rect">
            <a:avLst/>
          </a:prstGeom>
          <a:noFill/>
          <a:ln>
            <a:noFill/>
          </a:ln>
        </p:spPr>
        <p:txBody>
          <a:bodyPr anchorCtr="0" anchor="b" bIns="34250" lIns="68550" spcFirstLastPara="1" rIns="68550" wrap="square" tIns="34250">
            <a:noAutofit/>
          </a:bodyPr>
          <a:lstStyle/>
          <a:p>
            <a:pPr indent="0" lvl="0" marL="0" marR="0" rtl="0" algn="l">
              <a:lnSpc>
                <a:spcPct val="90000"/>
              </a:lnSpc>
              <a:spcBef>
                <a:spcPts val="0"/>
              </a:spcBef>
              <a:spcAft>
                <a:spcPts val="0"/>
              </a:spcAft>
              <a:buClr>
                <a:srgbClr val="000000"/>
              </a:buClr>
              <a:buSzPts val="990"/>
              <a:buFont typeface="Arial"/>
              <a:buNone/>
            </a:pPr>
            <a:r>
              <a:rPr b="1" i="0" lang="en" sz="2400" u="none" cap="none" strike="noStrike">
                <a:solidFill>
                  <a:srgbClr val="002C6B"/>
                </a:solidFill>
                <a:latin typeface="Raleway"/>
                <a:ea typeface="Raleway"/>
                <a:cs typeface="Raleway"/>
                <a:sym typeface="Raleway"/>
              </a:rPr>
              <a:t>Introductions</a:t>
            </a:r>
            <a:endParaRPr i="0" sz="2400" u="none" cap="none" strike="noStrike">
              <a:solidFill>
                <a:srgbClr val="000000"/>
              </a:solidFill>
              <a:latin typeface="Raleway"/>
              <a:ea typeface="Raleway"/>
              <a:cs typeface="Raleway"/>
              <a:sym typeface="Raleway"/>
            </a:endParaRPr>
          </a:p>
        </p:txBody>
      </p:sp>
      <p:pic>
        <p:nvPicPr>
          <p:cNvPr id="1635" name="Google Shape;1635;p230"/>
          <p:cNvPicPr preferRelativeResize="0"/>
          <p:nvPr/>
        </p:nvPicPr>
        <p:blipFill rotWithShape="1">
          <a:blip r:embed="rId7">
            <a:alphaModFix/>
          </a:blip>
          <a:srcRect b="0" l="0" r="0" t="0"/>
          <a:stretch/>
        </p:blipFill>
        <p:spPr>
          <a:xfrm>
            <a:off x="6145483" y="1161575"/>
            <a:ext cx="2022600" cy="2022600"/>
          </a:xfrm>
          <a:prstGeom prst="ellipse">
            <a:avLst/>
          </a:prstGeom>
          <a:noFill/>
          <a:ln>
            <a:noFill/>
          </a:ln>
        </p:spPr>
      </p:pic>
      <p:sp>
        <p:nvSpPr>
          <p:cNvPr id="1636" name="Google Shape;1636;p230"/>
          <p:cNvSpPr txBox="1"/>
          <p:nvPr/>
        </p:nvSpPr>
        <p:spPr>
          <a:xfrm>
            <a:off x="6603638" y="3281639"/>
            <a:ext cx="11064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en" sz="1050" u="none" cap="none" strike="noStrike">
                <a:solidFill>
                  <a:srgbClr val="0F497F"/>
                </a:solidFill>
                <a:latin typeface="Raleway"/>
                <a:ea typeface="Raleway"/>
                <a:cs typeface="Raleway"/>
                <a:sym typeface="Raleway"/>
              </a:rPr>
              <a:t>Ellen Geraghty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 sz="1050" u="none" cap="none" strike="noStrike">
                <a:solidFill>
                  <a:srgbClr val="0F497F"/>
                </a:solidFill>
                <a:latin typeface="Raleway Medium"/>
                <a:ea typeface="Raleway Medium"/>
                <a:cs typeface="Raleway Medium"/>
                <a:sym typeface="Raleway Medium"/>
              </a:rPr>
              <a:t>Vice President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231"/>
          <p:cNvSpPr txBox="1"/>
          <p:nvPr>
            <p:ph idx="1" type="body"/>
          </p:nvPr>
        </p:nvSpPr>
        <p:spPr>
          <a:xfrm>
            <a:off x="887475" y="1685135"/>
            <a:ext cx="7230000" cy="1931700"/>
          </a:xfrm>
          <a:prstGeom prst="rect">
            <a:avLst/>
          </a:prstGeom>
          <a:noFill/>
          <a:ln>
            <a:noFill/>
          </a:ln>
        </p:spPr>
        <p:txBody>
          <a:bodyPr anchorCtr="0" anchor="t" bIns="45700" lIns="91425" spcFirstLastPara="1" rIns="91425" wrap="square" tIns="45700">
            <a:noAutofit/>
          </a:bodyPr>
          <a:lstStyle/>
          <a:p>
            <a:pPr indent="0" lvl="0" marL="0" rtl="0" algn="ctr">
              <a:lnSpc>
                <a:spcPct val="130000"/>
              </a:lnSpc>
              <a:spcBef>
                <a:spcPts val="0"/>
              </a:spcBef>
              <a:spcAft>
                <a:spcPts val="0"/>
              </a:spcAft>
              <a:buSzPts val="1260"/>
              <a:buNone/>
            </a:pPr>
            <a:r>
              <a:rPr lang="en" sz="2400">
                <a:solidFill>
                  <a:srgbClr val="FFFFFF"/>
                </a:solidFill>
                <a:latin typeface="Raleway"/>
                <a:ea typeface="Raleway"/>
                <a:cs typeface="Raleway"/>
                <a:sym typeface="Raleway"/>
              </a:rPr>
              <a:t>Why do </a:t>
            </a:r>
            <a:endParaRPr sz="2400">
              <a:solidFill>
                <a:srgbClr val="FFFFFF"/>
              </a:solidFill>
              <a:latin typeface="Raleway"/>
              <a:ea typeface="Raleway"/>
              <a:cs typeface="Raleway"/>
              <a:sym typeface="Raleway"/>
            </a:endParaRPr>
          </a:p>
          <a:p>
            <a:pPr indent="0" lvl="0" marL="0" rtl="0" algn="ctr">
              <a:lnSpc>
                <a:spcPct val="130000"/>
              </a:lnSpc>
              <a:spcBef>
                <a:spcPts val="0"/>
              </a:spcBef>
              <a:spcAft>
                <a:spcPts val="0"/>
              </a:spcAft>
              <a:buSzPts val="1260"/>
              <a:buNone/>
            </a:pPr>
            <a:r>
              <a:rPr b="1" lang="en" sz="2400">
                <a:solidFill>
                  <a:srgbClr val="FFFFFF"/>
                </a:solidFill>
                <a:latin typeface="Raleway"/>
                <a:ea typeface="Raleway"/>
                <a:cs typeface="Raleway"/>
                <a:sym typeface="Raleway"/>
              </a:rPr>
              <a:t>40,000,000 people a day </a:t>
            </a:r>
            <a:endParaRPr b="1" sz="2400">
              <a:solidFill>
                <a:srgbClr val="FFFFFF"/>
              </a:solidFill>
              <a:latin typeface="Raleway"/>
              <a:ea typeface="Raleway"/>
              <a:cs typeface="Raleway"/>
              <a:sym typeface="Raleway"/>
            </a:endParaRPr>
          </a:p>
          <a:p>
            <a:pPr indent="0" lvl="0" marL="0" rtl="0" algn="ctr">
              <a:lnSpc>
                <a:spcPct val="130000"/>
              </a:lnSpc>
              <a:spcBef>
                <a:spcPts val="0"/>
              </a:spcBef>
              <a:spcAft>
                <a:spcPts val="0"/>
              </a:spcAft>
              <a:buSzPts val="1260"/>
              <a:buNone/>
            </a:pPr>
            <a:r>
              <a:rPr lang="en" sz="2400">
                <a:solidFill>
                  <a:srgbClr val="FFFFFF"/>
                </a:solidFill>
                <a:latin typeface="Raleway"/>
                <a:ea typeface="Raleway"/>
                <a:cs typeface="Raleway"/>
                <a:sym typeface="Raleway"/>
              </a:rPr>
              <a:t>go to ChatGPT with health questions?  </a:t>
            </a:r>
            <a:endParaRPr sz="2400">
              <a:solidFill>
                <a:srgbClr val="FFFFFF"/>
              </a:solidFill>
              <a:latin typeface="Raleway"/>
              <a:ea typeface="Raleway"/>
              <a:cs typeface="Raleway"/>
              <a:sym typeface="Raleway"/>
            </a:endParaRPr>
          </a:p>
          <a:p>
            <a:pPr indent="0" lvl="0" marL="0" rtl="0" algn="ctr">
              <a:lnSpc>
                <a:spcPct val="70000"/>
              </a:lnSpc>
              <a:spcBef>
                <a:spcPts val="0"/>
              </a:spcBef>
              <a:spcAft>
                <a:spcPts val="0"/>
              </a:spcAft>
              <a:buSzPts val="1260"/>
              <a:buNone/>
            </a:pPr>
            <a:r>
              <a:t/>
            </a:r>
            <a:endParaRPr sz="2400">
              <a:solidFill>
                <a:srgbClr val="FFFFFF"/>
              </a:solidFill>
              <a:latin typeface="Raleway"/>
              <a:ea typeface="Raleway"/>
              <a:cs typeface="Raleway"/>
              <a:sym typeface="Raleway"/>
            </a:endParaRPr>
          </a:p>
          <a:p>
            <a:pPr indent="0" lvl="0" marL="0" rtl="0" algn="l">
              <a:lnSpc>
                <a:spcPct val="70000"/>
              </a:lnSpc>
              <a:spcBef>
                <a:spcPts val="0"/>
              </a:spcBef>
              <a:spcAft>
                <a:spcPts val="0"/>
              </a:spcAft>
              <a:buClr>
                <a:srgbClr val="000000"/>
              </a:buClr>
              <a:buSzPts val="1260"/>
              <a:buFont typeface="Arial"/>
              <a:buNone/>
            </a:pPr>
            <a:r>
              <a:t/>
            </a:r>
            <a:endParaRPr sz="2400">
              <a:solidFill>
                <a:srgbClr val="FFFFFF"/>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232"/>
          <p:cNvSpPr txBox="1"/>
          <p:nvPr/>
        </p:nvSpPr>
        <p:spPr>
          <a:xfrm>
            <a:off x="461675" y="372400"/>
            <a:ext cx="7511700" cy="6855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Clr>
                <a:srgbClr val="000000"/>
              </a:buClr>
              <a:buSzPts val="3000"/>
              <a:buFont typeface="Arial"/>
              <a:buNone/>
            </a:pPr>
            <a:r>
              <a:rPr b="1" i="0" lang="en" sz="2400" u="none" cap="none" strike="noStrike">
                <a:solidFill>
                  <a:srgbClr val="002C6B"/>
                </a:solidFill>
                <a:latin typeface="Raleway"/>
                <a:ea typeface="Raleway"/>
                <a:cs typeface="Raleway"/>
                <a:sym typeface="Raleway"/>
              </a:rPr>
              <a:t>Healthcare costs are on pace to double… again</a:t>
            </a:r>
            <a:endParaRPr b="1" i="0" sz="2400" u="none" cap="none" strike="noStrike">
              <a:solidFill>
                <a:srgbClr val="002C6B"/>
              </a:solidFill>
              <a:latin typeface="Raleway"/>
              <a:ea typeface="Raleway"/>
              <a:cs typeface="Raleway"/>
              <a:sym typeface="Raleway"/>
            </a:endParaRPr>
          </a:p>
        </p:txBody>
      </p:sp>
      <p:grpSp>
        <p:nvGrpSpPr>
          <p:cNvPr id="1647" name="Google Shape;1647;p232"/>
          <p:cNvGrpSpPr/>
          <p:nvPr/>
        </p:nvGrpSpPr>
        <p:grpSpPr>
          <a:xfrm>
            <a:off x="2098963" y="1030285"/>
            <a:ext cx="4946074" cy="3210101"/>
            <a:chOff x="2388500" y="884899"/>
            <a:chExt cx="4946074" cy="3210101"/>
          </a:xfrm>
        </p:grpSpPr>
        <p:pic>
          <p:nvPicPr>
            <p:cNvPr id="1648" name="Google Shape;1648;p232"/>
            <p:cNvPicPr preferRelativeResize="0"/>
            <p:nvPr/>
          </p:nvPicPr>
          <p:blipFill rotWithShape="1">
            <a:blip r:embed="rId3">
              <a:alphaModFix/>
            </a:blip>
            <a:srcRect b="23641" l="0" r="0" t="0"/>
            <a:stretch/>
          </p:blipFill>
          <p:spPr>
            <a:xfrm>
              <a:off x="2388500" y="884899"/>
              <a:ext cx="4112327" cy="2887000"/>
            </a:xfrm>
            <a:prstGeom prst="rect">
              <a:avLst/>
            </a:prstGeom>
            <a:noFill/>
            <a:ln>
              <a:noFill/>
            </a:ln>
          </p:spPr>
        </p:pic>
        <p:pic>
          <p:nvPicPr>
            <p:cNvPr id="1649" name="Google Shape;1649;p232"/>
            <p:cNvPicPr preferRelativeResize="0"/>
            <p:nvPr/>
          </p:nvPicPr>
          <p:blipFill rotWithShape="1">
            <a:blip r:embed="rId3">
              <a:alphaModFix/>
            </a:blip>
            <a:srcRect b="87815" l="26072" r="53653" t="6986"/>
            <a:stretch/>
          </p:blipFill>
          <p:spPr>
            <a:xfrm>
              <a:off x="6500825" y="1165850"/>
              <a:ext cx="833750" cy="196574"/>
            </a:xfrm>
            <a:prstGeom prst="rect">
              <a:avLst/>
            </a:prstGeom>
            <a:noFill/>
            <a:ln>
              <a:noFill/>
            </a:ln>
          </p:spPr>
        </p:pic>
        <p:pic>
          <p:nvPicPr>
            <p:cNvPr id="1650" name="Google Shape;1650;p232"/>
            <p:cNvPicPr preferRelativeResize="0"/>
            <p:nvPr/>
          </p:nvPicPr>
          <p:blipFill rotWithShape="1">
            <a:blip r:embed="rId3">
              <a:alphaModFix/>
            </a:blip>
            <a:srcRect b="89070" l="46175" r="37836" t="7345"/>
            <a:stretch/>
          </p:blipFill>
          <p:spPr>
            <a:xfrm>
              <a:off x="6547904" y="1294686"/>
              <a:ext cx="657500" cy="135551"/>
            </a:xfrm>
            <a:prstGeom prst="rect">
              <a:avLst/>
            </a:prstGeom>
            <a:noFill/>
            <a:ln>
              <a:noFill/>
            </a:ln>
          </p:spPr>
        </p:pic>
        <p:pic>
          <p:nvPicPr>
            <p:cNvPr id="1651" name="Google Shape;1651;p232"/>
            <p:cNvPicPr preferRelativeResize="0"/>
            <p:nvPr/>
          </p:nvPicPr>
          <p:blipFill rotWithShape="1">
            <a:blip r:embed="rId3">
              <a:alphaModFix/>
            </a:blip>
            <a:srcRect b="89607" l="77329" r="5364" t="8241"/>
            <a:stretch/>
          </p:blipFill>
          <p:spPr>
            <a:xfrm>
              <a:off x="6507215" y="3023141"/>
              <a:ext cx="711725" cy="81351"/>
            </a:xfrm>
            <a:prstGeom prst="rect">
              <a:avLst/>
            </a:prstGeom>
            <a:noFill/>
            <a:ln>
              <a:noFill/>
            </a:ln>
          </p:spPr>
        </p:pic>
        <p:pic>
          <p:nvPicPr>
            <p:cNvPr id="1652" name="Google Shape;1652;p232"/>
            <p:cNvPicPr preferRelativeResize="0"/>
            <p:nvPr/>
          </p:nvPicPr>
          <p:blipFill rotWithShape="1">
            <a:blip r:embed="rId3">
              <a:alphaModFix/>
            </a:blip>
            <a:srcRect b="89965" l="62000" r="22011" t="7883"/>
            <a:stretch/>
          </p:blipFill>
          <p:spPr>
            <a:xfrm>
              <a:off x="6500826" y="2734612"/>
              <a:ext cx="657500" cy="81351"/>
            </a:xfrm>
            <a:prstGeom prst="rect">
              <a:avLst/>
            </a:prstGeom>
            <a:noFill/>
            <a:ln>
              <a:noFill/>
            </a:ln>
          </p:spPr>
        </p:pic>
        <p:sp>
          <p:nvSpPr>
            <p:cNvPr id="1653" name="Google Shape;1653;p232"/>
            <p:cNvSpPr/>
            <p:nvPr/>
          </p:nvSpPr>
          <p:spPr>
            <a:xfrm>
              <a:off x="3477300" y="1152325"/>
              <a:ext cx="2772300" cy="142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654" name="Google Shape;1654;p232"/>
            <p:cNvSpPr txBox="1"/>
            <p:nvPr/>
          </p:nvSpPr>
          <p:spPr>
            <a:xfrm>
              <a:off x="4762700" y="3771900"/>
              <a:ext cx="1693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Health Affairs Scholar</a:t>
              </a:r>
              <a:r>
                <a:rPr lang="en" sz="900">
                  <a:solidFill>
                    <a:schemeClr val="dk1"/>
                  </a:solidFill>
                  <a:latin typeface="Raleway"/>
                  <a:ea typeface="Raleway"/>
                  <a:cs typeface="Raleway"/>
                  <a:sym typeface="Raleway"/>
                </a:rPr>
                <a:t> 2026</a:t>
              </a:r>
              <a:endParaRPr sz="900">
                <a:solidFill>
                  <a:schemeClr val="dk1"/>
                </a:solidFill>
                <a:latin typeface="Raleway"/>
                <a:ea typeface="Raleway"/>
                <a:cs typeface="Raleway"/>
                <a:sym typeface="Raleway"/>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233"/>
          <p:cNvSpPr txBox="1"/>
          <p:nvPr/>
        </p:nvSpPr>
        <p:spPr>
          <a:xfrm>
            <a:off x="392800" y="502475"/>
            <a:ext cx="7580700" cy="8187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2400">
                <a:solidFill>
                  <a:srgbClr val="002C6B"/>
                </a:solidFill>
                <a:latin typeface="Raleway"/>
                <a:ea typeface="Raleway"/>
                <a:cs typeface="Raleway"/>
                <a:sym typeface="Raleway"/>
              </a:rPr>
              <a:t>Healthcare affordability is now the #1 concern for most (66%) of your employees</a:t>
            </a:r>
            <a:r>
              <a:rPr b="1" lang="en" sz="2400">
                <a:solidFill>
                  <a:srgbClr val="002C6B"/>
                </a:solidFill>
                <a:latin typeface="Raleway"/>
                <a:ea typeface="Raleway"/>
                <a:cs typeface="Raleway"/>
                <a:sym typeface="Raleway"/>
              </a:rPr>
              <a:t> </a:t>
            </a:r>
            <a:endParaRPr b="1" i="0" sz="2400" u="none" cap="none" strike="noStrike">
              <a:solidFill>
                <a:srgbClr val="002C6B"/>
              </a:solidFill>
              <a:latin typeface="Raleway"/>
              <a:ea typeface="Raleway"/>
              <a:cs typeface="Raleway"/>
              <a:sym typeface="Raleway"/>
            </a:endParaRPr>
          </a:p>
        </p:txBody>
      </p:sp>
      <p:pic>
        <p:nvPicPr>
          <p:cNvPr id="1660" name="Google Shape;1660;p233" title="13517021-C51F-4282-9C75-35794658A38B.jpeg"/>
          <p:cNvPicPr preferRelativeResize="0"/>
          <p:nvPr/>
        </p:nvPicPr>
        <p:blipFill rotWithShape="1">
          <a:blip r:embed="rId3">
            <a:alphaModFix/>
          </a:blip>
          <a:srcRect b="47702" l="0" r="0" t="16784"/>
          <a:stretch/>
        </p:blipFill>
        <p:spPr>
          <a:xfrm>
            <a:off x="754775" y="1831672"/>
            <a:ext cx="7634450" cy="1138750"/>
          </a:xfrm>
          <a:prstGeom prst="rect">
            <a:avLst/>
          </a:prstGeom>
          <a:noFill/>
          <a:ln>
            <a:noFill/>
          </a:ln>
        </p:spPr>
      </p:pic>
      <p:sp>
        <p:nvSpPr>
          <p:cNvPr id="1661" name="Google Shape;1661;p233"/>
          <p:cNvSpPr txBox="1"/>
          <p:nvPr/>
        </p:nvSpPr>
        <p:spPr>
          <a:xfrm>
            <a:off x="5964050" y="3139872"/>
            <a:ext cx="2388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Kaiser</a:t>
            </a:r>
            <a:r>
              <a:rPr lang="en" sz="900">
                <a:solidFill>
                  <a:schemeClr val="dk1"/>
                </a:solidFill>
                <a:latin typeface="Raleway"/>
                <a:ea typeface="Raleway"/>
                <a:cs typeface="Raleway"/>
                <a:sym typeface="Raleway"/>
              </a:rPr>
              <a:t> Family Foundation Jan 2026</a:t>
            </a:r>
            <a:endParaRPr sz="900">
              <a:solidFill>
                <a:schemeClr val="dk1"/>
              </a:solidFill>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234"/>
          <p:cNvSpPr txBox="1"/>
          <p:nvPr/>
        </p:nvSpPr>
        <p:spPr>
          <a:xfrm>
            <a:off x="530525" y="242300"/>
            <a:ext cx="7759500" cy="7410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2400">
                <a:solidFill>
                  <a:srgbClr val="002C6B"/>
                </a:solidFill>
                <a:latin typeface="Raleway"/>
                <a:ea typeface="Raleway"/>
                <a:cs typeface="Raleway"/>
                <a:sym typeface="Raleway"/>
              </a:rPr>
              <a:t>53% of employers are above or significantly </a:t>
            </a:r>
            <a:r>
              <a:rPr b="1" lang="en" sz="2400">
                <a:solidFill>
                  <a:srgbClr val="002C6B"/>
                </a:solidFill>
                <a:latin typeface="Raleway"/>
                <a:ea typeface="Raleway"/>
                <a:cs typeface="Raleway"/>
                <a:sym typeface="Raleway"/>
              </a:rPr>
              <a:t>above</a:t>
            </a:r>
            <a:r>
              <a:rPr b="1" lang="en" sz="2400">
                <a:solidFill>
                  <a:srgbClr val="002C6B"/>
                </a:solidFill>
                <a:latin typeface="Raleway"/>
                <a:ea typeface="Raleway"/>
                <a:cs typeface="Raleway"/>
                <a:sym typeface="Raleway"/>
              </a:rPr>
              <a:t> their healthcare budgets</a:t>
            </a:r>
            <a:r>
              <a:rPr lang="en" sz="2400">
                <a:solidFill>
                  <a:srgbClr val="002C6B"/>
                </a:solidFill>
                <a:latin typeface="Raleway"/>
                <a:ea typeface="Raleway"/>
                <a:cs typeface="Raleway"/>
                <a:sym typeface="Raleway"/>
              </a:rPr>
              <a:t> </a:t>
            </a:r>
            <a:endParaRPr i="0" sz="2400" u="none" cap="none" strike="noStrike">
              <a:solidFill>
                <a:srgbClr val="002C6B"/>
              </a:solidFill>
              <a:latin typeface="Raleway"/>
              <a:ea typeface="Raleway"/>
              <a:cs typeface="Raleway"/>
              <a:sym typeface="Raleway"/>
            </a:endParaRPr>
          </a:p>
        </p:txBody>
      </p:sp>
      <p:sp>
        <p:nvSpPr>
          <p:cNvPr id="1667" name="Google Shape;1667;p234"/>
          <p:cNvSpPr txBox="1"/>
          <p:nvPr/>
        </p:nvSpPr>
        <p:spPr>
          <a:xfrm>
            <a:off x="1533475" y="1652213"/>
            <a:ext cx="2871600" cy="2279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sz="1600">
                <a:solidFill>
                  <a:schemeClr val="dk1"/>
                </a:solidFill>
                <a:latin typeface="Raleway"/>
                <a:ea typeface="Raleway"/>
                <a:cs typeface="Raleway"/>
                <a:sym typeface="Raleway"/>
              </a:rPr>
              <a:t>Even after trying:</a:t>
            </a:r>
            <a:endParaRPr sz="1600">
              <a:solidFill>
                <a:schemeClr val="dk1"/>
              </a:solidFill>
              <a:latin typeface="Raleway"/>
              <a:ea typeface="Raleway"/>
              <a:cs typeface="Raleway"/>
              <a:sym typeface="Raleway"/>
            </a:endParaRPr>
          </a:p>
          <a:p>
            <a:pPr indent="-233363" lvl="0" marL="349250" marR="0" rtl="0" algn="l">
              <a:lnSpc>
                <a:spcPct val="100000"/>
              </a:lnSpc>
              <a:spcBef>
                <a:spcPts val="1200"/>
              </a:spcBef>
              <a:spcAft>
                <a:spcPts val="0"/>
              </a:spcAft>
              <a:buClr>
                <a:schemeClr val="accent1"/>
              </a:buClr>
              <a:buSzPts val="1800"/>
              <a:buFont typeface="Raleway"/>
              <a:buChar char="•"/>
            </a:pPr>
            <a:r>
              <a:rPr lang="en" sz="1600">
                <a:solidFill>
                  <a:schemeClr val="dk1"/>
                </a:solidFill>
                <a:latin typeface="Raleway"/>
                <a:ea typeface="Raleway"/>
                <a:cs typeface="Raleway"/>
                <a:sym typeface="Raleway"/>
              </a:rPr>
              <a:t>Higher Deductibles</a:t>
            </a:r>
            <a:endParaRPr sz="1600">
              <a:solidFill>
                <a:schemeClr val="dk1"/>
              </a:solidFill>
              <a:latin typeface="Raleway"/>
              <a:ea typeface="Raleway"/>
              <a:cs typeface="Raleway"/>
              <a:sym typeface="Raleway"/>
            </a:endParaRPr>
          </a:p>
          <a:p>
            <a:pPr indent="-233363" lvl="0" marL="349250" marR="0" rtl="0" algn="l">
              <a:lnSpc>
                <a:spcPct val="100000"/>
              </a:lnSpc>
              <a:spcBef>
                <a:spcPts val="600"/>
              </a:spcBef>
              <a:spcAft>
                <a:spcPts val="0"/>
              </a:spcAft>
              <a:buClr>
                <a:schemeClr val="accent1"/>
              </a:buClr>
              <a:buSzPts val="1800"/>
              <a:buFont typeface="Raleway"/>
              <a:buChar char="•"/>
            </a:pPr>
            <a:r>
              <a:rPr lang="en" sz="1600">
                <a:solidFill>
                  <a:schemeClr val="dk1"/>
                </a:solidFill>
                <a:latin typeface="Raleway"/>
                <a:ea typeface="Raleway"/>
                <a:cs typeface="Raleway"/>
                <a:sym typeface="Raleway"/>
              </a:rPr>
              <a:t>Higher Co-pays</a:t>
            </a:r>
            <a:endParaRPr sz="1600">
              <a:solidFill>
                <a:schemeClr val="dk1"/>
              </a:solidFill>
              <a:latin typeface="Raleway"/>
              <a:ea typeface="Raleway"/>
              <a:cs typeface="Raleway"/>
              <a:sym typeface="Raleway"/>
            </a:endParaRPr>
          </a:p>
          <a:p>
            <a:pPr indent="-233363" lvl="0" marL="349250" marR="0" rtl="0" algn="l">
              <a:lnSpc>
                <a:spcPct val="100000"/>
              </a:lnSpc>
              <a:spcBef>
                <a:spcPts val="600"/>
              </a:spcBef>
              <a:spcAft>
                <a:spcPts val="0"/>
              </a:spcAft>
              <a:buClr>
                <a:schemeClr val="accent1"/>
              </a:buClr>
              <a:buSzPts val="1800"/>
              <a:buFont typeface="Raleway"/>
              <a:buChar char="•"/>
            </a:pPr>
            <a:r>
              <a:rPr lang="en" sz="1600">
                <a:solidFill>
                  <a:schemeClr val="dk1"/>
                </a:solidFill>
                <a:latin typeface="Raleway"/>
                <a:ea typeface="Raleway"/>
                <a:cs typeface="Raleway"/>
                <a:sym typeface="Raleway"/>
              </a:rPr>
              <a:t>Narrower networks</a:t>
            </a:r>
            <a:endParaRPr sz="1600">
              <a:solidFill>
                <a:schemeClr val="dk1"/>
              </a:solidFill>
              <a:latin typeface="Raleway"/>
              <a:ea typeface="Raleway"/>
              <a:cs typeface="Raleway"/>
              <a:sym typeface="Raleway"/>
            </a:endParaRPr>
          </a:p>
          <a:p>
            <a:pPr indent="-233363" lvl="0" marL="349250" marR="0" rtl="0" algn="l">
              <a:lnSpc>
                <a:spcPct val="100000"/>
              </a:lnSpc>
              <a:spcBef>
                <a:spcPts val="600"/>
              </a:spcBef>
              <a:spcAft>
                <a:spcPts val="0"/>
              </a:spcAft>
              <a:buClr>
                <a:schemeClr val="accent1"/>
              </a:buClr>
              <a:buSzPts val="1800"/>
              <a:buFont typeface="Raleway"/>
              <a:buChar char="•"/>
            </a:pPr>
            <a:r>
              <a:rPr lang="en" sz="1600">
                <a:solidFill>
                  <a:schemeClr val="dk1"/>
                </a:solidFill>
                <a:latin typeface="Raleway"/>
                <a:ea typeface="Raleway"/>
                <a:cs typeface="Raleway"/>
                <a:sym typeface="Raleway"/>
              </a:rPr>
              <a:t>Restricted formularies</a:t>
            </a:r>
            <a:endParaRPr sz="1600">
              <a:solidFill>
                <a:schemeClr val="dk1"/>
              </a:solidFill>
              <a:latin typeface="Raleway"/>
              <a:ea typeface="Raleway"/>
              <a:cs typeface="Raleway"/>
              <a:sym typeface="Raleway"/>
            </a:endParaRPr>
          </a:p>
          <a:p>
            <a:pPr indent="-233363" lvl="0" marL="349250" marR="0" rtl="0" algn="l">
              <a:lnSpc>
                <a:spcPct val="100000"/>
              </a:lnSpc>
              <a:spcBef>
                <a:spcPts val="600"/>
              </a:spcBef>
              <a:spcAft>
                <a:spcPts val="0"/>
              </a:spcAft>
              <a:buClr>
                <a:schemeClr val="accent1"/>
              </a:buClr>
              <a:buSzPts val="1800"/>
              <a:buFont typeface="Raleway"/>
              <a:buChar char="•"/>
            </a:pPr>
            <a:r>
              <a:rPr lang="en" sz="1600">
                <a:solidFill>
                  <a:schemeClr val="dk1"/>
                </a:solidFill>
                <a:latin typeface="Raleway"/>
                <a:ea typeface="Raleway"/>
                <a:cs typeface="Raleway"/>
                <a:sym typeface="Raleway"/>
              </a:rPr>
              <a:t>More point solutions</a:t>
            </a:r>
            <a:endParaRPr sz="1500">
              <a:solidFill>
                <a:srgbClr val="1B366C"/>
              </a:solidFill>
              <a:latin typeface="Raleway"/>
              <a:ea typeface="Raleway"/>
              <a:cs typeface="Raleway"/>
              <a:sym typeface="Raleway"/>
            </a:endParaRPr>
          </a:p>
          <a:p>
            <a:pPr indent="0" lvl="0" marL="0" rtl="0" algn="l">
              <a:lnSpc>
                <a:spcPct val="150000"/>
              </a:lnSpc>
              <a:spcBef>
                <a:spcPts val="1200"/>
              </a:spcBef>
              <a:spcAft>
                <a:spcPts val="1200"/>
              </a:spcAft>
              <a:buNone/>
            </a:pPr>
            <a:br>
              <a:rPr lang="en" sz="1500">
                <a:solidFill>
                  <a:srgbClr val="1B366C"/>
                </a:solidFill>
                <a:latin typeface="Raleway"/>
                <a:ea typeface="Raleway"/>
                <a:cs typeface="Raleway"/>
                <a:sym typeface="Raleway"/>
              </a:rPr>
            </a:br>
            <a:endParaRPr sz="1500">
              <a:solidFill>
                <a:srgbClr val="1B366C"/>
              </a:solidFill>
              <a:latin typeface="Raleway"/>
              <a:ea typeface="Raleway"/>
              <a:cs typeface="Raleway"/>
              <a:sym typeface="Raleway"/>
            </a:endParaRPr>
          </a:p>
        </p:txBody>
      </p:sp>
      <p:sp>
        <p:nvSpPr>
          <p:cNvPr id="1668" name="Google Shape;1668;p234"/>
          <p:cNvSpPr/>
          <p:nvPr/>
        </p:nvSpPr>
        <p:spPr>
          <a:xfrm>
            <a:off x="5152300" y="1227625"/>
            <a:ext cx="2448900" cy="3129000"/>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screenshot of a graph&#10;&#10;AI-generated content may be incorrect." id="1669" name="Google Shape;1669;p234"/>
          <p:cNvPicPr preferRelativeResize="0"/>
          <p:nvPr/>
        </p:nvPicPr>
        <p:blipFill rotWithShape="1">
          <a:blip r:embed="rId3">
            <a:alphaModFix/>
          </a:blip>
          <a:srcRect b="0" l="0" r="0" t="0"/>
          <a:stretch/>
        </p:blipFill>
        <p:spPr>
          <a:xfrm>
            <a:off x="5218344" y="1249676"/>
            <a:ext cx="1669793" cy="3084777"/>
          </a:xfrm>
          <a:prstGeom prst="rect">
            <a:avLst/>
          </a:prstGeom>
          <a:noFill/>
          <a:ln>
            <a:noFill/>
          </a:ln>
        </p:spPr>
      </p:pic>
      <p:sp>
        <p:nvSpPr>
          <p:cNvPr id="1670" name="Google Shape;1670;p234"/>
          <p:cNvSpPr/>
          <p:nvPr/>
        </p:nvSpPr>
        <p:spPr>
          <a:xfrm>
            <a:off x="6197137" y="1249676"/>
            <a:ext cx="523200" cy="1505400"/>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71" name="Google Shape;1671;p234"/>
          <p:cNvSpPr txBox="1"/>
          <p:nvPr>
            <p:ph idx="1" type="body"/>
          </p:nvPr>
        </p:nvSpPr>
        <p:spPr>
          <a:xfrm>
            <a:off x="6809885" y="1439496"/>
            <a:ext cx="719100" cy="35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b="1" lang="en" sz="600">
                <a:latin typeface="Arial"/>
                <a:ea typeface="Arial"/>
                <a:cs typeface="Arial"/>
                <a:sym typeface="Arial"/>
              </a:rPr>
              <a:t>Significantly Above Budget</a:t>
            </a:r>
            <a:endParaRPr b="1" sz="600">
              <a:latin typeface="Arial"/>
              <a:ea typeface="Arial"/>
              <a:cs typeface="Arial"/>
              <a:sym typeface="Arial"/>
            </a:endParaRPr>
          </a:p>
          <a:p>
            <a:pPr indent="-228600" lvl="0" marL="457200" rtl="0" algn="l">
              <a:lnSpc>
                <a:spcPct val="100000"/>
              </a:lnSpc>
              <a:spcBef>
                <a:spcPts val="360"/>
              </a:spcBef>
              <a:spcAft>
                <a:spcPts val="0"/>
              </a:spcAft>
              <a:buSzPts val="1800"/>
              <a:buNone/>
            </a:pPr>
            <a:r>
              <a:t/>
            </a:r>
            <a:endParaRPr b="1" sz="600">
              <a:solidFill>
                <a:schemeClr val="dk1"/>
              </a:solidFill>
              <a:latin typeface="Arial"/>
              <a:ea typeface="Arial"/>
              <a:cs typeface="Arial"/>
              <a:sym typeface="Arial"/>
            </a:endParaRPr>
          </a:p>
        </p:txBody>
      </p:sp>
      <p:sp>
        <p:nvSpPr>
          <p:cNvPr id="1672" name="Google Shape;1672;p234"/>
          <p:cNvSpPr txBox="1"/>
          <p:nvPr/>
        </p:nvSpPr>
        <p:spPr>
          <a:xfrm>
            <a:off x="6809885" y="2164978"/>
            <a:ext cx="719100" cy="3513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360"/>
              </a:spcBef>
              <a:spcAft>
                <a:spcPts val="0"/>
              </a:spcAft>
              <a:buClr>
                <a:schemeClr val="accent1"/>
              </a:buClr>
              <a:buSzPts val="1800"/>
              <a:buFont typeface="Arial"/>
              <a:buNone/>
            </a:pPr>
            <a:r>
              <a:rPr b="1" i="0" lang="en" sz="600" u="none" cap="none" strike="noStrike">
                <a:solidFill>
                  <a:schemeClr val="dk1"/>
                </a:solidFill>
                <a:latin typeface="Arial"/>
                <a:ea typeface="Arial"/>
                <a:cs typeface="Arial"/>
                <a:sym typeface="Arial"/>
              </a:rPr>
              <a:t>Above Budget</a:t>
            </a:r>
            <a:endParaRPr b="1" i="0" sz="600" u="none" cap="none" strike="noStrike">
              <a:solidFill>
                <a:schemeClr val="dk1"/>
              </a:solidFill>
              <a:latin typeface="Arial"/>
              <a:ea typeface="Arial"/>
              <a:cs typeface="Arial"/>
              <a:sym typeface="Arial"/>
            </a:endParaRPr>
          </a:p>
          <a:p>
            <a:pPr indent="-228600" lvl="0" marL="457200" marR="0" rtl="0" algn="l">
              <a:lnSpc>
                <a:spcPct val="100000"/>
              </a:lnSpc>
              <a:spcBef>
                <a:spcPts val="360"/>
              </a:spcBef>
              <a:spcAft>
                <a:spcPts val="0"/>
              </a:spcAft>
              <a:buClr>
                <a:schemeClr val="accent1"/>
              </a:buClr>
              <a:buSzPts val="1800"/>
              <a:buFont typeface="Arial"/>
              <a:buNone/>
            </a:pPr>
            <a:r>
              <a:t/>
            </a:r>
            <a:endParaRPr b="1" i="0" sz="600" u="none" cap="none" strike="noStrike">
              <a:solidFill>
                <a:schemeClr val="dk1"/>
              </a:solidFill>
              <a:latin typeface="Arial"/>
              <a:ea typeface="Arial"/>
              <a:cs typeface="Arial"/>
              <a:sym typeface="Arial"/>
            </a:endParaRPr>
          </a:p>
        </p:txBody>
      </p:sp>
      <p:sp>
        <p:nvSpPr>
          <p:cNvPr id="1673" name="Google Shape;1673;p234"/>
          <p:cNvSpPr txBox="1"/>
          <p:nvPr/>
        </p:nvSpPr>
        <p:spPr>
          <a:xfrm>
            <a:off x="6809885" y="3066203"/>
            <a:ext cx="719100" cy="3513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360"/>
              </a:spcBef>
              <a:spcAft>
                <a:spcPts val="0"/>
              </a:spcAft>
              <a:buClr>
                <a:schemeClr val="accent1"/>
              </a:buClr>
              <a:buSzPts val="1800"/>
              <a:buFont typeface="Arial"/>
              <a:buNone/>
            </a:pPr>
            <a:r>
              <a:rPr b="1" i="0" lang="en" sz="600" u="none" cap="none" strike="noStrike">
                <a:solidFill>
                  <a:schemeClr val="dk1"/>
                </a:solidFill>
                <a:latin typeface="Arial"/>
                <a:ea typeface="Arial"/>
                <a:cs typeface="Arial"/>
                <a:sym typeface="Arial"/>
              </a:rPr>
              <a:t>At Budget</a:t>
            </a:r>
            <a:endParaRPr b="1" i="0" sz="600" u="none" cap="none" strike="noStrike">
              <a:solidFill>
                <a:schemeClr val="dk1"/>
              </a:solidFill>
              <a:latin typeface="Arial"/>
              <a:ea typeface="Arial"/>
              <a:cs typeface="Arial"/>
              <a:sym typeface="Arial"/>
            </a:endParaRPr>
          </a:p>
          <a:p>
            <a:pPr indent="-228600" lvl="0" marL="457200" marR="0" rtl="0" algn="l">
              <a:lnSpc>
                <a:spcPct val="100000"/>
              </a:lnSpc>
              <a:spcBef>
                <a:spcPts val="360"/>
              </a:spcBef>
              <a:spcAft>
                <a:spcPts val="0"/>
              </a:spcAft>
              <a:buClr>
                <a:schemeClr val="accent1"/>
              </a:buClr>
              <a:buSzPts val="1800"/>
              <a:buFont typeface="Arial"/>
              <a:buNone/>
            </a:pPr>
            <a:r>
              <a:t/>
            </a:r>
            <a:endParaRPr b="1" i="0" sz="600" u="none" cap="none" strike="noStrike">
              <a:solidFill>
                <a:schemeClr val="dk1"/>
              </a:solidFill>
              <a:latin typeface="Arial"/>
              <a:ea typeface="Arial"/>
              <a:cs typeface="Arial"/>
              <a:sym typeface="Arial"/>
            </a:endParaRPr>
          </a:p>
        </p:txBody>
      </p:sp>
      <p:sp>
        <p:nvSpPr>
          <p:cNvPr id="1674" name="Google Shape;1674;p234"/>
          <p:cNvSpPr txBox="1"/>
          <p:nvPr/>
        </p:nvSpPr>
        <p:spPr>
          <a:xfrm>
            <a:off x="6809885" y="3690476"/>
            <a:ext cx="719100" cy="3513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360"/>
              </a:spcBef>
              <a:spcAft>
                <a:spcPts val="0"/>
              </a:spcAft>
              <a:buClr>
                <a:schemeClr val="accent1"/>
              </a:buClr>
              <a:buSzPts val="1800"/>
              <a:buFont typeface="Arial"/>
              <a:buNone/>
            </a:pPr>
            <a:r>
              <a:rPr b="1" i="0" lang="en" sz="600" u="none" cap="none" strike="noStrike">
                <a:solidFill>
                  <a:schemeClr val="dk1"/>
                </a:solidFill>
                <a:latin typeface="Arial"/>
                <a:ea typeface="Arial"/>
                <a:cs typeface="Arial"/>
                <a:sym typeface="Arial"/>
              </a:rPr>
              <a:t>Below Budget</a:t>
            </a:r>
            <a:endParaRPr b="1" i="0" sz="600" u="none" cap="none" strike="noStrike">
              <a:solidFill>
                <a:schemeClr val="dk1"/>
              </a:solidFill>
              <a:latin typeface="Arial"/>
              <a:ea typeface="Arial"/>
              <a:cs typeface="Arial"/>
              <a:sym typeface="Arial"/>
            </a:endParaRPr>
          </a:p>
          <a:p>
            <a:pPr indent="-228600" lvl="0" marL="457200" marR="0" rtl="0" algn="l">
              <a:lnSpc>
                <a:spcPct val="100000"/>
              </a:lnSpc>
              <a:spcBef>
                <a:spcPts val="360"/>
              </a:spcBef>
              <a:spcAft>
                <a:spcPts val="0"/>
              </a:spcAft>
              <a:buClr>
                <a:schemeClr val="accent1"/>
              </a:buClr>
              <a:buSzPts val="1800"/>
              <a:buFont typeface="Arial"/>
              <a:buNone/>
            </a:pPr>
            <a:r>
              <a:t/>
            </a:r>
            <a:endParaRPr b="1" i="0" sz="600" u="none" cap="none" strike="noStrike">
              <a:solidFill>
                <a:schemeClr val="dk1"/>
              </a:solidFill>
              <a:latin typeface="Arial"/>
              <a:ea typeface="Arial"/>
              <a:cs typeface="Arial"/>
              <a:sym typeface="Arial"/>
            </a:endParaRPr>
          </a:p>
        </p:txBody>
      </p:sp>
      <p:sp>
        <p:nvSpPr>
          <p:cNvPr id="1675" name="Google Shape;1675;p234"/>
          <p:cNvSpPr txBox="1"/>
          <p:nvPr/>
        </p:nvSpPr>
        <p:spPr>
          <a:xfrm>
            <a:off x="6809885" y="3810671"/>
            <a:ext cx="719100" cy="35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360"/>
              </a:spcBef>
              <a:spcAft>
                <a:spcPts val="0"/>
              </a:spcAft>
              <a:buClr>
                <a:schemeClr val="accent1"/>
              </a:buClr>
              <a:buSzPts val="1800"/>
              <a:buFont typeface="Arial"/>
              <a:buNone/>
            </a:pPr>
            <a:r>
              <a:rPr b="1" i="0" lang="en" sz="600" u="none" cap="none" strike="noStrike">
                <a:solidFill>
                  <a:schemeClr val="dk1"/>
                </a:solidFill>
                <a:latin typeface="Arial"/>
                <a:ea typeface="Arial"/>
                <a:cs typeface="Arial"/>
                <a:sym typeface="Arial"/>
              </a:rPr>
              <a:t>Significantly Below Budget</a:t>
            </a:r>
            <a:endParaRPr b="1" i="0" sz="600" u="none" cap="none" strike="noStrike">
              <a:solidFill>
                <a:schemeClr val="dk1"/>
              </a:solidFill>
              <a:latin typeface="Arial"/>
              <a:ea typeface="Arial"/>
              <a:cs typeface="Arial"/>
              <a:sym typeface="Arial"/>
            </a:endParaRPr>
          </a:p>
          <a:p>
            <a:pPr indent="-228600" lvl="0" marL="457200" marR="0" rtl="0" algn="l">
              <a:lnSpc>
                <a:spcPct val="100000"/>
              </a:lnSpc>
              <a:spcBef>
                <a:spcPts val="360"/>
              </a:spcBef>
              <a:spcAft>
                <a:spcPts val="0"/>
              </a:spcAft>
              <a:buClr>
                <a:schemeClr val="accent1"/>
              </a:buClr>
              <a:buSzPts val="1800"/>
              <a:buFont typeface="Arial"/>
              <a:buNone/>
            </a:pPr>
            <a:r>
              <a:t/>
            </a:r>
            <a:endParaRPr b="1" i="0" sz="6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9" name="Shape 1679"/>
        <p:cNvGrpSpPr/>
        <p:nvPr/>
      </p:nvGrpSpPr>
      <p:grpSpPr>
        <a:xfrm>
          <a:off x="0" y="0"/>
          <a:ext cx="0" cy="0"/>
          <a:chOff x="0" y="0"/>
          <a:chExt cx="0" cy="0"/>
        </a:xfrm>
      </p:grpSpPr>
      <p:sp>
        <p:nvSpPr>
          <p:cNvPr id="1680" name="Google Shape;1680;p235"/>
          <p:cNvSpPr txBox="1"/>
          <p:nvPr>
            <p:ph idx="1" type="body"/>
          </p:nvPr>
        </p:nvSpPr>
        <p:spPr>
          <a:xfrm>
            <a:off x="450025" y="1843700"/>
            <a:ext cx="8084100" cy="2744400"/>
          </a:xfrm>
          <a:prstGeom prst="rect">
            <a:avLst/>
          </a:prstGeom>
          <a:noFill/>
          <a:ln>
            <a:noFill/>
          </a:ln>
        </p:spPr>
        <p:txBody>
          <a:bodyPr anchorCtr="0" anchor="t" bIns="45700" lIns="91425" spcFirstLastPara="1" rIns="91425" wrap="square" tIns="45700">
            <a:normAutofit/>
          </a:bodyPr>
          <a:lstStyle/>
          <a:p>
            <a:pPr indent="0" lvl="0" marL="0" marR="0" rtl="0" algn="ctr">
              <a:lnSpc>
                <a:spcPct val="130000"/>
              </a:lnSpc>
              <a:spcBef>
                <a:spcPts val="0"/>
              </a:spcBef>
              <a:spcAft>
                <a:spcPts val="0"/>
              </a:spcAft>
              <a:buClr>
                <a:srgbClr val="000000"/>
              </a:buClr>
              <a:buSzPts val="1260"/>
              <a:buFont typeface="Arial"/>
              <a:buNone/>
            </a:pPr>
            <a:r>
              <a:rPr lang="en" sz="2400">
                <a:solidFill>
                  <a:srgbClr val="F2F2F2"/>
                </a:solidFill>
                <a:latin typeface="Raleway"/>
                <a:ea typeface="Raleway"/>
                <a:cs typeface="Raleway"/>
                <a:sym typeface="Raleway"/>
              </a:rPr>
              <a:t>Healthcare</a:t>
            </a:r>
            <a:r>
              <a:rPr lang="en" sz="2400">
                <a:solidFill>
                  <a:srgbClr val="FFFFFF"/>
                </a:solidFill>
                <a:latin typeface="Raleway"/>
                <a:ea typeface="Raleway"/>
                <a:cs typeface="Raleway"/>
                <a:sym typeface="Raleway"/>
              </a:rPr>
              <a:t> </a:t>
            </a:r>
            <a:r>
              <a:rPr lang="en" sz="2400">
                <a:solidFill>
                  <a:srgbClr val="F2F2F2"/>
                </a:solidFill>
                <a:latin typeface="Raleway"/>
                <a:ea typeface="Raleway"/>
                <a:cs typeface="Raleway"/>
                <a:sym typeface="Raleway"/>
              </a:rPr>
              <a:t>trend is high </a:t>
            </a:r>
            <a:r>
              <a:rPr lang="en" sz="2400">
                <a:solidFill>
                  <a:srgbClr val="F6851F"/>
                </a:solidFill>
                <a:latin typeface="Raleway"/>
                <a:ea typeface="Raleway"/>
                <a:cs typeface="Raleway"/>
                <a:sym typeface="Raleway"/>
              </a:rPr>
              <a:t>&gt;9%,</a:t>
            </a:r>
            <a:r>
              <a:rPr lang="en" sz="2400">
                <a:solidFill>
                  <a:srgbClr val="F2F2F2"/>
                </a:solidFill>
                <a:latin typeface="Raleway"/>
                <a:ea typeface="Raleway"/>
                <a:cs typeface="Raleway"/>
                <a:sym typeface="Raleway"/>
              </a:rPr>
              <a:t> </a:t>
            </a:r>
            <a:endParaRPr sz="2400">
              <a:solidFill>
                <a:srgbClr val="F2F2F2"/>
              </a:solidFill>
              <a:latin typeface="Raleway"/>
              <a:ea typeface="Raleway"/>
              <a:cs typeface="Raleway"/>
              <a:sym typeface="Raleway"/>
            </a:endParaRPr>
          </a:p>
          <a:p>
            <a:pPr indent="0" lvl="0" marL="0" rtl="0" algn="ctr">
              <a:lnSpc>
                <a:spcPct val="90000"/>
              </a:lnSpc>
              <a:spcBef>
                <a:spcPts val="0"/>
              </a:spcBef>
              <a:spcAft>
                <a:spcPts val="0"/>
              </a:spcAft>
              <a:buSzPts val="3000"/>
              <a:buNone/>
            </a:pPr>
            <a:r>
              <a:rPr lang="en" sz="2400">
                <a:solidFill>
                  <a:srgbClr val="F2F2F2"/>
                </a:solidFill>
                <a:latin typeface="Raleway"/>
                <a:ea typeface="Raleway"/>
                <a:cs typeface="Raleway"/>
                <a:sym typeface="Raleway"/>
              </a:rPr>
              <a:t>Employee engagement is low </a:t>
            </a:r>
            <a:r>
              <a:rPr lang="en" sz="2400">
                <a:solidFill>
                  <a:srgbClr val="F6851F"/>
                </a:solidFill>
                <a:latin typeface="Raleway"/>
                <a:ea typeface="Raleway"/>
                <a:cs typeface="Raleway"/>
                <a:sym typeface="Raleway"/>
              </a:rPr>
              <a:t>&lt;5%</a:t>
            </a:r>
            <a:endParaRPr sz="2400">
              <a:solidFill>
                <a:srgbClr val="F6851F"/>
              </a:solidFill>
              <a:latin typeface="Raleway"/>
              <a:ea typeface="Raleway"/>
              <a:cs typeface="Raleway"/>
              <a:sym typeface="Raleway"/>
            </a:endParaRPr>
          </a:p>
        </p:txBody>
      </p:sp>
      <p:cxnSp>
        <p:nvCxnSpPr>
          <p:cNvPr id="1681" name="Google Shape;1681;p235"/>
          <p:cNvCxnSpPr/>
          <p:nvPr/>
        </p:nvCxnSpPr>
        <p:spPr>
          <a:xfrm>
            <a:off x="5544700" y="1843700"/>
            <a:ext cx="650700" cy="650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pic>
        <p:nvPicPr>
          <p:cNvPr id="1686" name="Google Shape;1686;p236"/>
          <p:cNvPicPr preferRelativeResize="0"/>
          <p:nvPr/>
        </p:nvPicPr>
        <p:blipFill rotWithShape="1">
          <a:blip r:embed="rId3">
            <a:alphaModFix/>
          </a:blip>
          <a:srcRect b="0" l="0" r="0" t="0"/>
          <a:stretch/>
        </p:blipFill>
        <p:spPr>
          <a:xfrm>
            <a:off x="4816436" y="1045228"/>
            <a:ext cx="4185347" cy="3847600"/>
          </a:xfrm>
          <a:prstGeom prst="rect">
            <a:avLst/>
          </a:prstGeom>
          <a:noFill/>
          <a:ln>
            <a:noFill/>
          </a:ln>
        </p:spPr>
      </p:pic>
      <p:sp>
        <p:nvSpPr>
          <p:cNvPr id="1687" name="Google Shape;1687;p236"/>
          <p:cNvSpPr/>
          <p:nvPr/>
        </p:nvSpPr>
        <p:spPr>
          <a:xfrm>
            <a:off x="320155" y="193694"/>
            <a:ext cx="5604000" cy="49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0366B"/>
              </a:buClr>
              <a:buSzPts val="2625"/>
              <a:buFont typeface="Arial"/>
              <a:buNone/>
            </a:pPr>
            <a:r>
              <a:rPr b="1" i="0" lang="en" sz="2400" u="none" cap="none" strike="noStrike">
                <a:solidFill>
                  <a:srgbClr val="20366B"/>
                </a:solidFill>
                <a:latin typeface="Raleway"/>
                <a:ea typeface="Raleway"/>
                <a:cs typeface="Raleway"/>
                <a:sym typeface="Raleway"/>
              </a:rPr>
              <a:t>One Comprehensive </a:t>
            </a:r>
            <a:r>
              <a:rPr b="1" i="0" lang="en" sz="2400" u="none" cap="none" strike="noStrike">
                <a:solidFill>
                  <a:srgbClr val="20366B"/>
                </a:solidFill>
                <a:latin typeface="Raleway"/>
                <a:ea typeface="Raleway"/>
                <a:cs typeface="Raleway"/>
                <a:sym typeface="Raleway"/>
              </a:rPr>
              <a:t>Platform</a:t>
            </a:r>
            <a:endParaRPr b="1" i="0" sz="2400" u="none" cap="none" strike="noStrike">
              <a:solidFill>
                <a:srgbClr val="000000"/>
              </a:solidFill>
              <a:latin typeface="Raleway"/>
              <a:ea typeface="Raleway"/>
              <a:cs typeface="Raleway"/>
              <a:sym typeface="Raleway"/>
            </a:endParaRPr>
          </a:p>
        </p:txBody>
      </p:sp>
      <p:sp>
        <p:nvSpPr>
          <p:cNvPr id="1688" name="Google Shape;1688;p236"/>
          <p:cNvSpPr/>
          <p:nvPr/>
        </p:nvSpPr>
        <p:spPr>
          <a:xfrm>
            <a:off x="774245" y="4542302"/>
            <a:ext cx="27537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0366B"/>
              </a:buClr>
              <a:buSzPts val="1200"/>
              <a:buFont typeface="Arial"/>
              <a:buNone/>
            </a:pPr>
            <a:r>
              <a:rPr b="0" i="0" lang="en" sz="1200" u="none" cap="none" strike="noStrike">
                <a:solidFill>
                  <a:srgbClr val="20366B"/>
                </a:solidFill>
                <a:latin typeface="Raleway"/>
                <a:ea typeface="Raleway"/>
                <a:cs typeface="Raleway"/>
                <a:sym typeface="Raleway"/>
              </a:rPr>
              <a:t>Rapid Deployment: 30-90 days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20366B"/>
              </a:buClr>
              <a:buSzPts val="1200"/>
              <a:buFont typeface="Arial"/>
              <a:buNone/>
            </a:pPr>
            <a:r>
              <a:rPr b="0" i="0" lang="en" sz="1200" u="none" cap="none" strike="noStrike">
                <a:solidFill>
                  <a:srgbClr val="20366B"/>
                </a:solidFill>
                <a:latin typeface="Raleway"/>
                <a:ea typeface="Raleway"/>
                <a:cs typeface="Raleway"/>
                <a:sym typeface="Raleway"/>
              </a:rPr>
              <a:t>Easy to Change: 10-30 days</a:t>
            </a:r>
            <a:endParaRPr b="0" i="0" sz="1400" u="none" cap="none" strike="noStrike">
              <a:solidFill>
                <a:srgbClr val="000000"/>
              </a:solidFill>
              <a:latin typeface="Arial"/>
              <a:ea typeface="Arial"/>
              <a:cs typeface="Arial"/>
              <a:sym typeface="Arial"/>
            </a:endParaRPr>
          </a:p>
        </p:txBody>
      </p:sp>
      <p:pic>
        <p:nvPicPr>
          <p:cNvPr id="1689" name="Google Shape;1689;p236"/>
          <p:cNvPicPr preferRelativeResize="0"/>
          <p:nvPr/>
        </p:nvPicPr>
        <p:blipFill rotWithShape="1">
          <a:blip r:embed="rId4">
            <a:alphaModFix/>
          </a:blip>
          <a:srcRect b="0" l="0" r="0" t="0"/>
          <a:stretch/>
        </p:blipFill>
        <p:spPr>
          <a:xfrm>
            <a:off x="-137799" y="683664"/>
            <a:ext cx="4618138" cy="4041863"/>
          </a:xfrm>
          <a:prstGeom prst="rect">
            <a:avLst/>
          </a:prstGeom>
          <a:noFill/>
          <a:ln>
            <a:noFill/>
          </a:ln>
        </p:spPr>
      </p:pic>
      <p:pic>
        <p:nvPicPr>
          <p:cNvPr id="1690" name="Google Shape;1690;p236"/>
          <p:cNvPicPr preferRelativeResize="0"/>
          <p:nvPr/>
        </p:nvPicPr>
        <p:blipFill rotWithShape="1">
          <a:blip r:embed="rId5">
            <a:alphaModFix/>
          </a:blip>
          <a:srcRect b="0" l="0" r="0" t="0"/>
          <a:stretch/>
        </p:blipFill>
        <p:spPr>
          <a:xfrm>
            <a:off x="2023912" y="1848207"/>
            <a:ext cx="271741" cy="271741"/>
          </a:xfrm>
          <a:prstGeom prst="rect">
            <a:avLst/>
          </a:prstGeom>
          <a:noFill/>
          <a:ln>
            <a:noFill/>
          </a:ln>
        </p:spPr>
      </p:pic>
      <p:pic>
        <p:nvPicPr>
          <p:cNvPr id="1691" name="Google Shape;1691;p236"/>
          <p:cNvPicPr preferRelativeResize="0"/>
          <p:nvPr/>
        </p:nvPicPr>
        <p:blipFill rotWithShape="1">
          <a:blip r:embed="rId6">
            <a:alphaModFix/>
          </a:blip>
          <a:srcRect b="0" l="0" r="0" t="0"/>
          <a:stretch/>
        </p:blipFill>
        <p:spPr>
          <a:xfrm>
            <a:off x="2756066" y="2258528"/>
            <a:ext cx="229268" cy="229268"/>
          </a:xfrm>
          <a:prstGeom prst="rect">
            <a:avLst/>
          </a:prstGeom>
          <a:noFill/>
          <a:ln>
            <a:noFill/>
          </a:ln>
        </p:spPr>
      </p:pic>
      <p:pic>
        <p:nvPicPr>
          <p:cNvPr id="1692" name="Google Shape;1692;p236"/>
          <p:cNvPicPr preferRelativeResize="0"/>
          <p:nvPr/>
        </p:nvPicPr>
        <p:blipFill rotWithShape="1">
          <a:blip r:embed="rId7">
            <a:alphaModFix/>
          </a:blip>
          <a:srcRect b="0" l="0" r="0" t="0"/>
          <a:stretch/>
        </p:blipFill>
        <p:spPr>
          <a:xfrm>
            <a:off x="2658723" y="3118032"/>
            <a:ext cx="304757" cy="304757"/>
          </a:xfrm>
          <a:prstGeom prst="rect">
            <a:avLst/>
          </a:prstGeom>
          <a:noFill/>
          <a:ln>
            <a:noFill/>
          </a:ln>
        </p:spPr>
      </p:pic>
      <p:pic>
        <p:nvPicPr>
          <p:cNvPr id="1693" name="Google Shape;1693;p236"/>
          <p:cNvPicPr preferRelativeResize="0"/>
          <p:nvPr/>
        </p:nvPicPr>
        <p:blipFill rotWithShape="1">
          <a:blip r:embed="rId8">
            <a:alphaModFix/>
          </a:blip>
          <a:srcRect b="0" l="0" r="0" t="0"/>
          <a:stretch/>
        </p:blipFill>
        <p:spPr>
          <a:xfrm>
            <a:off x="1979286" y="3037508"/>
            <a:ext cx="352266" cy="352266"/>
          </a:xfrm>
          <a:prstGeom prst="rect">
            <a:avLst/>
          </a:prstGeom>
          <a:noFill/>
          <a:ln>
            <a:noFill/>
          </a:ln>
        </p:spPr>
      </p:pic>
      <p:pic>
        <p:nvPicPr>
          <p:cNvPr id="1694" name="Google Shape;1694;p236"/>
          <p:cNvPicPr preferRelativeResize="0"/>
          <p:nvPr/>
        </p:nvPicPr>
        <p:blipFill rotWithShape="1">
          <a:blip r:embed="rId9">
            <a:alphaModFix/>
          </a:blip>
          <a:srcRect b="0" l="0" r="0" t="0"/>
          <a:stretch/>
        </p:blipFill>
        <p:spPr>
          <a:xfrm>
            <a:off x="1283687" y="3011130"/>
            <a:ext cx="300043" cy="300043"/>
          </a:xfrm>
          <a:prstGeom prst="rect">
            <a:avLst/>
          </a:prstGeom>
          <a:noFill/>
          <a:ln>
            <a:noFill/>
          </a:ln>
        </p:spPr>
      </p:pic>
      <p:pic>
        <p:nvPicPr>
          <p:cNvPr id="1695" name="Google Shape;1695;p236"/>
          <p:cNvPicPr preferRelativeResize="0"/>
          <p:nvPr/>
        </p:nvPicPr>
        <p:blipFill rotWithShape="1">
          <a:blip r:embed="rId10">
            <a:alphaModFix/>
          </a:blip>
          <a:srcRect b="0" l="0" r="0" t="0"/>
          <a:stretch/>
        </p:blipFill>
        <p:spPr>
          <a:xfrm>
            <a:off x="1266868" y="2262825"/>
            <a:ext cx="271741" cy="271741"/>
          </a:xfrm>
          <a:prstGeom prst="rect">
            <a:avLst/>
          </a:prstGeom>
          <a:noFill/>
          <a:ln>
            <a:noFill/>
          </a:ln>
        </p:spPr>
      </p:pic>
      <p:sp>
        <p:nvSpPr>
          <p:cNvPr id="1696" name="Google Shape;1696;p236"/>
          <p:cNvSpPr/>
          <p:nvPr/>
        </p:nvSpPr>
        <p:spPr>
          <a:xfrm>
            <a:off x="1673124" y="1581613"/>
            <a:ext cx="973200" cy="43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50"/>
              <a:buFont typeface="Arial"/>
              <a:buNone/>
            </a:pPr>
            <a:r>
              <a:rPr i="0" lang="en" sz="650" u="none" cap="none" strike="noStrike">
                <a:solidFill>
                  <a:srgbClr val="FFFFFF"/>
                </a:solidFill>
                <a:latin typeface="Raleway Medium"/>
                <a:ea typeface="Raleway Medium"/>
                <a:cs typeface="Raleway Medium"/>
                <a:sym typeface="Raleway Medium"/>
              </a:rPr>
              <a:t>Communication</a:t>
            </a:r>
            <a:r>
              <a:rPr lang="en" sz="650">
                <a:solidFill>
                  <a:srgbClr val="FFFFFF"/>
                </a:solidFill>
                <a:latin typeface="Raleway Medium"/>
                <a:ea typeface="Raleway Medium"/>
                <a:cs typeface="Raleway Medium"/>
                <a:sym typeface="Raleway Medium"/>
              </a:rPr>
              <a:t>s </a:t>
            </a:r>
            <a:r>
              <a:rPr i="0" lang="en" sz="650" u="none" cap="none" strike="noStrike">
                <a:solidFill>
                  <a:srgbClr val="FFFFFF"/>
                </a:solidFill>
                <a:latin typeface="Raleway Medium"/>
                <a:ea typeface="Raleway Medium"/>
                <a:cs typeface="Raleway Medium"/>
                <a:sym typeface="Raleway Medium"/>
              </a:rPr>
              <a:t>/</a:t>
            </a:r>
            <a:endParaRPr i="0" sz="1300" u="none" cap="none" strike="noStrike">
              <a:solidFill>
                <a:srgbClr val="000000"/>
              </a:solidFill>
              <a:latin typeface="Raleway"/>
              <a:ea typeface="Raleway"/>
              <a:cs typeface="Raleway"/>
              <a:sym typeface="Raleway"/>
            </a:endParaRPr>
          </a:p>
          <a:p>
            <a:pPr indent="0" lvl="0" marL="0" marR="0" rtl="0" algn="ctr">
              <a:lnSpc>
                <a:spcPct val="100000"/>
              </a:lnSpc>
              <a:spcBef>
                <a:spcPts val="0"/>
              </a:spcBef>
              <a:spcAft>
                <a:spcPts val="0"/>
              </a:spcAft>
              <a:buClr>
                <a:srgbClr val="FFFFFF"/>
              </a:buClr>
              <a:buSzPts val="750"/>
              <a:buFont typeface="Arial"/>
              <a:buNone/>
            </a:pPr>
            <a:r>
              <a:rPr i="0" lang="en" sz="650" u="none" cap="none" strike="noStrike">
                <a:solidFill>
                  <a:srgbClr val="FFFFFF"/>
                </a:solidFill>
                <a:latin typeface="Raleway Medium"/>
                <a:ea typeface="Raleway Medium"/>
                <a:cs typeface="Raleway Medium"/>
                <a:sym typeface="Raleway Medium"/>
              </a:rPr>
              <a:t>Reminders</a:t>
            </a:r>
            <a:endParaRPr i="0" sz="1300" u="none" cap="none" strike="noStrike">
              <a:solidFill>
                <a:srgbClr val="000000"/>
              </a:solidFill>
              <a:latin typeface="Raleway"/>
              <a:ea typeface="Raleway"/>
              <a:cs typeface="Raleway"/>
              <a:sym typeface="Raleway"/>
            </a:endParaRPr>
          </a:p>
        </p:txBody>
      </p:sp>
      <p:sp>
        <p:nvSpPr>
          <p:cNvPr id="1697" name="Google Shape;1697;p236"/>
          <p:cNvSpPr/>
          <p:nvPr/>
        </p:nvSpPr>
        <p:spPr>
          <a:xfrm>
            <a:off x="2482107" y="2069675"/>
            <a:ext cx="755100" cy="32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50"/>
              <a:buFont typeface="Arial"/>
              <a:buNone/>
            </a:pPr>
            <a:r>
              <a:rPr i="0" lang="en" sz="650" u="none" cap="none" strike="noStrike">
                <a:solidFill>
                  <a:srgbClr val="FFFFFF"/>
                </a:solidFill>
                <a:latin typeface="Raleway Medium"/>
                <a:ea typeface="Raleway Medium"/>
                <a:cs typeface="Raleway Medium"/>
                <a:sym typeface="Raleway Medium"/>
              </a:rPr>
              <a:t>Challenges</a:t>
            </a:r>
            <a:endParaRPr i="0" sz="1300" u="none" cap="none" strike="noStrike">
              <a:solidFill>
                <a:srgbClr val="000000"/>
              </a:solidFill>
              <a:latin typeface="Raleway"/>
              <a:ea typeface="Raleway"/>
              <a:cs typeface="Raleway"/>
              <a:sym typeface="Raleway"/>
            </a:endParaRPr>
          </a:p>
        </p:txBody>
      </p:sp>
      <p:sp>
        <p:nvSpPr>
          <p:cNvPr id="1698" name="Google Shape;1698;p236"/>
          <p:cNvSpPr/>
          <p:nvPr/>
        </p:nvSpPr>
        <p:spPr>
          <a:xfrm>
            <a:off x="2423098" y="2799218"/>
            <a:ext cx="839400" cy="43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Personalized</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Digital</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Coaching</a:t>
            </a:r>
            <a:endParaRPr b="0" i="0" sz="1300" u="none" cap="none" strike="noStrike">
              <a:solidFill>
                <a:srgbClr val="000000"/>
              </a:solidFill>
              <a:latin typeface="Arial"/>
              <a:ea typeface="Arial"/>
              <a:cs typeface="Arial"/>
              <a:sym typeface="Arial"/>
            </a:endParaRPr>
          </a:p>
        </p:txBody>
      </p:sp>
      <p:sp>
        <p:nvSpPr>
          <p:cNvPr id="1699" name="Google Shape;1699;p236"/>
          <p:cNvSpPr/>
          <p:nvPr/>
        </p:nvSpPr>
        <p:spPr>
          <a:xfrm>
            <a:off x="1809726" y="3292618"/>
            <a:ext cx="681000" cy="43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Holistic </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Wellbeing</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Programs</a:t>
            </a:r>
            <a:endParaRPr b="0" i="0" sz="1300" u="none" cap="none" strike="noStrike">
              <a:solidFill>
                <a:srgbClr val="000000"/>
              </a:solidFill>
              <a:latin typeface="Arial"/>
              <a:ea typeface="Arial"/>
              <a:cs typeface="Arial"/>
              <a:sym typeface="Arial"/>
            </a:endParaRPr>
          </a:p>
        </p:txBody>
      </p:sp>
      <p:sp>
        <p:nvSpPr>
          <p:cNvPr id="1700" name="Google Shape;1700;p236"/>
          <p:cNvSpPr/>
          <p:nvPr/>
        </p:nvSpPr>
        <p:spPr>
          <a:xfrm>
            <a:off x="1051796" y="2762096"/>
            <a:ext cx="681000" cy="32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Digital </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Care Paths</a:t>
            </a:r>
            <a:endParaRPr b="0" i="0" sz="1300" u="none" cap="none" strike="noStrike">
              <a:solidFill>
                <a:srgbClr val="000000"/>
              </a:solidFill>
              <a:latin typeface="Arial"/>
              <a:ea typeface="Arial"/>
              <a:cs typeface="Arial"/>
              <a:sym typeface="Arial"/>
            </a:endParaRPr>
          </a:p>
        </p:txBody>
      </p:sp>
      <p:sp>
        <p:nvSpPr>
          <p:cNvPr id="1701" name="Google Shape;1701;p236"/>
          <p:cNvSpPr/>
          <p:nvPr/>
        </p:nvSpPr>
        <p:spPr>
          <a:xfrm>
            <a:off x="1043955" y="2001982"/>
            <a:ext cx="793500" cy="32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Incentives /</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750"/>
              <a:buFont typeface="Arial"/>
              <a:buNone/>
            </a:pPr>
            <a:r>
              <a:rPr b="0" i="0" lang="en" sz="650" u="none" cap="none" strike="noStrike">
                <a:solidFill>
                  <a:srgbClr val="FFFFFF"/>
                </a:solidFill>
                <a:latin typeface="Raleway Medium"/>
                <a:ea typeface="Raleway Medium"/>
                <a:cs typeface="Raleway Medium"/>
                <a:sym typeface="Raleway Medium"/>
              </a:rPr>
              <a:t>Marketplace</a:t>
            </a:r>
            <a:endParaRPr b="0" i="0" sz="1300" u="none" cap="none" strike="noStrike">
              <a:solidFill>
                <a:srgbClr val="000000"/>
              </a:solidFill>
              <a:latin typeface="Arial"/>
              <a:ea typeface="Arial"/>
              <a:cs typeface="Arial"/>
              <a:sym typeface="Arial"/>
            </a:endParaRPr>
          </a:p>
        </p:txBody>
      </p:sp>
      <p:pic>
        <p:nvPicPr>
          <p:cNvPr descr="A blue and purple letters&#10;&#10;AI-generated content may be incorrect." id="1702" name="Google Shape;1702;p236"/>
          <p:cNvPicPr preferRelativeResize="0"/>
          <p:nvPr/>
        </p:nvPicPr>
        <p:blipFill rotWithShape="1">
          <a:blip r:embed="rId11">
            <a:alphaModFix/>
          </a:blip>
          <a:srcRect b="0" l="0" r="0" t="0"/>
          <a:stretch/>
        </p:blipFill>
        <p:spPr>
          <a:xfrm>
            <a:off x="1732745" y="2392775"/>
            <a:ext cx="877050" cy="438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237"/>
          <p:cNvSpPr txBox="1"/>
          <p:nvPr>
            <p:ph type="title"/>
          </p:nvPr>
        </p:nvSpPr>
        <p:spPr>
          <a:xfrm>
            <a:off x="269067" y="-31213"/>
            <a:ext cx="7886700" cy="993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 sz="2000">
                <a:latin typeface="Raleway"/>
                <a:ea typeface="Raleway"/>
                <a:cs typeface="Raleway"/>
                <a:sym typeface="Raleway"/>
              </a:rPr>
              <a:t>AI-powered LLMs: </a:t>
            </a:r>
            <a:br>
              <a:rPr lang="en" sz="2000">
                <a:latin typeface="Raleway"/>
                <a:ea typeface="Raleway"/>
                <a:cs typeface="Raleway"/>
                <a:sym typeface="Raleway"/>
              </a:rPr>
            </a:br>
            <a:r>
              <a:rPr lang="en" sz="2000">
                <a:latin typeface="Raleway Medium"/>
                <a:ea typeface="Raleway Medium"/>
                <a:cs typeface="Raleway Medium"/>
                <a:sym typeface="Raleway Medium"/>
              </a:rPr>
              <a:t>The New Front Door to Health Information</a:t>
            </a:r>
            <a:endParaRPr/>
          </a:p>
        </p:txBody>
      </p:sp>
      <p:pic>
        <p:nvPicPr>
          <p:cNvPr id="1708" name="Google Shape;1708;p237"/>
          <p:cNvPicPr preferRelativeResize="0"/>
          <p:nvPr/>
        </p:nvPicPr>
        <p:blipFill rotWithShape="1">
          <a:blip r:embed="rId3">
            <a:alphaModFix/>
          </a:blip>
          <a:srcRect b="0" l="0" r="0" t="0"/>
          <a:stretch/>
        </p:blipFill>
        <p:spPr>
          <a:xfrm>
            <a:off x="5750288" y="2012492"/>
            <a:ext cx="3393712" cy="3131008"/>
          </a:xfrm>
          <a:prstGeom prst="rect">
            <a:avLst/>
          </a:prstGeom>
          <a:noFill/>
          <a:ln>
            <a:noFill/>
          </a:ln>
        </p:spPr>
      </p:pic>
      <p:pic>
        <p:nvPicPr>
          <p:cNvPr id="1709" name="Google Shape;1709;p237"/>
          <p:cNvPicPr preferRelativeResize="0"/>
          <p:nvPr/>
        </p:nvPicPr>
        <p:blipFill rotWithShape="1">
          <a:blip r:embed="rId4">
            <a:alphaModFix/>
          </a:blip>
          <a:srcRect b="0" l="0" r="0" t="0"/>
          <a:stretch/>
        </p:blipFill>
        <p:spPr>
          <a:xfrm>
            <a:off x="3427529" y="1179972"/>
            <a:ext cx="6010409" cy="4008261"/>
          </a:xfrm>
          <a:prstGeom prst="rect">
            <a:avLst/>
          </a:prstGeom>
          <a:noFill/>
          <a:ln>
            <a:noFill/>
          </a:ln>
        </p:spPr>
      </p:pic>
      <p:sp>
        <p:nvSpPr>
          <p:cNvPr id="1710" name="Google Shape;1710;p237"/>
          <p:cNvSpPr/>
          <p:nvPr/>
        </p:nvSpPr>
        <p:spPr>
          <a:xfrm rot="10800000">
            <a:off x="404541" y="2098808"/>
            <a:ext cx="2428200" cy="2412600"/>
          </a:xfrm>
          <a:prstGeom prst="round2SameRect">
            <a:avLst>
              <a:gd fmla="val 8556" name="adj1"/>
              <a:gd fmla="val 0" name="adj2"/>
            </a:avLst>
          </a:prstGeom>
          <a:noFill/>
          <a:ln cap="flat" cmpd="sng" w="25400">
            <a:solidFill>
              <a:srgbClr val="04A0B7"/>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1" name="Google Shape;1711;p237"/>
          <p:cNvSpPr/>
          <p:nvPr/>
        </p:nvSpPr>
        <p:spPr>
          <a:xfrm rot="10800000">
            <a:off x="3160651" y="2098755"/>
            <a:ext cx="2543400" cy="2392800"/>
          </a:xfrm>
          <a:prstGeom prst="round2SameRect">
            <a:avLst>
              <a:gd fmla="val 8556" name="adj1"/>
              <a:gd fmla="val 0" name="adj2"/>
            </a:avLst>
          </a:prstGeom>
          <a:noFill/>
          <a:ln cap="flat" cmpd="sng" w="25400">
            <a:solidFill>
              <a:srgbClr val="04A0B7"/>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2" name="Google Shape;1712;p237"/>
          <p:cNvSpPr/>
          <p:nvPr/>
        </p:nvSpPr>
        <p:spPr>
          <a:xfrm>
            <a:off x="378926" y="1782315"/>
            <a:ext cx="2453700" cy="400500"/>
          </a:xfrm>
          <a:prstGeom prst="round2SameRect">
            <a:avLst>
              <a:gd fmla="val 50000" name="adj1"/>
              <a:gd fmla="val 0" name="adj2"/>
            </a:avLst>
          </a:prstGeom>
          <a:solidFill>
            <a:srgbClr val="04A0B7"/>
          </a:solidFill>
          <a:ln>
            <a:noFill/>
          </a:ln>
        </p:spPr>
        <p:txBody>
          <a:bodyPr anchorCtr="0" anchor="t" bIns="60950" lIns="121900" spcFirstLastPara="1" rIns="121900" wrap="square" tIns="6095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1713" name="Google Shape;1713;p237"/>
          <p:cNvSpPr/>
          <p:nvPr/>
        </p:nvSpPr>
        <p:spPr>
          <a:xfrm>
            <a:off x="3133590" y="1753315"/>
            <a:ext cx="2628300" cy="446700"/>
          </a:xfrm>
          <a:prstGeom prst="round2SameRect">
            <a:avLst>
              <a:gd fmla="val 50000" name="adj1"/>
              <a:gd fmla="val 0" name="adj2"/>
            </a:avLst>
          </a:prstGeom>
          <a:solidFill>
            <a:srgbClr val="04A0B7"/>
          </a:solidFill>
          <a:ln>
            <a:noFill/>
          </a:ln>
        </p:spPr>
        <p:txBody>
          <a:bodyPr anchorCtr="0" anchor="t" bIns="60950" lIns="121900" spcFirstLastPara="1" rIns="121900" wrap="square" tIns="6095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1714" name="Google Shape;1714;p237"/>
          <p:cNvSpPr/>
          <p:nvPr/>
        </p:nvSpPr>
        <p:spPr>
          <a:xfrm>
            <a:off x="197191" y="2376658"/>
            <a:ext cx="1854300" cy="446700"/>
          </a:xfrm>
          <a:prstGeom prst="roundRect">
            <a:avLst>
              <a:gd fmla="val 50000" name="adj"/>
            </a:avLst>
          </a:prstGeom>
          <a:solidFill>
            <a:srgbClr val="0F497F"/>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5" name="Google Shape;1715;p237"/>
          <p:cNvSpPr/>
          <p:nvPr/>
        </p:nvSpPr>
        <p:spPr>
          <a:xfrm>
            <a:off x="2970494" y="2391565"/>
            <a:ext cx="1803000" cy="446700"/>
          </a:xfrm>
          <a:prstGeom prst="roundRect">
            <a:avLst>
              <a:gd fmla="val 50000" name="adj"/>
            </a:avLst>
          </a:prstGeom>
          <a:solidFill>
            <a:srgbClr val="0F497F"/>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6" name="Google Shape;1716;p237"/>
          <p:cNvSpPr/>
          <p:nvPr/>
        </p:nvSpPr>
        <p:spPr>
          <a:xfrm>
            <a:off x="214970" y="2369337"/>
            <a:ext cx="458400" cy="443100"/>
          </a:xfrm>
          <a:prstGeom prst="ellipse">
            <a:avLst/>
          </a:prstGeom>
          <a:solidFill>
            <a:srgbClr val="FFFFFF"/>
          </a:solidFill>
          <a:ln cap="flat" cmpd="sng" w="25400">
            <a:solidFill>
              <a:srgbClr val="B8C8CA"/>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7" name="Google Shape;1717;p237"/>
          <p:cNvSpPr/>
          <p:nvPr/>
        </p:nvSpPr>
        <p:spPr>
          <a:xfrm>
            <a:off x="2970493" y="2389606"/>
            <a:ext cx="458400" cy="443100"/>
          </a:xfrm>
          <a:prstGeom prst="ellipse">
            <a:avLst/>
          </a:prstGeom>
          <a:solidFill>
            <a:srgbClr val="FFFFFF"/>
          </a:solidFill>
          <a:ln cap="flat" cmpd="sng" w="25400">
            <a:solidFill>
              <a:srgbClr val="B8C8CA"/>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8" name="Google Shape;1718;p237"/>
          <p:cNvSpPr txBox="1"/>
          <p:nvPr/>
        </p:nvSpPr>
        <p:spPr>
          <a:xfrm>
            <a:off x="558180" y="961846"/>
            <a:ext cx="6222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Raleway Medium"/>
                <a:ea typeface="Raleway Medium"/>
                <a:cs typeface="Raleway Medium"/>
                <a:sym typeface="Raleway Medium"/>
              </a:rPr>
              <a:t>                 people a day turn to ChatGPT for health questions -  </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Raleway Medium"/>
                <a:ea typeface="Raleway Medium"/>
                <a:cs typeface="Raleway Medium"/>
                <a:sym typeface="Raleway Medium"/>
              </a:rPr>
              <a:t>                 largely driven by the need for accessibility and affordability.</a:t>
            </a:r>
            <a:endParaRPr/>
          </a:p>
        </p:txBody>
      </p:sp>
      <p:sp>
        <p:nvSpPr>
          <p:cNvPr id="1719" name="Google Shape;1719;p237"/>
          <p:cNvSpPr txBox="1"/>
          <p:nvPr/>
        </p:nvSpPr>
        <p:spPr>
          <a:xfrm>
            <a:off x="1039125" y="1862803"/>
            <a:ext cx="10407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500" u="none" cap="none" strike="noStrike">
                <a:solidFill>
                  <a:srgbClr val="FFFFFF"/>
                </a:solidFill>
                <a:latin typeface="Raleway"/>
                <a:ea typeface="Raleway"/>
                <a:cs typeface="Raleway"/>
                <a:sym typeface="Raleway"/>
              </a:rPr>
              <a:t>Chat GPT</a:t>
            </a:r>
            <a:endParaRPr/>
          </a:p>
        </p:txBody>
      </p:sp>
      <p:pic>
        <p:nvPicPr>
          <p:cNvPr id="1720" name="Google Shape;1720;p237"/>
          <p:cNvPicPr preferRelativeResize="0"/>
          <p:nvPr/>
        </p:nvPicPr>
        <p:blipFill rotWithShape="1">
          <a:blip r:embed="rId5">
            <a:alphaModFix/>
          </a:blip>
          <a:srcRect b="0" l="0" r="0" t="0"/>
          <a:stretch/>
        </p:blipFill>
        <p:spPr>
          <a:xfrm>
            <a:off x="3492940" y="1818835"/>
            <a:ext cx="1760674" cy="354823"/>
          </a:xfrm>
          <a:prstGeom prst="rect">
            <a:avLst/>
          </a:prstGeom>
          <a:noFill/>
          <a:ln>
            <a:noFill/>
          </a:ln>
        </p:spPr>
      </p:pic>
      <p:sp>
        <p:nvSpPr>
          <p:cNvPr id="1721" name="Google Shape;1721;p237"/>
          <p:cNvSpPr txBox="1"/>
          <p:nvPr/>
        </p:nvSpPr>
        <p:spPr>
          <a:xfrm>
            <a:off x="634926" y="2447937"/>
            <a:ext cx="13740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none" cap="none" strike="noStrike">
                <a:solidFill>
                  <a:srgbClr val="FFFFFF"/>
                </a:solidFill>
                <a:latin typeface="Raleway"/>
                <a:ea typeface="Raleway"/>
                <a:cs typeface="Raleway"/>
                <a:sym typeface="Raleway"/>
              </a:rPr>
              <a:t>Generic content</a:t>
            </a:r>
            <a:endParaRPr/>
          </a:p>
        </p:txBody>
      </p:sp>
      <p:sp>
        <p:nvSpPr>
          <p:cNvPr id="1722" name="Google Shape;1722;p237"/>
          <p:cNvSpPr txBox="1"/>
          <p:nvPr/>
        </p:nvSpPr>
        <p:spPr>
          <a:xfrm>
            <a:off x="3417457" y="2465433"/>
            <a:ext cx="1138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none" cap="none" strike="noStrike">
                <a:solidFill>
                  <a:srgbClr val="FFFFFF"/>
                </a:solidFill>
                <a:latin typeface="Raleway"/>
                <a:ea typeface="Raleway"/>
                <a:cs typeface="Raleway"/>
                <a:sym typeface="Raleway"/>
              </a:rPr>
              <a:t>Personalized</a:t>
            </a:r>
            <a:endParaRPr/>
          </a:p>
        </p:txBody>
      </p:sp>
      <p:pic>
        <p:nvPicPr>
          <p:cNvPr descr="Icon&#10;&#10;Description automatically generated" id="1723" name="Google Shape;1723;p237"/>
          <p:cNvPicPr preferRelativeResize="0"/>
          <p:nvPr/>
        </p:nvPicPr>
        <p:blipFill rotWithShape="1">
          <a:blip r:embed="rId6">
            <a:alphaModFix/>
          </a:blip>
          <a:srcRect b="0" l="0" r="0" t="0"/>
          <a:stretch/>
        </p:blipFill>
        <p:spPr>
          <a:xfrm>
            <a:off x="327797" y="2477967"/>
            <a:ext cx="230383" cy="233900"/>
          </a:xfrm>
          <a:prstGeom prst="rect">
            <a:avLst/>
          </a:prstGeom>
          <a:noFill/>
          <a:ln>
            <a:noFill/>
          </a:ln>
        </p:spPr>
      </p:pic>
      <p:pic>
        <p:nvPicPr>
          <p:cNvPr descr="A blue line drawing of a person's face&#10;&#10;Description automatically generated" id="1724" name="Google Shape;1724;p237"/>
          <p:cNvPicPr preferRelativeResize="0"/>
          <p:nvPr/>
        </p:nvPicPr>
        <p:blipFill rotWithShape="1">
          <a:blip r:embed="rId7">
            <a:alphaModFix/>
          </a:blip>
          <a:srcRect b="0" l="0" r="0" t="0"/>
          <a:stretch/>
        </p:blipFill>
        <p:spPr>
          <a:xfrm>
            <a:off x="3073666" y="2494426"/>
            <a:ext cx="226931" cy="226931"/>
          </a:xfrm>
          <a:prstGeom prst="rect">
            <a:avLst/>
          </a:prstGeom>
          <a:noFill/>
          <a:ln>
            <a:noFill/>
          </a:ln>
        </p:spPr>
      </p:pic>
      <p:sp>
        <p:nvSpPr>
          <p:cNvPr id="1725" name="Google Shape;1725;p237"/>
          <p:cNvSpPr txBox="1"/>
          <p:nvPr/>
        </p:nvSpPr>
        <p:spPr>
          <a:xfrm>
            <a:off x="533305" y="2960784"/>
            <a:ext cx="1967100" cy="1323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Generic tips</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Internet scraping</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No health data integration</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Long-form responses</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Generic safety filters</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No clinical methodologies</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Broad, generalized domain</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General guidance</a:t>
            </a:r>
            <a:endParaRPr/>
          </a:p>
        </p:txBody>
      </p:sp>
      <p:sp>
        <p:nvSpPr>
          <p:cNvPr id="1726" name="Google Shape;1726;p237"/>
          <p:cNvSpPr txBox="1"/>
          <p:nvPr/>
        </p:nvSpPr>
        <p:spPr>
          <a:xfrm>
            <a:off x="3193428" y="2919294"/>
            <a:ext cx="2510700" cy="1323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Personalized, user specific</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Evidence-based, clinical</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Health data integration</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Bite-size, easy steps</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Crisis routing and vetted scripts</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Motivational Interviewing</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Specialized agents by topic</a:t>
            </a:r>
            <a:endParaRPr/>
          </a:p>
          <a:p>
            <a:pPr indent="-171450" lvl="0" marL="171450" marR="0" rtl="0" algn="l">
              <a:lnSpc>
                <a:spcPct val="100000"/>
              </a:lnSpc>
              <a:spcBef>
                <a:spcPts val="0"/>
              </a:spcBef>
              <a:spcAft>
                <a:spcPts val="0"/>
              </a:spcAft>
              <a:buClr>
                <a:srgbClr val="000000"/>
              </a:buClr>
              <a:buSzPts val="1000"/>
              <a:buFont typeface="Noto Sans Symbols"/>
              <a:buChar char="▪"/>
            </a:pPr>
            <a:r>
              <a:rPr b="0" i="0" lang="en" sz="1000" u="none" cap="none" strike="noStrike">
                <a:solidFill>
                  <a:srgbClr val="000000"/>
                </a:solidFill>
                <a:latin typeface="Raleway Medium"/>
                <a:ea typeface="Raleway Medium"/>
                <a:cs typeface="Raleway Medium"/>
                <a:sym typeface="Raleway Medium"/>
              </a:rPr>
              <a:t>Designed for measurable outcomes</a:t>
            </a:r>
            <a:endParaRPr/>
          </a:p>
        </p:txBody>
      </p:sp>
      <p:pic>
        <p:nvPicPr>
          <p:cNvPr id="1727" name="Google Shape;1727;p237"/>
          <p:cNvPicPr preferRelativeResize="0"/>
          <p:nvPr/>
        </p:nvPicPr>
        <p:blipFill rotWithShape="1">
          <a:blip r:embed="rId8">
            <a:alphaModFix/>
          </a:blip>
          <a:srcRect b="0" l="0" r="0" t="0"/>
          <a:stretch/>
        </p:blipFill>
        <p:spPr>
          <a:xfrm>
            <a:off x="8155767" y="0"/>
            <a:ext cx="659244" cy="727656"/>
          </a:xfrm>
          <a:prstGeom prst="rect">
            <a:avLst/>
          </a:prstGeom>
          <a:noFill/>
          <a:ln>
            <a:noFill/>
          </a:ln>
        </p:spPr>
      </p:pic>
      <p:sp>
        <p:nvSpPr>
          <p:cNvPr id="1728" name="Google Shape;1728;p237"/>
          <p:cNvSpPr txBox="1"/>
          <p:nvPr/>
        </p:nvSpPr>
        <p:spPr>
          <a:xfrm>
            <a:off x="197191" y="847498"/>
            <a:ext cx="1752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4000" u="none" cap="none" strike="noStrike">
                <a:solidFill>
                  <a:srgbClr val="52A045"/>
                </a:solidFill>
                <a:latin typeface="Raleway"/>
                <a:ea typeface="Raleway"/>
                <a:cs typeface="Raleway"/>
                <a:sym typeface="Raleway"/>
              </a:rPr>
              <a:t>40M</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pic>
        <p:nvPicPr>
          <p:cNvPr id="1734" name="Google Shape;1734;p238"/>
          <p:cNvPicPr preferRelativeResize="0"/>
          <p:nvPr/>
        </p:nvPicPr>
        <p:blipFill rotWithShape="1">
          <a:blip r:embed="rId3">
            <a:alphaModFix/>
          </a:blip>
          <a:srcRect b="0" l="0" r="0" t="0"/>
          <a:stretch/>
        </p:blipFill>
        <p:spPr>
          <a:xfrm>
            <a:off x="5391472" y="335"/>
            <a:ext cx="3778027" cy="5142830"/>
          </a:xfrm>
          <a:prstGeom prst="rect">
            <a:avLst/>
          </a:prstGeom>
          <a:noFill/>
          <a:ln>
            <a:noFill/>
          </a:ln>
        </p:spPr>
      </p:pic>
      <p:sp>
        <p:nvSpPr>
          <p:cNvPr id="1735" name="Google Shape;1735;p238"/>
          <p:cNvSpPr txBox="1"/>
          <p:nvPr>
            <p:ph type="title"/>
          </p:nvPr>
        </p:nvSpPr>
        <p:spPr>
          <a:xfrm>
            <a:off x="356936" y="256965"/>
            <a:ext cx="7885800" cy="561300"/>
          </a:xfrm>
          <a:prstGeom prst="rect">
            <a:avLst/>
          </a:prstGeom>
          <a:noFill/>
          <a:ln>
            <a:noFill/>
          </a:ln>
        </p:spPr>
        <p:txBody>
          <a:bodyPr anchorCtr="0" anchor="b" bIns="34250" lIns="68550" spcFirstLastPara="1" rIns="68550" wrap="square" tIns="34250">
            <a:noAutofit/>
          </a:bodyPr>
          <a:lstStyle/>
          <a:p>
            <a:pPr indent="0" lvl="0" marL="0" rtl="0" algn="l">
              <a:lnSpc>
                <a:spcPct val="90000"/>
              </a:lnSpc>
              <a:spcBef>
                <a:spcPts val="0"/>
              </a:spcBef>
              <a:spcAft>
                <a:spcPts val="0"/>
              </a:spcAft>
              <a:buClr>
                <a:srgbClr val="002C6B"/>
              </a:buClr>
              <a:buSzPts val="990"/>
              <a:buFont typeface="Raleway"/>
              <a:buNone/>
            </a:pPr>
            <a:r>
              <a:rPr b="1" lang="en" sz="2400">
                <a:solidFill>
                  <a:srgbClr val="002C6B"/>
                </a:solidFill>
                <a:latin typeface="Raleway"/>
                <a:ea typeface="Raleway"/>
                <a:cs typeface="Raleway"/>
                <a:sym typeface="Raleway"/>
              </a:rPr>
              <a:t>Who we are</a:t>
            </a:r>
            <a:endParaRPr sz="2400"/>
          </a:p>
        </p:txBody>
      </p:sp>
      <p:pic>
        <p:nvPicPr>
          <p:cNvPr id="1736" name="Google Shape;1736;p238"/>
          <p:cNvPicPr preferRelativeResize="0"/>
          <p:nvPr/>
        </p:nvPicPr>
        <p:blipFill rotWithShape="1">
          <a:blip r:embed="rId4">
            <a:alphaModFix/>
          </a:blip>
          <a:srcRect b="0" l="0" r="0" t="0"/>
          <a:stretch/>
        </p:blipFill>
        <p:spPr>
          <a:xfrm>
            <a:off x="7663331" y="1122408"/>
            <a:ext cx="1462054" cy="3168774"/>
          </a:xfrm>
          <a:prstGeom prst="rect">
            <a:avLst/>
          </a:prstGeom>
          <a:noFill/>
          <a:ln>
            <a:noFill/>
          </a:ln>
        </p:spPr>
      </p:pic>
      <p:sp>
        <p:nvSpPr>
          <p:cNvPr id="1737" name="Google Shape;1737;p238"/>
          <p:cNvSpPr txBox="1"/>
          <p:nvPr/>
        </p:nvSpPr>
        <p:spPr>
          <a:xfrm>
            <a:off x="7663330" y="1691182"/>
            <a:ext cx="1354800" cy="78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4499"/>
              <a:buFont typeface="Arial"/>
              <a:buNone/>
            </a:pPr>
            <a:r>
              <a:rPr b="0" i="0" lang="en" sz="4499" u="none" cap="none" strike="noStrike">
                <a:solidFill>
                  <a:srgbClr val="FFFFFF"/>
                </a:solidFill>
                <a:latin typeface="Raleway"/>
                <a:ea typeface="Raleway"/>
                <a:cs typeface="Raleway"/>
                <a:sym typeface="Raleway"/>
              </a:rPr>
              <a:t>95K </a:t>
            </a:r>
            <a:endParaRPr b="0" i="0" sz="1400" u="none" cap="none" strike="noStrike">
              <a:solidFill>
                <a:srgbClr val="000000"/>
              </a:solidFill>
              <a:latin typeface="Arial"/>
              <a:ea typeface="Arial"/>
              <a:cs typeface="Arial"/>
              <a:sym typeface="Arial"/>
            </a:endParaRPr>
          </a:p>
        </p:txBody>
      </p:sp>
      <p:sp>
        <p:nvSpPr>
          <p:cNvPr id="1738" name="Google Shape;1738;p238"/>
          <p:cNvSpPr txBox="1"/>
          <p:nvPr/>
        </p:nvSpPr>
        <p:spPr>
          <a:xfrm>
            <a:off x="7666759" y="536750"/>
            <a:ext cx="1210500" cy="78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4499"/>
              <a:buFont typeface="Arial"/>
              <a:buNone/>
            </a:pPr>
            <a:r>
              <a:rPr b="0" i="0" lang="en" sz="4499" u="none" cap="none" strike="noStrike">
                <a:solidFill>
                  <a:srgbClr val="FFFFFF"/>
                </a:solidFill>
                <a:latin typeface="Raleway"/>
                <a:ea typeface="Raleway"/>
                <a:cs typeface="Raleway"/>
                <a:sym typeface="Raleway"/>
              </a:rPr>
              <a:t>6m </a:t>
            </a:r>
            <a:endParaRPr b="0" i="0" sz="1400" u="none" cap="none" strike="noStrike">
              <a:solidFill>
                <a:srgbClr val="000000"/>
              </a:solidFill>
              <a:latin typeface="Arial"/>
              <a:ea typeface="Arial"/>
              <a:cs typeface="Arial"/>
              <a:sym typeface="Arial"/>
            </a:endParaRPr>
          </a:p>
        </p:txBody>
      </p:sp>
      <p:sp>
        <p:nvSpPr>
          <p:cNvPr id="1739" name="Google Shape;1739;p238"/>
          <p:cNvSpPr txBox="1"/>
          <p:nvPr/>
        </p:nvSpPr>
        <p:spPr>
          <a:xfrm>
            <a:off x="7756556" y="2355370"/>
            <a:ext cx="10407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350"/>
              <a:buFont typeface="Arial"/>
              <a:buNone/>
            </a:pPr>
            <a:r>
              <a:rPr b="0" i="0" lang="en" sz="1350" u="none" cap="none" strike="noStrike">
                <a:solidFill>
                  <a:srgbClr val="FFFFFF"/>
                </a:solidFill>
                <a:latin typeface="Raleway"/>
                <a:ea typeface="Raleway"/>
                <a:cs typeface="Raleway"/>
                <a:sym typeface="Raleway"/>
              </a:rPr>
              <a:t>employers</a:t>
            </a:r>
            <a:endParaRPr b="0" i="0" sz="1400" u="none" cap="none" strike="noStrike">
              <a:solidFill>
                <a:srgbClr val="000000"/>
              </a:solidFill>
              <a:latin typeface="Arial"/>
              <a:ea typeface="Arial"/>
              <a:cs typeface="Arial"/>
              <a:sym typeface="Arial"/>
            </a:endParaRPr>
          </a:p>
        </p:txBody>
      </p:sp>
      <p:sp>
        <p:nvSpPr>
          <p:cNvPr id="1740" name="Google Shape;1740;p238"/>
          <p:cNvSpPr txBox="1"/>
          <p:nvPr/>
        </p:nvSpPr>
        <p:spPr>
          <a:xfrm>
            <a:off x="7974136" y="1174655"/>
            <a:ext cx="6159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350"/>
              <a:buFont typeface="Arial"/>
              <a:buNone/>
            </a:pPr>
            <a:r>
              <a:rPr b="0" i="0" lang="en" sz="1350" u="none" cap="none" strike="noStrike">
                <a:solidFill>
                  <a:srgbClr val="FFFFFF"/>
                </a:solidFill>
                <a:latin typeface="Raleway"/>
                <a:ea typeface="Raleway"/>
                <a:cs typeface="Raleway"/>
                <a:sym typeface="Raleway"/>
              </a:rPr>
              <a:t>users</a:t>
            </a:r>
            <a:endParaRPr b="0" i="0" sz="1400" u="none" cap="none" strike="noStrike">
              <a:solidFill>
                <a:srgbClr val="000000"/>
              </a:solidFill>
              <a:latin typeface="Arial"/>
              <a:ea typeface="Arial"/>
              <a:cs typeface="Arial"/>
              <a:sym typeface="Arial"/>
            </a:endParaRPr>
          </a:p>
        </p:txBody>
      </p:sp>
      <p:cxnSp>
        <p:nvCxnSpPr>
          <p:cNvPr id="1741" name="Google Shape;1741;p238"/>
          <p:cNvCxnSpPr/>
          <p:nvPr/>
        </p:nvCxnSpPr>
        <p:spPr>
          <a:xfrm>
            <a:off x="7724520" y="1558349"/>
            <a:ext cx="1111200" cy="600"/>
          </a:xfrm>
          <a:prstGeom prst="straightConnector1">
            <a:avLst/>
          </a:prstGeom>
          <a:noFill/>
          <a:ln cap="flat" cmpd="sng" w="9525">
            <a:solidFill>
              <a:schemeClr val="lt1"/>
            </a:solidFill>
            <a:prstDash val="solid"/>
            <a:miter lim="800000"/>
            <a:headEnd len="sm" w="sm" type="none"/>
            <a:tailEnd len="sm" w="sm" type="none"/>
          </a:ln>
        </p:spPr>
      </p:cxnSp>
      <p:cxnSp>
        <p:nvCxnSpPr>
          <p:cNvPr id="1742" name="Google Shape;1742;p238"/>
          <p:cNvCxnSpPr/>
          <p:nvPr/>
        </p:nvCxnSpPr>
        <p:spPr>
          <a:xfrm>
            <a:off x="7724520" y="2824487"/>
            <a:ext cx="1133700" cy="0"/>
          </a:xfrm>
          <a:prstGeom prst="straightConnector1">
            <a:avLst/>
          </a:prstGeom>
          <a:noFill/>
          <a:ln cap="flat" cmpd="sng" w="9525">
            <a:solidFill>
              <a:schemeClr val="lt1"/>
            </a:solidFill>
            <a:prstDash val="solid"/>
            <a:miter lim="800000"/>
            <a:headEnd len="sm" w="sm" type="none"/>
            <a:tailEnd len="sm" w="sm" type="none"/>
          </a:ln>
        </p:spPr>
      </p:cxnSp>
      <p:pic>
        <p:nvPicPr>
          <p:cNvPr id="1743" name="Google Shape;1743;p238"/>
          <p:cNvPicPr preferRelativeResize="0"/>
          <p:nvPr/>
        </p:nvPicPr>
        <p:blipFill rotWithShape="1">
          <a:blip r:embed="rId5">
            <a:alphaModFix/>
          </a:blip>
          <a:srcRect b="0" l="0" r="0" t="0"/>
          <a:stretch/>
        </p:blipFill>
        <p:spPr>
          <a:xfrm>
            <a:off x="5574854" y="1174656"/>
            <a:ext cx="1805266" cy="3122804"/>
          </a:xfrm>
          <a:prstGeom prst="rect">
            <a:avLst/>
          </a:prstGeom>
          <a:noFill/>
          <a:ln>
            <a:noFill/>
          </a:ln>
        </p:spPr>
      </p:pic>
      <p:pic>
        <p:nvPicPr>
          <p:cNvPr id="1744" name="Google Shape;1744;p238"/>
          <p:cNvPicPr preferRelativeResize="0"/>
          <p:nvPr/>
        </p:nvPicPr>
        <p:blipFill rotWithShape="1">
          <a:blip r:embed="rId6">
            <a:alphaModFix/>
          </a:blip>
          <a:srcRect b="0" l="0" r="0" t="0"/>
          <a:stretch/>
        </p:blipFill>
        <p:spPr>
          <a:xfrm>
            <a:off x="-946194" y="-1125446"/>
            <a:ext cx="45719" cy="45720"/>
          </a:xfrm>
          <a:prstGeom prst="rect">
            <a:avLst/>
          </a:prstGeom>
          <a:noFill/>
          <a:ln>
            <a:noFill/>
          </a:ln>
        </p:spPr>
      </p:pic>
      <p:grpSp>
        <p:nvGrpSpPr>
          <p:cNvPr id="1745" name="Google Shape;1745;p238"/>
          <p:cNvGrpSpPr/>
          <p:nvPr/>
        </p:nvGrpSpPr>
        <p:grpSpPr>
          <a:xfrm>
            <a:off x="712104" y="1140882"/>
            <a:ext cx="4181924" cy="949274"/>
            <a:chOff x="642410" y="1222943"/>
            <a:chExt cx="4181924" cy="949274"/>
          </a:xfrm>
        </p:grpSpPr>
        <p:pic>
          <p:nvPicPr>
            <p:cNvPr descr="Alight - Gatepoint Research" id="1746" name="Google Shape;1746;p238"/>
            <p:cNvPicPr preferRelativeResize="0"/>
            <p:nvPr/>
          </p:nvPicPr>
          <p:blipFill rotWithShape="1">
            <a:blip r:embed="rId7">
              <a:alphaModFix/>
            </a:blip>
            <a:srcRect b="10945" l="22851" r="24498" t="0"/>
            <a:stretch/>
          </p:blipFill>
          <p:spPr>
            <a:xfrm>
              <a:off x="1926611" y="1254542"/>
              <a:ext cx="985778" cy="333461"/>
            </a:xfrm>
            <a:prstGeom prst="rect">
              <a:avLst/>
            </a:prstGeom>
            <a:noFill/>
            <a:ln>
              <a:noFill/>
            </a:ln>
          </p:spPr>
        </p:pic>
        <p:pic>
          <p:nvPicPr>
            <p:cNvPr id="1747" name="Google Shape;1747;p238"/>
            <p:cNvPicPr preferRelativeResize="0"/>
            <p:nvPr/>
          </p:nvPicPr>
          <p:blipFill rotWithShape="1">
            <a:blip r:embed="rId8">
              <a:alphaModFix/>
            </a:blip>
            <a:srcRect b="0" l="0" r="0" t="0"/>
            <a:stretch/>
          </p:blipFill>
          <p:spPr>
            <a:xfrm>
              <a:off x="688257" y="1222943"/>
              <a:ext cx="1028567" cy="396659"/>
            </a:xfrm>
            <a:prstGeom prst="rect">
              <a:avLst/>
            </a:prstGeom>
            <a:noFill/>
            <a:ln>
              <a:noFill/>
            </a:ln>
          </p:spPr>
        </p:pic>
        <p:pic>
          <p:nvPicPr>
            <p:cNvPr descr="bswift Documentation And Training Solutions - Providence Technology  Solutions" id="1748" name="Google Shape;1748;p238"/>
            <p:cNvPicPr preferRelativeResize="0"/>
            <p:nvPr/>
          </p:nvPicPr>
          <p:blipFill rotWithShape="1">
            <a:blip r:embed="rId9">
              <a:alphaModFix/>
            </a:blip>
            <a:srcRect b="0" l="0" r="0" t="0"/>
            <a:stretch/>
          </p:blipFill>
          <p:spPr>
            <a:xfrm>
              <a:off x="3122177" y="1283277"/>
              <a:ext cx="752699" cy="275990"/>
            </a:xfrm>
            <a:prstGeom prst="rect">
              <a:avLst/>
            </a:prstGeom>
            <a:noFill/>
            <a:ln>
              <a:noFill/>
            </a:ln>
          </p:spPr>
        </p:pic>
        <p:pic>
          <p:nvPicPr>
            <p:cNvPr descr="Lockton Companies - Wikipedia" id="1749" name="Google Shape;1749;p238"/>
            <p:cNvPicPr preferRelativeResize="0"/>
            <p:nvPr/>
          </p:nvPicPr>
          <p:blipFill rotWithShape="1">
            <a:blip r:embed="rId10">
              <a:alphaModFix/>
            </a:blip>
            <a:srcRect b="0" l="0" r="0" t="0"/>
            <a:stretch/>
          </p:blipFill>
          <p:spPr>
            <a:xfrm>
              <a:off x="1781320" y="1738762"/>
              <a:ext cx="795813" cy="359783"/>
            </a:xfrm>
            <a:prstGeom prst="rect">
              <a:avLst/>
            </a:prstGeom>
            <a:noFill/>
            <a:ln>
              <a:noFill/>
            </a:ln>
          </p:spPr>
        </p:pic>
        <p:pic>
          <p:nvPicPr>
            <p:cNvPr descr="Insurance, Risk Management, Employee Benefits, Consulting" id="1750" name="Google Shape;1750;p238"/>
            <p:cNvPicPr preferRelativeResize="0"/>
            <p:nvPr/>
          </p:nvPicPr>
          <p:blipFill rotWithShape="1">
            <a:blip r:embed="rId11">
              <a:alphaModFix/>
            </a:blip>
            <a:srcRect b="0" l="0" r="0" t="0"/>
            <a:stretch/>
          </p:blipFill>
          <p:spPr>
            <a:xfrm>
              <a:off x="3950154" y="1817136"/>
              <a:ext cx="874180" cy="203035"/>
            </a:xfrm>
            <a:prstGeom prst="rect">
              <a:avLst/>
            </a:prstGeom>
            <a:noFill/>
            <a:ln>
              <a:noFill/>
            </a:ln>
          </p:spPr>
        </p:pic>
        <p:pic>
          <p:nvPicPr>
            <p:cNvPr id="1751" name="Google Shape;1751;p238"/>
            <p:cNvPicPr preferRelativeResize="0"/>
            <p:nvPr/>
          </p:nvPicPr>
          <p:blipFill rotWithShape="1">
            <a:blip r:embed="rId12">
              <a:alphaModFix/>
            </a:blip>
            <a:srcRect b="0" l="0" r="0" t="0"/>
            <a:stretch/>
          </p:blipFill>
          <p:spPr>
            <a:xfrm>
              <a:off x="642410" y="1665090"/>
              <a:ext cx="901558" cy="507127"/>
            </a:xfrm>
            <a:prstGeom prst="rect">
              <a:avLst/>
            </a:prstGeom>
            <a:noFill/>
            <a:ln>
              <a:noFill/>
            </a:ln>
          </p:spPr>
        </p:pic>
        <p:pic>
          <p:nvPicPr>
            <p:cNvPr id="1752" name="Google Shape;1752;p238"/>
            <p:cNvPicPr preferRelativeResize="0"/>
            <p:nvPr/>
          </p:nvPicPr>
          <p:blipFill rotWithShape="1">
            <a:blip r:embed="rId6">
              <a:alphaModFix/>
            </a:blip>
            <a:srcRect b="0" l="0" r="0" t="0"/>
            <a:stretch/>
          </p:blipFill>
          <p:spPr>
            <a:xfrm>
              <a:off x="4084664" y="1288572"/>
              <a:ext cx="699638" cy="265402"/>
            </a:xfrm>
            <a:prstGeom prst="rect">
              <a:avLst/>
            </a:prstGeom>
            <a:noFill/>
            <a:ln>
              <a:noFill/>
            </a:ln>
          </p:spPr>
        </p:pic>
        <p:pic>
          <p:nvPicPr>
            <p:cNvPr descr="Marsh to help clients access ILS capital with new ..." id="1753" name="Google Shape;1753;p238"/>
            <p:cNvPicPr preferRelativeResize="0"/>
            <p:nvPr/>
          </p:nvPicPr>
          <p:blipFill rotWithShape="1">
            <a:blip r:embed="rId13">
              <a:alphaModFix/>
            </a:blip>
            <a:srcRect b="0" l="0" r="0" t="0"/>
            <a:stretch/>
          </p:blipFill>
          <p:spPr>
            <a:xfrm>
              <a:off x="2814484" y="1670914"/>
              <a:ext cx="898319" cy="495478"/>
            </a:xfrm>
            <a:prstGeom prst="rect">
              <a:avLst/>
            </a:prstGeom>
            <a:noFill/>
            <a:ln>
              <a:noFill/>
            </a:ln>
          </p:spPr>
        </p:pic>
      </p:grpSp>
      <p:grpSp>
        <p:nvGrpSpPr>
          <p:cNvPr id="1754" name="Google Shape;1754;p238"/>
          <p:cNvGrpSpPr/>
          <p:nvPr/>
        </p:nvGrpSpPr>
        <p:grpSpPr>
          <a:xfrm>
            <a:off x="738716" y="2059072"/>
            <a:ext cx="4128701" cy="2850659"/>
            <a:chOff x="738716" y="2141133"/>
            <a:chExt cx="4128701" cy="2850659"/>
          </a:xfrm>
        </p:grpSpPr>
        <p:pic>
          <p:nvPicPr>
            <p:cNvPr descr="Download Allstate Logo in SVG Vector or PNG File Format ..." id="1755" name="Google Shape;1755;p238"/>
            <p:cNvPicPr preferRelativeResize="0"/>
            <p:nvPr/>
          </p:nvPicPr>
          <p:blipFill rotWithShape="1">
            <a:blip r:embed="rId14">
              <a:alphaModFix/>
            </a:blip>
            <a:srcRect b="0" l="0" r="0" t="0"/>
            <a:stretch/>
          </p:blipFill>
          <p:spPr>
            <a:xfrm>
              <a:off x="3385927" y="2141133"/>
              <a:ext cx="1410900" cy="940599"/>
            </a:xfrm>
            <a:prstGeom prst="rect">
              <a:avLst/>
            </a:prstGeom>
            <a:noFill/>
            <a:ln>
              <a:noFill/>
            </a:ln>
          </p:spPr>
        </p:pic>
        <p:pic>
          <p:nvPicPr>
            <p:cNvPr descr="A close up of a logo&#10;&#10;Description automatically generated" id="1756" name="Google Shape;1756;p238"/>
            <p:cNvPicPr preferRelativeResize="0"/>
            <p:nvPr/>
          </p:nvPicPr>
          <p:blipFill rotWithShape="1">
            <a:blip r:embed="rId15">
              <a:alphaModFix/>
            </a:blip>
            <a:srcRect b="0" l="0" r="0" t="0"/>
            <a:stretch/>
          </p:blipFill>
          <p:spPr>
            <a:xfrm>
              <a:off x="738716" y="2473438"/>
              <a:ext cx="1112182" cy="275989"/>
            </a:xfrm>
            <a:prstGeom prst="rect">
              <a:avLst/>
            </a:prstGeom>
            <a:noFill/>
            <a:ln>
              <a:noFill/>
            </a:ln>
          </p:spPr>
        </p:pic>
        <p:pic>
          <p:nvPicPr>
            <p:cNvPr id="1757" name="Google Shape;1757;p238"/>
            <p:cNvPicPr preferRelativeResize="0"/>
            <p:nvPr/>
          </p:nvPicPr>
          <p:blipFill rotWithShape="1">
            <a:blip r:embed="rId16">
              <a:alphaModFix/>
            </a:blip>
            <a:srcRect b="0" l="0" r="0" t="0"/>
            <a:stretch/>
          </p:blipFill>
          <p:spPr>
            <a:xfrm>
              <a:off x="853933" y="2961545"/>
              <a:ext cx="721576" cy="160350"/>
            </a:xfrm>
            <a:prstGeom prst="rect">
              <a:avLst/>
            </a:prstGeom>
            <a:noFill/>
            <a:ln>
              <a:noFill/>
            </a:ln>
          </p:spPr>
        </p:pic>
        <p:pic>
          <p:nvPicPr>
            <p:cNvPr descr="New Macy&amp;amp;#39;s logo commits a huge type design sin | Creative Bloq" id="1758" name="Google Shape;1758;p238"/>
            <p:cNvPicPr preferRelativeResize="0"/>
            <p:nvPr/>
          </p:nvPicPr>
          <p:blipFill rotWithShape="1">
            <a:blip r:embed="rId17">
              <a:alphaModFix/>
            </a:blip>
            <a:srcRect b="0" l="0" r="0" t="0"/>
            <a:stretch/>
          </p:blipFill>
          <p:spPr>
            <a:xfrm>
              <a:off x="2154899" y="2477328"/>
              <a:ext cx="927027" cy="268209"/>
            </a:xfrm>
            <a:prstGeom prst="rect">
              <a:avLst/>
            </a:prstGeom>
            <a:noFill/>
            <a:ln>
              <a:noFill/>
            </a:ln>
          </p:spPr>
        </p:pic>
        <p:pic>
          <p:nvPicPr>
            <p:cNvPr descr="Ernst &amp; Young - Wikipedia" id="1759" name="Google Shape;1759;p238"/>
            <p:cNvPicPr preferRelativeResize="0"/>
            <p:nvPr/>
          </p:nvPicPr>
          <p:blipFill rotWithShape="1">
            <a:blip r:embed="rId18">
              <a:alphaModFix/>
            </a:blip>
            <a:srcRect b="0" l="0" r="0" t="0"/>
            <a:stretch/>
          </p:blipFill>
          <p:spPr>
            <a:xfrm>
              <a:off x="2245246" y="3336095"/>
              <a:ext cx="350198" cy="350198"/>
            </a:xfrm>
            <a:prstGeom prst="rect">
              <a:avLst/>
            </a:prstGeom>
            <a:noFill/>
            <a:ln>
              <a:noFill/>
            </a:ln>
          </p:spPr>
        </p:pic>
        <p:pic>
          <p:nvPicPr>
            <p:cNvPr id="1760" name="Google Shape;1760;p238"/>
            <p:cNvPicPr preferRelativeResize="0"/>
            <p:nvPr/>
          </p:nvPicPr>
          <p:blipFill rotWithShape="1">
            <a:blip r:embed="rId19">
              <a:alphaModFix/>
            </a:blip>
            <a:srcRect b="0" l="0" r="0" t="0"/>
            <a:stretch/>
          </p:blipFill>
          <p:spPr>
            <a:xfrm>
              <a:off x="3739561" y="3464369"/>
              <a:ext cx="770381" cy="316579"/>
            </a:xfrm>
            <a:prstGeom prst="rect">
              <a:avLst/>
            </a:prstGeom>
            <a:noFill/>
            <a:ln>
              <a:noFill/>
            </a:ln>
          </p:spPr>
        </p:pic>
        <p:pic>
          <p:nvPicPr>
            <p:cNvPr descr="Media Assets" id="1761" name="Google Shape;1761;p238"/>
            <p:cNvPicPr preferRelativeResize="0"/>
            <p:nvPr/>
          </p:nvPicPr>
          <p:blipFill rotWithShape="1">
            <a:blip r:embed="rId20">
              <a:alphaModFix/>
            </a:blip>
            <a:srcRect b="28458" l="9395" r="9895" t="30111"/>
            <a:stretch/>
          </p:blipFill>
          <p:spPr>
            <a:xfrm>
              <a:off x="872834" y="3475301"/>
              <a:ext cx="841586" cy="289055"/>
            </a:xfrm>
            <a:prstGeom prst="rect">
              <a:avLst/>
            </a:prstGeom>
            <a:noFill/>
            <a:ln>
              <a:noFill/>
            </a:ln>
          </p:spPr>
        </p:pic>
        <p:pic>
          <p:nvPicPr>
            <p:cNvPr descr="RTX Corporation - Wikipedia" id="1762" name="Google Shape;1762;p238"/>
            <p:cNvPicPr preferRelativeResize="0"/>
            <p:nvPr/>
          </p:nvPicPr>
          <p:blipFill rotWithShape="1">
            <a:blip r:embed="rId21">
              <a:alphaModFix/>
            </a:blip>
            <a:srcRect b="0" l="0" r="0" t="0"/>
            <a:stretch/>
          </p:blipFill>
          <p:spPr>
            <a:xfrm>
              <a:off x="2899787" y="4060034"/>
              <a:ext cx="872894" cy="335172"/>
            </a:xfrm>
            <a:prstGeom prst="rect">
              <a:avLst/>
            </a:prstGeom>
            <a:noFill/>
            <a:ln>
              <a:noFill/>
            </a:ln>
          </p:spPr>
        </p:pic>
        <p:pic>
          <p:nvPicPr>
            <p:cNvPr descr="Kelly Services United States | Temporary Staffing ..." id="1763" name="Google Shape;1763;p238"/>
            <p:cNvPicPr preferRelativeResize="0"/>
            <p:nvPr/>
          </p:nvPicPr>
          <p:blipFill rotWithShape="1">
            <a:blip r:embed="rId22">
              <a:alphaModFix/>
            </a:blip>
            <a:srcRect b="0" l="0" r="0" t="0"/>
            <a:stretch/>
          </p:blipFill>
          <p:spPr>
            <a:xfrm>
              <a:off x="2899788" y="4602084"/>
              <a:ext cx="505780" cy="241219"/>
            </a:xfrm>
            <a:prstGeom prst="rect">
              <a:avLst/>
            </a:prstGeom>
            <a:noFill/>
            <a:ln>
              <a:noFill/>
            </a:ln>
          </p:spPr>
        </p:pic>
        <p:pic>
          <p:nvPicPr>
            <p:cNvPr descr="AAA logo and symbol, meaning, history, PNG, brand" id="1764" name="Google Shape;1764;p238"/>
            <p:cNvPicPr preferRelativeResize="0"/>
            <p:nvPr/>
          </p:nvPicPr>
          <p:blipFill rotWithShape="1">
            <a:blip r:embed="rId23">
              <a:alphaModFix/>
            </a:blip>
            <a:srcRect b="0" l="0" r="0" t="0"/>
            <a:stretch/>
          </p:blipFill>
          <p:spPr>
            <a:xfrm>
              <a:off x="2053791" y="4032579"/>
              <a:ext cx="640497" cy="390081"/>
            </a:xfrm>
            <a:prstGeom prst="rect">
              <a:avLst/>
            </a:prstGeom>
            <a:noFill/>
            <a:ln>
              <a:noFill/>
            </a:ln>
          </p:spPr>
        </p:pic>
        <p:pic>
          <p:nvPicPr>
            <p:cNvPr id="1765" name="Google Shape;1765;p238"/>
            <p:cNvPicPr preferRelativeResize="0"/>
            <p:nvPr/>
          </p:nvPicPr>
          <p:blipFill rotWithShape="1">
            <a:blip r:embed="rId24">
              <a:alphaModFix/>
            </a:blip>
            <a:srcRect b="0" l="0" r="0" t="0"/>
            <a:stretch/>
          </p:blipFill>
          <p:spPr>
            <a:xfrm>
              <a:off x="2158749" y="2936469"/>
              <a:ext cx="1297419" cy="205875"/>
            </a:xfrm>
            <a:prstGeom prst="rect">
              <a:avLst/>
            </a:prstGeom>
            <a:noFill/>
            <a:ln>
              <a:noFill/>
            </a:ln>
          </p:spPr>
        </p:pic>
        <p:pic>
          <p:nvPicPr>
            <p:cNvPr descr="Truist Logo, symbol, meaning, history, PNG, brand" id="1766" name="Google Shape;1766;p238"/>
            <p:cNvPicPr preferRelativeResize="0"/>
            <p:nvPr/>
          </p:nvPicPr>
          <p:blipFill rotWithShape="1">
            <a:blip r:embed="rId25">
              <a:alphaModFix/>
            </a:blip>
            <a:srcRect b="0" l="0" r="0" t="0"/>
            <a:stretch/>
          </p:blipFill>
          <p:spPr>
            <a:xfrm>
              <a:off x="806038" y="4518304"/>
              <a:ext cx="841757" cy="473488"/>
            </a:xfrm>
            <a:prstGeom prst="rect">
              <a:avLst/>
            </a:prstGeom>
            <a:noFill/>
            <a:ln>
              <a:noFill/>
            </a:ln>
          </p:spPr>
        </p:pic>
        <p:pic>
          <p:nvPicPr>
            <p:cNvPr id="1767" name="Google Shape;1767;p238"/>
            <p:cNvPicPr preferRelativeResize="0"/>
            <p:nvPr/>
          </p:nvPicPr>
          <p:blipFill rotWithShape="1">
            <a:blip r:embed="rId26">
              <a:alphaModFix/>
            </a:blip>
            <a:srcRect b="0" l="0" r="0" t="0"/>
            <a:stretch/>
          </p:blipFill>
          <p:spPr>
            <a:xfrm>
              <a:off x="2879954" y="3301701"/>
              <a:ext cx="399998" cy="478569"/>
            </a:xfrm>
            <a:prstGeom prst="rect">
              <a:avLst/>
            </a:prstGeom>
            <a:noFill/>
            <a:ln>
              <a:noFill/>
            </a:ln>
          </p:spPr>
        </p:pic>
        <p:pic>
          <p:nvPicPr>
            <p:cNvPr descr="Sodexo Logo transparent PNG - StickPNG" id="1768" name="Google Shape;1768;p238"/>
            <p:cNvPicPr preferRelativeResize="0"/>
            <p:nvPr/>
          </p:nvPicPr>
          <p:blipFill rotWithShape="1">
            <a:blip r:embed="rId27">
              <a:alphaModFix/>
            </a:blip>
            <a:srcRect b="0" l="0" r="0" t="0"/>
            <a:stretch/>
          </p:blipFill>
          <p:spPr>
            <a:xfrm>
              <a:off x="4005311" y="3848494"/>
              <a:ext cx="659239" cy="659239"/>
            </a:xfrm>
            <a:prstGeom prst="rect">
              <a:avLst/>
            </a:prstGeom>
            <a:noFill/>
            <a:ln>
              <a:noFill/>
            </a:ln>
          </p:spPr>
        </p:pic>
        <p:pic>
          <p:nvPicPr>
            <p:cNvPr descr="DoleFoodservice" id="1769" name="Google Shape;1769;p238"/>
            <p:cNvPicPr preferRelativeResize="0"/>
            <p:nvPr/>
          </p:nvPicPr>
          <p:blipFill rotWithShape="1">
            <a:blip r:embed="rId28">
              <a:alphaModFix/>
            </a:blip>
            <a:srcRect b="0" l="0" r="0" t="0"/>
            <a:stretch/>
          </p:blipFill>
          <p:spPr>
            <a:xfrm>
              <a:off x="3776197" y="2812670"/>
              <a:ext cx="783342" cy="554500"/>
            </a:xfrm>
            <a:prstGeom prst="rect">
              <a:avLst/>
            </a:prstGeom>
            <a:noFill/>
            <a:ln>
              <a:noFill/>
            </a:ln>
          </p:spPr>
        </p:pic>
        <p:pic>
          <p:nvPicPr>
            <p:cNvPr id="1770" name="Google Shape;1770;p238"/>
            <p:cNvPicPr preferRelativeResize="0"/>
            <p:nvPr/>
          </p:nvPicPr>
          <p:blipFill rotWithShape="1">
            <a:blip r:embed="rId29">
              <a:alphaModFix/>
            </a:blip>
            <a:srcRect b="0" l="0" r="0" t="0"/>
            <a:stretch/>
          </p:blipFill>
          <p:spPr>
            <a:xfrm>
              <a:off x="1956564" y="4621871"/>
              <a:ext cx="567264" cy="186576"/>
            </a:xfrm>
            <a:prstGeom prst="rect">
              <a:avLst/>
            </a:prstGeom>
            <a:noFill/>
            <a:ln>
              <a:noFill/>
            </a:ln>
          </p:spPr>
        </p:pic>
        <p:pic>
          <p:nvPicPr>
            <p:cNvPr id="1771" name="Google Shape;1771;p238"/>
            <p:cNvPicPr preferRelativeResize="0"/>
            <p:nvPr/>
          </p:nvPicPr>
          <p:blipFill rotWithShape="1">
            <a:blip r:embed="rId30">
              <a:alphaModFix/>
            </a:blip>
            <a:srcRect b="0" l="0" r="0" t="0"/>
            <a:stretch/>
          </p:blipFill>
          <p:spPr>
            <a:xfrm>
              <a:off x="3822361" y="4602083"/>
              <a:ext cx="1045056" cy="278682"/>
            </a:xfrm>
            <a:prstGeom prst="rect">
              <a:avLst/>
            </a:prstGeom>
            <a:noFill/>
            <a:ln>
              <a:noFill/>
            </a:ln>
          </p:spPr>
        </p:pic>
        <p:pic>
          <p:nvPicPr>
            <p:cNvPr descr="Chevron Phillips Chemical Company | Sea-Land Chemical Company" id="1772" name="Google Shape;1772;p238"/>
            <p:cNvPicPr preferRelativeResize="0"/>
            <p:nvPr/>
          </p:nvPicPr>
          <p:blipFill rotWithShape="1">
            <a:blip r:embed="rId31">
              <a:alphaModFix/>
            </a:blip>
            <a:srcRect b="0" l="0" r="0" t="0"/>
            <a:stretch/>
          </p:blipFill>
          <p:spPr>
            <a:xfrm>
              <a:off x="952021" y="3910768"/>
              <a:ext cx="683210" cy="409926"/>
            </a:xfrm>
            <a:prstGeom prst="rect">
              <a:avLst/>
            </a:prstGeom>
            <a:noFill/>
            <a:ln>
              <a:noFill/>
            </a:ln>
          </p:spPr>
        </p:pic>
      </p:grpSp>
      <p:cxnSp>
        <p:nvCxnSpPr>
          <p:cNvPr id="1773" name="Google Shape;1773;p238"/>
          <p:cNvCxnSpPr/>
          <p:nvPr/>
        </p:nvCxnSpPr>
        <p:spPr>
          <a:xfrm>
            <a:off x="1440897" y="2225449"/>
            <a:ext cx="2724300" cy="0"/>
          </a:xfrm>
          <a:prstGeom prst="straightConnector1">
            <a:avLst/>
          </a:prstGeom>
          <a:noFill/>
          <a:ln cap="flat" cmpd="sng" w="19050">
            <a:solidFill>
              <a:schemeClr val="accent1"/>
            </a:solidFill>
            <a:prstDash val="solid"/>
            <a:miter lim="800000"/>
            <a:headEnd len="sm" w="sm" type="none"/>
            <a:tailEnd len="sm" w="sm" type="none"/>
          </a:ln>
        </p:spPr>
      </p:cxnSp>
      <p:sp>
        <p:nvSpPr>
          <p:cNvPr id="1774" name="Google Shape;1774;p238"/>
          <p:cNvSpPr txBox="1"/>
          <p:nvPr/>
        </p:nvSpPr>
        <p:spPr>
          <a:xfrm>
            <a:off x="318573" y="4926952"/>
            <a:ext cx="1638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F7F7F"/>
              </a:buClr>
              <a:buSzPts val="750"/>
              <a:buFont typeface="Arial"/>
              <a:buNone/>
            </a:pPr>
            <a:r>
              <a:rPr b="0" i="0" lang="en" sz="750" u="none" cap="none" strike="noStrike">
                <a:solidFill>
                  <a:srgbClr val="7F7F7F"/>
                </a:solidFill>
                <a:latin typeface="Raleway Medium"/>
                <a:ea typeface="Raleway Medium"/>
                <a:cs typeface="Raleway Medium"/>
                <a:sym typeface="Raleway Medium"/>
              </a:rPr>
              <a:t>Confidential and Proprietary</a:t>
            </a:r>
            <a:endParaRPr b="0" i="0" sz="1400" u="none" cap="none" strike="noStrike">
              <a:solidFill>
                <a:srgbClr val="000000"/>
              </a:solidFill>
              <a:latin typeface="Arial"/>
              <a:ea typeface="Arial"/>
              <a:cs typeface="Arial"/>
              <a:sym typeface="Arial"/>
            </a:endParaRPr>
          </a:p>
        </p:txBody>
      </p:sp>
      <p:pic>
        <p:nvPicPr>
          <p:cNvPr id="1775" name="Google Shape;1775;p238" title="TopVendorBadgeL (2).png"/>
          <p:cNvPicPr preferRelativeResize="0"/>
          <p:nvPr/>
        </p:nvPicPr>
        <p:blipFill>
          <a:blip r:embed="rId32">
            <a:alphaModFix/>
          </a:blip>
          <a:stretch>
            <a:fillRect/>
          </a:stretch>
        </p:blipFill>
        <p:spPr>
          <a:xfrm>
            <a:off x="7773875" y="3906920"/>
            <a:ext cx="1133700" cy="842855"/>
          </a:xfrm>
          <a:prstGeom prst="rect">
            <a:avLst/>
          </a:prstGeom>
          <a:noFill/>
          <a:ln>
            <a:noFill/>
          </a:ln>
        </p:spPr>
      </p:pic>
      <p:pic>
        <p:nvPicPr>
          <p:cNvPr id="1776" name="Google Shape;1776;p238" title="TopVendorBadgeL (3).png"/>
          <p:cNvPicPr preferRelativeResize="0"/>
          <p:nvPr/>
        </p:nvPicPr>
        <p:blipFill>
          <a:blip r:embed="rId33">
            <a:alphaModFix/>
          </a:blip>
          <a:stretch>
            <a:fillRect/>
          </a:stretch>
        </p:blipFill>
        <p:spPr>
          <a:xfrm>
            <a:off x="7773875" y="2944267"/>
            <a:ext cx="1133700" cy="8428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graphicFrame>
        <p:nvGraphicFramePr>
          <p:cNvPr id="1781" name="Google Shape;1781;p239"/>
          <p:cNvGraphicFramePr/>
          <p:nvPr/>
        </p:nvGraphicFramePr>
        <p:xfrm>
          <a:off x="253775" y="952275"/>
          <a:ext cx="3000000" cy="3000000"/>
        </p:xfrm>
        <a:graphic>
          <a:graphicData uri="http://schemas.openxmlformats.org/drawingml/2006/table">
            <a:tbl>
              <a:tblPr>
                <a:noFill/>
                <a:tableStyleId>{2D03E1D6-43CD-4430-A425-B616B448AAAA}</a:tableStyleId>
              </a:tblPr>
              <a:tblGrid>
                <a:gridCol w="2244150"/>
                <a:gridCol w="2084550"/>
                <a:gridCol w="2112725"/>
                <a:gridCol w="2112725"/>
              </a:tblGrid>
              <a:tr h="371475">
                <a:tc>
                  <a:txBody>
                    <a:bodyPr/>
                    <a:lstStyle/>
                    <a:p>
                      <a:pPr indent="0" lvl="0" marL="0" rtl="0" algn="l">
                        <a:spcBef>
                          <a:spcPts val="0"/>
                        </a:spcBef>
                        <a:spcAft>
                          <a:spcPts val="0"/>
                        </a:spcAft>
                        <a:buNone/>
                      </a:pPr>
                      <a:r>
                        <a:t/>
                      </a:r>
                      <a:endParaRPr>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E0E7E8"/>
                          </a:solidFill>
                          <a:latin typeface="Raleway"/>
                          <a:ea typeface="Raleway"/>
                          <a:cs typeface="Raleway"/>
                          <a:sym typeface="Raleway"/>
                        </a:rPr>
                        <a:t>Engagement</a:t>
                      </a:r>
                      <a:endParaRPr sz="900">
                        <a:solidFill>
                          <a:srgbClr val="E0E7E8"/>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E0E7E8"/>
                          </a:solidFill>
                          <a:latin typeface="Raleway"/>
                          <a:ea typeface="Raleway"/>
                          <a:cs typeface="Raleway"/>
                          <a:sym typeface="Raleway"/>
                        </a:rPr>
                        <a:t>Cost Management</a:t>
                      </a:r>
                      <a:endParaRPr sz="900">
                        <a:solidFill>
                          <a:srgbClr val="E0E7E8"/>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E0E7E8"/>
                          </a:solidFill>
                          <a:latin typeface="Raleway"/>
                          <a:ea typeface="Raleway"/>
                          <a:cs typeface="Raleway"/>
                          <a:sym typeface="Raleway"/>
                        </a:rPr>
                        <a:t>Engagement Based Pricing</a:t>
                      </a:r>
                      <a:endParaRPr sz="900">
                        <a:solidFill>
                          <a:srgbClr val="E0E7E8"/>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r>
              <a:tr h="37147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Wellbeing &amp; Rewards</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r>
              <a:tr h="40057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Personalized Benefits &amp; HR HUB</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r>
              <a:tr h="35992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Communications &amp; Outreach</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r>
              <a:tr h="35112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Clinical - Point Solution Engagement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p>
                      <a:pPr indent="0" lvl="0" marL="0" rtl="0" algn="ctr">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r>
              <a:tr h="37077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Clinical - MH Digital Care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r>
              <a:tr h="371475">
                <a:tc>
                  <a:txBody>
                    <a:bodyPr/>
                    <a:lstStyle/>
                    <a:p>
                      <a:pPr indent="0" lvl="0" marL="0" rtl="0" algn="l">
                        <a:lnSpc>
                          <a:spcPct val="115000"/>
                        </a:lnSpc>
                        <a:spcBef>
                          <a:spcPts val="0"/>
                        </a:spcBef>
                        <a:spcAft>
                          <a:spcPts val="0"/>
                        </a:spcAft>
                        <a:buNone/>
                      </a:pPr>
                      <a:r>
                        <a:rPr lang="en" sz="900">
                          <a:solidFill>
                            <a:schemeClr val="dk1"/>
                          </a:solidFill>
                          <a:latin typeface="Raleway"/>
                          <a:ea typeface="Raleway"/>
                          <a:cs typeface="Raleway"/>
                          <a:sym typeface="Raleway"/>
                        </a:rPr>
                        <a:t>A.I. Daily Health Insights</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r>
              <a:tr h="371475">
                <a:tc>
                  <a:txBody>
                    <a:bodyPr/>
                    <a:lstStyle/>
                    <a:p>
                      <a:pPr indent="0" lvl="0" marL="0" rtl="0" algn="l">
                        <a:lnSpc>
                          <a:spcPct val="115000"/>
                        </a:lnSpc>
                        <a:spcBef>
                          <a:spcPts val="0"/>
                        </a:spcBef>
                        <a:spcAft>
                          <a:spcPts val="0"/>
                        </a:spcAft>
                        <a:buNone/>
                      </a:pPr>
                      <a:r>
                        <a:rPr lang="en" sz="900">
                          <a:solidFill>
                            <a:schemeClr val="dk1"/>
                          </a:solidFill>
                          <a:latin typeface="Raleway"/>
                          <a:ea typeface="Raleway"/>
                          <a:cs typeface="Raleway"/>
                          <a:sym typeface="Raleway"/>
                        </a:rPr>
                        <a:t>A.I. Digital Care</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r>
              <a:tr h="371475">
                <a:tc>
                  <a:txBody>
                    <a:bodyPr/>
                    <a:lstStyle/>
                    <a:p>
                      <a:pPr indent="0" lvl="0" marL="0" rtl="0" algn="l">
                        <a:lnSpc>
                          <a:spcPct val="115000"/>
                        </a:lnSpc>
                        <a:spcBef>
                          <a:spcPts val="0"/>
                        </a:spcBef>
                        <a:spcAft>
                          <a:spcPts val="0"/>
                        </a:spcAft>
                        <a:buNone/>
                      </a:pPr>
                      <a:r>
                        <a:rPr lang="en" sz="900">
                          <a:solidFill>
                            <a:schemeClr val="dk1"/>
                          </a:solidFill>
                          <a:latin typeface="Raleway"/>
                          <a:ea typeface="Raleway"/>
                          <a:cs typeface="Raleway"/>
                          <a:sym typeface="Raleway"/>
                        </a:rPr>
                        <a:t>Analytics</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r>
              <a:tr h="371475">
                <a:tc>
                  <a:txBody>
                    <a:bodyPr/>
                    <a:lstStyle/>
                    <a:p>
                      <a:pPr indent="0" lvl="0" marL="0" rtl="0" algn="l">
                        <a:lnSpc>
                          <a:spcPct val="115000"/>
                        </a:lnSpc>
                        <a:spcBef>
                          <a:spcPts val="0"/>
                        </a:spcBef>
                        <a:spcAft>
                          <a:spcPts val="0"/>
                        </a:spcAft>
                        <a:buNone/>
                      </a:pPr>
                      <a:r>
                        <a:rPr lang="en" sz="900">
                          <a:solidFill>
                            <a:srgbClr val="FFFFFF"/>
                          </a:solidFill>
                          <a:latin typeface="Raleway"/>
                          <a:ea typeface="Raleway"/>
                          <a:cs typeface="Raleway"/>
                          <a:sym typeface="Raleway"/>
                        </a:rPr>
                        <a:t>Total</a:t>
                      </a:r>
                      <a:endParaRPr sz="900">
                        <a:solidFill>
                          <a:srgbClr val="FFFFFF"/>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c>
                  <a:txBody>
                    <a:bodyPr/>
                    <a:lstStyle/>
                    <a:p>
                      <a:pPr indent="0" lvl="0" marL="0" rtl="0" algn="ctr">
                        <a:spcBef>
                          <a:spcPts val="0"/>
                        </a:spcBef>
                        <a:spcAft>
                          <a:spcPts val="0"/>
                        </a:spcAft>
                        <a:buNone/>
                      </a:pPr>
                      <a:r>
                        <a:rPr lang="en" sz="900">
                          <a:solidFill>
                            <a:srgbClr val="F2F2F2"/>
                          </a:solidFill>
                          <a:latin typeface="Raleway"/>
                          <a:ea typeface="Raleway"/>
                          <a:cs typeface="Raleway"/>
                          <a:sym typeface="Raleway"/>
                        </a:rPr>
                        <a:t>$2.50 PEPM</a:t>
                      </a:r>
                      <a:endParaRPr sz="900">
                        <a:solidFill>
                          <a:srgbClr val="F2F2F2"/>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c>
                  <a:txBody>
                    <a:bodyPr/>
                    <a:lstStyle/>
                    <a:p>
                      <a:pPr indent="0" lvl="0" marL="0" rtl="0" algn="ctr">
                        <a:spcBef>
                          <a:spcPts val="0"/>
                        </a:spcBef>
                        <a:spcAft>
                          <a:spcPts val="0"/>
                        </a:spcAft>
                        <a:buNone/>
                      </a:pPr>
                      <a:r>
                        <a:rPr lang="en" sz="900">
                          <a:solidFill>
                            <a:srgbClr val="F2F2F2"/>
                          </a:solidFill>
                          <a:latin typeface="Raleway"/>
                          <a:ea typeface="Raleway"/>
                          <a:cs typeface="Raleway"/>
                          <a:sym typeface="Raleway"/>
                        </a:rPr>
                        <a:t>$4.00 PEPM</a:t>
                      </a:r>
                      <a:endParaRPr sz="900">
                        <a:solidFill>
                          <a:srgbClr val="F2F2F2"/>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FFFFFF"/>
                          </a:solidFill>
                          <a:latin typeface="Raleway"/>
                          <a:ea typeface="Raleway"/>
                          <a:cs typeface="Raleway"/>
                          <a:sym typeface="Raleway"/>
                        </a:rPr>
                        <a:t>Only pay for Engaged Users</a:t>
                      </a:r>
                      <a:endParaRPr sz="900">
                        <a:solidFill>
                          <a:srgbClr val="FFFFFF"/>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r>
            </a:tbl>
          </a:graphicData>
        </a:graphic>
      </p:graphicFrame>
      <p:sp>
        <p:nvSpPr>
          <p:cNvPr id="1782" name="Google Shape;1782;p239"/>
          <p:cNvSpPr txBox="1"/>
          <p:nvPr/>
        </p:nvSpPr>
        <p:spPr>
          <a:xfrm>
            <a:off x="253775" y="329825"/>
            <a:ext cx="7643100" cy="4767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Clr>
                <a:srgbClr val="000000"/>
              </a:buClr>
              <a:buSzPts val="3000"/>
              <a:buFont typeface="Arial"/>
              <a:buNone/>
            </a:pPr>
            <a:r>
              <a:rPr b="1" lang="en" sz="2400">
                <a:solidFill>
                  <a:srgbClr val="002C6B"/>
                </a:solidFill>
                <a:latin typeface="Helvetica Neue"/>
                <a:ea typeface="Helvetica Neue"/>
                <a:cs typeface="Helvetica Neue"/>
                <a:sym typeface="Helvetica Neue"/>
              </a:rPr>
              <a:t>Mobile Health Solutions</a:t>
            </a:r>
            <a:r>
              <a:rPr b="1" i="0" lang="en" sz="2400" u="none" cap="none" strike="noStrike">
                <a:solidFill>
                  <a:srgbClr val="002C6B"/>
                </a:solidFill>
                <a:latin typeface="Helvetica Neue"/>
                <a:ea typeface="Helvetica Neue"/>
                <a:cs typeface="Helvetica Neue"/>
                <a:sym typeface="Helvetica Neue"/>
              </a:rPr>
              <a:t> </a:t>
            </a:r>
            <a:endParaRPr b="1" i="0" sz="2400" u="none" cap="none" strike="noStrike">
              <a:solidFill>
                <a:srgbClr val="002C6B"/>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graphicFrame>
        <p:nvGraphicFramePr>
          <p:cNvPr id="1787" name="Google Shape;1787;p240"/>
          <p:cNvGraphicFramePr/>
          <p:nvPr/>
        </p:nvGraphicFramePr>
        <p:xfrm>
          <a:off x="253775" y="952275"/>
          <a:ext cx="3000000" cy="3000000"/>
        </p:xfrm>
        <a:graphic>
          <a:graphicData uri="http://schemas.openxmlformats.org/drawingml/2006/table">
            <a:tbl>
              <a:tblPr>
                <a:noFill/>
                <a:tableStyleId>{2D03E1D6-43CD-4430-A425-B616B448AAAA}</a:tableStyleId>
              </a:tblPr>
              <a:tblGrid>
                <a:gridCol w="2244150"/>
                <a:gridCol w="2084550"/>
                <a:gridCol w="2112725"/>
                <a:gridCol w="2112725"/>
              </a:tblGrid>
              <a:tr h="371475">
                <a:tc>
                  <a:txBody>
                    <a:bodyPr/>
                    <a:lstStyle/>
                    <a:p>
                      <a:pPr indent="0" lvl="0" marL="0" rtl="0" algn="l">
                        <a:spcBef>
                          <a:spcPts val="0"/>
                        </a:spcBef>
                        <a:spcAft>
                          <a:spcPts val="0"/>
                        </a:spcAft>
                        <a:buNone/>
                      </a:pPr>
                      <a:r>
                        <a:t/>
                      </a:r>
                      <a:endParaRPr>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E0E7E8"/>
                          </a:solidFill>
                          <a:latin typeface="Raleway"/>
                          <a:ea typeface="Raleway"/>
                          <a:cs typeface="Raleway"/>
                          <a:sym typeface="Raleway"/>
                        </a:rPr>
                        <a:t>Engagement</a:t>
                      </a:r>
                      <a:endParaRPr sz="900">
                        <a:solidFill>
                          <a:srgbClr val="E0E7E8"/>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E0E7E8"/>
                          </a:solidFill>
                          <a:latin typeface="Raleway"/>
                          <a:ea typeface="Raleway"/>
                          <a:cs typeface="Raleway"/>
                          <a:sym typeface="Raleway"/>
                        </a:rPr>
                        <a:t>Cost Management</a:t>
                      </a:r>
                      <a:endParaRPr sz="900">
                        <a:solidFill>
                          <a:srgbClr val="E0E7E8"/>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E0E7E8"/>
                          </a:solidFill>
                          <a:latin typeface="Raleway"/>
                          <a:ea typeface="Raleway"/>
                          <a:cs typeface="Raleway"/>
                          <a:sym typeface="Raleway"/>
                        </a:rPr>
                        <a:t>Engagement Based Pricing</a:t>
                      </a:r>
                      <a:endParaRPr sz="900">
                        <a:solidFill>
                          <a:srgbClr val="E0E7E8"/>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388FA8"/>
                    </a:solidFill>
                  </a:tcPr>
                </a:tc>
              </a:tr>
              <a:tr h="37147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Wellbeing &amp; Rewards</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50%-90% Engagement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50% Engagement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50% Engagement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r>
              <a:tr h="40057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Personalized Benefits &amp; HR HUB</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Employer Branded Front Door</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Employer Branded Front Door</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Employer Branded Front Door</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E8EEF1"/>
                    </a:solidFill>
                  </a:tcPr>
                </a:tc>
              </a:tr>
              <a:tr h="35992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Communications &amp; Outreach</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Push/In-App/Email</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Push/In-App/Email</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Push/In-App/Email</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chemeClr val="lt1"/>
                    </a:solidFill>
                  </a:tcPr>
                </a:tc>
              </a:tr>
              <a:tr h="35112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Clinical - Point Solution Engagement</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2-10x Increase</a:t>
                      </a:r>
                      <a:endParaRPr sz="900">
                        <a:solidFill>
                          <a:schemeClr val="dk1"/>
                        </a:solidFill>
                        <a:latin typeface="Raleway"/>
                        <a:ea typeface="Raleway"/>
                        <a:cs typeface="Raleway"/>
                        <a:sym typeface="Raleway"/>
                      </a:endParaRPr>
                    </a:p>
                    <a:p>
                      <a:pPr indent="0" lvl="0" marL="0" rtl="0" algn="ctr">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2-10x Increase</a:t>
                      </a:r>
                      <a:endParaRPr sz="900">
                        <a:solidFill>
                          <a:schemeClr val="dk1"/>
                        </a:solidFill>
                        <a:latin typeface="Raleway"/>
                        <a:ea typeface="Raleway"/>
                        <a:cs typeface="Raleway"/>
                        <a:sym typeface="Raleway"/>
                      </a:endParaRPr>
                    </a:p>
                    <a:p>
                      <a:pPr indent="0" lvl="0" marL="0" rtl="0" algn="ctr">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spcBef>
                          <a:spcPts val="0"/>
                        </a:spcBef>
                        <a:spcAft>
                          <a:spcPts val="0"/>
                        </a:spcAft>
                        <a:buNone/>
                      </a:pPr>
                      <a:r>
                        <a:rPr lang="en" sz="900">
                          <a:solidFill>
                            <a:schemeClr val="dk1"/>
                          </a:solidFill>
                          <a:latin typeface="Raleway"/>
                          <a:ea typeface="Raleway"/>
                          <a:cs typeface="Raleway"/>
                          <a:sym typeface="Raleway"/>
                        </a:rPr>
                        <a:t>2-10x Increase</a:t>
                      </a:r>
                      <a:endParaRPr sz="900">
                        <a:solidFill>
                          <a:schemeClr val="dk1"/>
                        </a:solidFill>
                        <a:latin typeface="Raleway"/>
                        <a:ea typeface="Raleway"/>
                        <a:cs typeface="Raleway"/>
                        <a:sym typeface="Raleway"/>
                      </a:endParaRPr>
                    </a:p>
                    <a:p>
                      <a:pPr indent="0" lvl="0" marL="0" rtl="0" algn="ctr">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127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r>
              <a:tr h="370775">
                <a:tc>
                  <a:txBody>
                    <a:bodyPr/>
                    <a:lstStyle/>
                    <a:p>
                      <a:pPr indent="0" lvl="0" marL="0" rtl="0" algn="l">
                        <a:spcBef>
                          <a:spcPts val="0"/>
                        </a:spcBef>
                        <a:spcAft>
                          <a:spcPts val="0"/>
                        </a:spcAft>
                        <a:buNone/>
                      </a:pPr>
                      <a:r>
                        <a:rPr lang="en" sz="900">
                          <a:solidFill>
                            <a:schemeClr val="dk1"/>
                          </a:solidFill>
                          <a:latin typeface="Raleway"/>
                          <a:ea typeface="Raleway"/>
                          <a:cs typeface="Raleway"/>
                          <a:sym typeface="Raleway"/>
                        </a:rPr>
                        <a:t>Clinical - MH Digital Care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latin typeface="Raleway"/>
                          <a:ea typeface="Raleway"/>
                          <a:cs typeface="Raleway"/>
                          <a:sym typeface="Raleway"/>
                        </a:rPr>
                        <a:t>35-55% Engagement</a:t>
                      </a:r>
                      <a:endParaRPr sz="900">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900">
                          <a:latin typeface="Raleway"/>
                          <a:ea typeface="Raleway"/>
                          <a:cs typeface="Raleway"/>
                          <a:sym typeface="Raleway"/>
                        </a:rPr>
                        <a:t>35-55% Engagement</a:t>
                      </a:r>
                      <a:endParaRPr sz="900">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r>
              <a:tr h="371475">
                <a:tc>
                  <a:txBody>
                    <a:bodyPr/>
                    <a:lstStyle/>
                    <a:p>
                      <a:pPr indent="0" lvl="0" marL="0" rtl="0" algn="l">
                        <a:lnSpc>
                          <a:spcPct val="115000"/>
                        </a:lnSpc>
                        <a:spcBef>
                          <a:spcPts val="0"/>
                        </a:spcBef>
                        <a:spcAft>
                          <a:spcPts val="0"/>
                        </a:spcAft>
                        <a:buNone/>
                      </a:pPr>
                      <a:r>
                        <a:rPr lang="en" sz="900">
                          <a:solidFill>
                            <a:schemeClr val="dk1"/>
                          </a:solidFill>
                          <a:latin typeface="Raleway"/>
                          <a:ea typeface="Raleway"/>
                          <a:cs typeface="Raleway"/>
                          <a:sym typeface="Raleway"/>
                        </a:rPr>
                        <a:t>A.I. Daily Health Insights</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*GA 3/1/26</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*GA 3/1/26</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r>
              <a:tr h="371475">
                <a:tc>
                  <a:txBody>
                    <a:bodyPr/>
                    <a:lstStyle/>
                    <a:p>
                      <a:pPr indent="0" lvl="0" marL="0" rtl="0" algn="l">
                        <a:lnSpc>
                          <a:spcPct val="115000"/>
                        </a:lnSpc>
                        <a:spcBef>
                          <a:spcPts val="0"/>
                        </a:spcBef>
                        <a:spcAft>
                          <a:spcPts val="0"/>
                        </a:spcAft>
                        <a:buNone/>
                      </a:pPr>
                      <a:r>
                        <a:rPr lang="en" sz="900">
                          <a:solidFill>
                            <a:schemeClr val="dk1"/>
                          </a:solidFill>
                          <a:latin typeface="Raleway"/>
                          <a:ea typeface="Raleway"/>
                          <a:cs typeface="Raleway"/>
                          <a:sym typeface="Raleway"/>
                        </a:rPr>
                        <a:t>A.I. Digital Care</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*GA 7/1/26</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*GA 7/1/26</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chemeClr val="lt1"/>
                    </a:solidFill>
                  </a:tcPr>
                </a:tc>
              </a:tr>
              <a:tr h="371475">
                <a:tc>
                  <a:txBody>
                    <a:bodyPr/>
                    <a:lstStyle/>
                    <a:p>
                      <a:pPr indent="0" lvl="0" marL="0" rtl="0" algn="l">
                        <a:lnSpc>
                          <a:spcPct val="115000"/>
                        </a:lnSpc>
                        <a:spcBef>
                          <a:spcPts val="0"/>
                        </a:spcBef>
                        <a:spcAft>
                          <a:spcPts val="0"/>
                        </a:spcAft>
                        <a:buNone/>
                      </a:pPr>
                      <a:r>
                        <a:rPr lang="en" sz="900">
                          <a:solidFill>
                            <a:schemeClr val="dk1"/>
                          </a:solidFill>
                          <a:latin typeface="Raleway"/>
                          <a:ea typeface="Raleway"/>
                          <a:cs typeface="Raleway"/>
                          <a:sym typeface="Raleway"/>
                        </a:rPr>
                        <a:t>Analytics</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Eligible/Engaged/Improved</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Eligible/Engaged/Improved</a:t>
                      </a:r>
                      <a:endParaRPr sz="900">
                        <a:solidFill>
                          <a:schemeClr val="dk1"/>
                        </a:solidFill>
                        <a:latin typeface="Raleway"/>
                        <a:ea typeface="Raleway"/>
                        <a:cs typeface="Raleway"/>
                        <a:sym typeface="Raleway"/>
                      </a:endParaRPr>
                    </a:p>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Cost Saving from redirection to Digital Care</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c>
                  <a:txBody>
                    <a:bodyPr/>
                    <a:lstStyle/>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Eligible/Engaged/Improved</a:t>
                      </a:r>
                      <a:endParaRPr sz="900">
                        <a:solidFill>
                          <a:schemeClr val="dk1"/>
                        </a:solidFill>
                        <a:latin typeface="Raleway"/>
                        <a:ea typeface="Raleway"/>
                        <a:cs typeface="Raleway"/>
                        <a:sym typeface="Raleway"/>
                      </a:endParaRPr>
                    </a:p>
                    <a:p>
                      <a:pPr indent="0" lvl="0" marL="0" rtl="0" algn="ctr">
                        <a:lnSpc>
                          <a:spcPct val="115000"/>
                        </a:lnSpc>
                        <a:spcBef>
                          <a:spcPts val="0"/>
                        </a:spcBef>
                        <a:spcAft>
                          <a:spcPts val="0"/>
                        </a:spcAft>
                        <a:buNone/>
                      </a:pPr>
                      <a:r>
                        <a:rPr lang="en" sz="900">
                          <a:solidFill>
                            <a:schemeClr val="dk1"/>
                          </a:solidFill>
                          <a:latin typeface="Raleway"/>
                          <a:ea typeface="Raleway"/>
                          <a:cs typeface="Raleway"/>
                          <a:sym typeface="Raleway"/>
                        </a:rPr>
                        <a:t>Cost Saving from redirection to Digital Care, Claims Billing</a:t>
                      </a:r>
                      <a:endParaRPr sz="900">
                        <a:solidFill>
                          <a:schemeClr val="dk1"/>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38100">
                      <a:solidFill>
                        <a:srgbClr val="E0E7E8"/>
                      </a:solidFill>
                      <a:prstDash val="solid"/>
                      <a:round/>
                      <a:headEnd len="sm" w="sm" type="none"/>
                      <a:tailEnd len="sm" w="sm" type="none"/>
                    </a:lnB>
                    <a:solidFill>
                      <a:srgbClr val="E8EEF1"/>
                    </a:solidFill>
                  </a:tcPr>
                </a:tc>
              </a:tr>
              <a:tr h="371475">
                <a:tc>
                  <a:txBody>
                    <a:bodyPr/>
                    <a:lstStyle/>
                    <a:p>
                      <a:pPr indent="0" lvl="0" marL="0" rtl="0" algn="l">
                        <a:lnSpc>
                          <a:spcPct val="115000"/>
                        </a:lnSpc>
                        <a:spcBef>
                          <a:spcPts val="0"/>
                        </a:spcBef>
                        <a:spcAft>
                          <a:spcPts val="0"/>
                        </a:spcAft>
                        <a:buNone/>
                      </a:pPr>
                      <a:r>
                        <a:rPr lang="en" sz="900">
                          <a:solidFill>
                            <a:srgbClr val="FFFFFF"/>
                          </a:solidFill>
                          <a:latin typeface="Raleway"/>
                          <a:ea typeface="Raleway"/>
                          <a:cs typeface="Raleway"/>
                          <a:sym typeface="Raleway"/>
                        </a:rPr>
                        <a:t>Total</a:t>
                      </a:r>
                      <a:endParaRPr sz="900">
                        <a:solidFill>
                          <a:srgbClr val="FFFFFF"/>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c>
                  <a:txBody>
                    <a:bodyPr/>
                    <a:lstStyle/>
                    <a:p>
                      <a:pPr indent="0" lvl="0" marL="0" rtl="0" algn="ctr">
                        <a:spcBef>
                          <a:spcPts val="0"/>
                        </a:spcBef>
                        <a:spcAft>
                          <a:spcPts val="0"/>
                        </a:spcAft>
                        <a:buNone/>
                      </a:pPr>
                      <a:r>
                        <a:rPr lang="en" sz="900">
                          <a:solidFill>
                            <a:srgbClr val="F2F2F2"/>
                          </a:solidFill>
                          <a:latin typeface="Raleway"/>
                          <a:ea typeface="Raleway"/>
                          <a:cs typeface="Raleway"/>
                          <a:sym typeface="Raleway"/>
                        </a:rPr>
                        <a:t>$2.50 PEPM</a:t>
                      </a:r>
                      <a:endParaRPr sz="900">
                        <a:solidFill>
                          <a:srgbClr val="F2F2F2"/>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c>
                  <a:txBody>
                    <a:bodyPr/>
                    <a:lstStyle/>
                    <a:p>
                      <a:pPr indent="0" lvl="0" marL="0" rtl="0" algn="ctr">
                        <a:spcBef>
                          <a:spcPts val="0"/>
                        </a:spcBef>
                        <a:spcAft>
                          <a:spcPts val="0"/>
                        </a:spcAft>
                        <a:buNone/>
                      </a:pPr>
                      <a:r>
                        <a:rPr lang="en" sz="900">
                          <a:solidFill>
                            <a:srgbClr val="F2F2F2"/>
                          </a:solidFill>
                          <a:latin typeface="Raleway"/>
                          <a:ea typeface="Raleway"/>
                          <a:cs typeface="Raleway"/>
                          <a:sym typeface="Raleway"/>
                        </a:rPr>
                        <a:t>$4.00 PEPM</a:t>
                      </a:r>
                      <a:endParaRPr sz="900">
                        <a:solidFill>
                          <a:srgbClr val="F2F2F2"/>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c>
                  <a:txBody>
                    <a:bodyPr/>
                    <a:lstStyle/>
                    <a:p>
                      <a:pPr indent="0" lvl="0" marL="0" rtl="0" algn="ctr">
                        <a:lnSpc>
                          <a:spcPct val="115000"/>
                        </a:lnSpc>
                        <a:spcBef>
                          <a:spcPts val="0"/>
                        </a:spcBef>
                        <a:spcAft>
                          <a:spcPts val="0"/>
                        </a:spcAft>
                        <a:buNone/>
                      </a:pPr>
                      <a:r>
                        <a:rPr lang="en" sz="900">
                          <a:solidFill>
                            <a:srgbClr val="FFFFFF"/>
                          </a:solidFill>
                          <a:latin typeface="Raleway"/>
                          <a:ea typeface="Raleway"/>
                          <a:cs typeface="Raleway"/>
                          <a:sym typeface="Raleway"/>
                        </a:rPr>
                        <a:t>Only pay when users engage</a:t>
                      </a:r>
                      <a:endParaRPr sz="900">
                        <a:solidFill>
                          <a:srgbClr val="FFFFFF"/>
                        </a:solidFill>
                        <a:latin typeface="Raleway"/>
                        <a:ea typeface="Raleway"/>
                        <a:cs typeface="Raleway"/>
                        <a:sym typeface="Raleway"/>
                      </a:endParaRPr>
                    </a:p>
                  </a:txBody>
                  <a:tcPr marT="45725" marB="45725" marR="91450" marL="91450">
                    <a:lnL cap="flat" cmpd="sng" w="12700">
                      <a:solidFill>
                        <a:srgbClr val="E0E7E8"/>
                      </a:solidFill>
                      <a:prstDash val="solid"/>
                      <a:round/>
                      <a:headEnd len="sm" w="sm" type="none"/>
                      <a:tailEnd len="sm" w="sm" type="none"/>
                    </a:lnL>
                    <a:lnR cap="flat" cmpd="sng" w="12700">
                      <a:solidFill>
                        <a:srgbClr val="E0E7E8"/>
                      </a:solidFill>
                      <a:prstDash val="solid"/>
                      <a:round/>
                      <a:headEnd len="sm" w="sm" type="none"/>
                      <a:tailEnd len="sm" w="sm" type="none"/>
                    </a:lnR>
                    <a:lnT cap="flat" cmpd="sng" w="38100">
                      <a:solidFill>
                        <a:srgbClr val="E0E7E8"/>
                      </a:solidFill>
                      <a:prstDash val="solid"/>
                      <a:round/>
                      <a:headEnd len="sm" w="sm" type="none"/>
                      <a:tailEnd len="sm" w="sm" type="none"/>
                    </a:lnT>
                    <a:lnB cap="flat" cmpd="sng" w="12700">
                      <a:solidFill>
                        <a:srgbClr val="E0E7E8"/>
                      </a:solidFill>
                      <a:prstDash val="solid"/>
                      <a:round/>
                      <a:headEnd len="sm" w="sm" type="none"/>
                      <a:tailEnd len="sm" w="sm" type="none"/>
                    </a:lnB>
                    <a:solidFill>
                      <a:srgbClr val="388FA8"/>
                    </a:solidFill>
                  </a:tcPr>
                </a:tc>
              </a:tr>
            </a:tbl>
          </a:graphicData>
        </a:graphic>
      </p:graphicFrame>
      <p:sp>
        <p:nvSpPr>
          <p:cNvPr id="1788" name="Google Shape;1788;p240"/>
          <p:cNvSpPr txBox="1"/>
          <p:nvPr/>
        </p:nvSpPr>
        <p:spPr>
          <a:xfrm>
            <a:off x="253775" y="422300"/>
            <a:ext cx="7643100" cy="3843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Clr>
                <a:srgbClr val="000000"/>
              </a:buClr>
              <a:buSzPts val="3000"/>
              <a:buFont typeface="Arial"/>
              <a:buNone/>
            </a:pPr>
            <a:r>
              <a:rPr b="1" lang="en" sz="2400">
                <a:solidFill>
                  <a:srgbClr val="002C6B"/>
                </a:solidFill>
                <a:latin typeface="Helvetica Neue"/>
                <a:ea typeface="Helvetica Neue"/>
                <a:cs typeface="Helvetica Neue"/>
                <a:sym typeface="Helvetica Neue"/>
              </a:rPr>
              <a:t>Mobile Health Outcomes</a:t>
            </a:r>
            <a:r>
              <a:rPr b="1" i="0" lang="en" sz="2400" u="none" cap="none" strike="noStrike">
                <a:solidFill>
                  <a:srgbClr val="002C6B"/>
                </a:solidFill>
                <a:latin typeface="Helvetica Neue"/>
                <a:ea typeface="Helvetica Neue"/>
                <a:cs typeface="Helvetica Neue"/>
                <a:sym typeface="Helvetica Neue"/>
              </a:rPr>
              <a:t> </a:t>
            </a:r>
            <a:endParaRPr b="1" i="0" sz="2400" u="none" cap="none" strike="noStrike">
              <a:solidFill>
                <a:srgbClr val="002C6B"/>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
        <p:nvSpPr>
          <p:cNvPr id="1793" name="Google Shape;1793;p241"/>
          <p:cNvSpPr txBox="1"/>
          <p:nvPr>
            <p:ph idx="1" type="body"/>
          </p:nvPr>
        </p:nvSpPr>
        <p:spPr>
          <a:xfrm>
            <a:off x="688500" y="2139975"/>
            <a:ext cx="7767000" cy="1009500"/>
          </a:xfrm>
          <a:prstGeom prst="rect">
            <a:avLst/>
          </a:prstGeom>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r>
              <a:rPr b="1" lang="en" sz="2400">
                <a:solidFill>
                  <a:srgbClr val="FFFFFF"/>
                </a:solidFill>
                <a:latin typeface="Raleway"/>
                <a:ea typeface="Raleway"/>
                <a:cs typeface="Raleway"/>
                <a:sym typeface="Raleway"/>
              </a:rPr>
              <a:t>Healthcare is the #1 most </a:t>
            </a:r>
            <a:r>
              <a:rPr b="1" lang="en" sz="2400">
                <a:solidFill>
                  <a:srgbClr val="FFFFFF"/>
                </a:solidFill>
                <a:latin typeface="Raleway"/>
                <a:ea typeface="Raleway"/>
                <a:cs typeface="Raleway"/>
                <a:sym typeface="Raleway"/>
              </a:rPr>
              <a:t>disrupted</a:t>
            </a:r>
            <a:r>
              <a:rPr b="1" lang="en" sz="2400">
                <a:solidFill>
                  <a:srgbClr val="FFFFFF"/>
                </a:solidFill>
                <a:latin typeface="Raleway"/>
                <a:ea typeface="Raleway"/>
                <a:cs typeface="Raleway"/>
                <a:sym typeface="Raleway"/>
              </a:rPr>
              <a:t> industry by A.I.</a:t>
            </a:r>
            <a:endParaRPr b="1" sz="2400">
              <a:solidFill>
                <a:srgbClr val="FFFFFF"/>
              </a:solidFill>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242"/>
          <p:cNvSpPr txBox="1"/>
          <p:nvPr/>
        </p:nvSpPr>
        <p:spPr>
          <a:xfrm>
            <a:off x="9876050" y="2863400"/>
            <a:ext cx="7635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
        <p:nvSpPr>
          <p:cNvPr id="1799" name="Google Shape;1799;p242"/>
          <p:cNvSpPr txBox="1"/>
          <p:nvPr/>
        </p:nvSpPr>
        <p:spPr>
          <a:xfrm>
            <a:off x="13682600" y="-285350"/>
            <a:ext cx="26889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Helvetica Neue"/>
                <a:ea typeface="Helvetica Neue"/>
                <a:cs typeface="Helvetica Neue"/>
                <a:sym typeface="Helvetica Neue"/>
              </a:rPr>
              <a:t>Can we make the right side a complex path and the left side someone looking at mobile - way fewer words - Maybe have the line of people in Taxi line and someone dialing up an Uber</a:t>
            </a:r>
            <a:endParaRPr b="0" i="0" sz="1800" u="none" cap="none" strike="noStrike">
              <a:solidFill>
                <a:schemeClr val="dk1"/>
              </a:solidFill>
              <a:latin typeface="Helvetica Neue"/>
              <a:ea typeface="Helvetica Neue"/>
              <a:cs typeface="Helvetica Neue"/>
              <a:sym typeface="Helvetica Neue"/>
            </a:endParaRPr>
          </a:p>
        </p:txBody>
      </p:sp>
      <p:sp>
        <p:nvSpPr>
          <p:cNvPr id="1800" name="Google Shape;1800;p242"/>
          <p:cNvSpPr txBox="1"/>
          <p:nvPr>
            <p:ph type="title"/>
          </p:nvPr>
        </p:nvSpPr>
        <p:spPr>
          <a:xfrm>
            <a:off x="506407" y="342900"/>
            <a:ext cx="7230000" cy="401700"/>
          </a:xfrm>
          <a:prstGeom prst="rect">
            <a:avLst/>
          </a:prstGeom>
          <a:noFill/>
          <a:ln>
            <a:noFill/>
          </a:ln>
        </p:spPr>
        <p:txBody>
          <a:bodyPr anchorCtr="0" anchor="b" bIns="34250" lIns="68550" spcFirstLastPara="1" rIns="68550" wrap="square" tIns="34250">
            <a:noAutofit/>
          </a:bodyPr>
          <a:lstStyle/>
          <a:p>
            <a:pPr indent="0" lvl="0" marL="0" rtl="0" algn="l">
              <a:lnSpc>
                <a:spcPct val="90000"/>
              </a:lnSpc>
              <a:spcBef>
                <a:spcPts val="0"/>
              </a:spcBef>
              <a:spcAft>
                <a:spcPts val="0"/>
              </a:spcAft>
              <a:buSzPts val="990"/>
              <a:buNone/>
            </a:pPr>
            <a:r>
              <a:rPr lang="en" sz="2000">
                <a:solidFill>
                  <a:srgbClr val="002C6B"/>
                </a:solidFill>
                <a:latin typeface="Raleway"/>
                <a:ea typeface="Raleway"/>
                <a:cs typeface="Raleway"/>
                <a:sym typeface="Raleway"/>
              </a:rPr>
              <a:t>Mobile Health lowers cost and improves access with AI/LLMs</a:t>
            </a:r>
            <a:endParaRPr sz="2000"/>
          </a:p>
        </p:txBody>
      </p:sp>
      <p:sp>
        <p:nvSpPr>
          <p:cNvPr id="1801" name="Google Shape;1801;p242"/>
          <p:cNvSpPr txBox="1"/>
          <p:nvPr>
            <p:ph idx="2" type="body"/>
          </p:nvPr>
        </p:nvSpPr>
        <p:spPr>
          <a:xfrm>
            <a:off x="5331282" y="1779812"/>
            <a:ext cx="3017700" cy="2167200"/>
          </a:xfrm>
          <a:prstGeom prst="rect">
            <a:avLst/>
          </a:prstGeom>
          <a:noFill/>
          <a:ln>
            <a:noFill/>
          </a:ln>
        </p:spPr>
        <p:txBody>
          <a:bodyPr anchorCtr="0" anchor="t" bIns="45700" lIns="91425" spcFirstLastPara="1" rIns="91425" wrap="square" tIns="45700">
            <a:normAutofit/>
          </a:bodyPr>
          <a:lstStyle/>
          <a:p>
            <a:pPr indent="-233363" lvl="0" marL="349250" rtl="0" algn="l">
              <a:lnSpc>
                <a:spcPct val="100000"/>
              </a:lnSpc>
              <a:spcBef>
                <a:spcPts val="360"/>
              </a:spcBef>
              <a:spcAft>
                <a:spcPts val="0"/>
              </a:spcAft>
              <a:buSzPts val="1800"/>
              <a:buFont typeface="Raleway"/>
              <a:buChar char="•"/>
            </a:pPr>
            <a:r>
              <a:rPr lang="en" sz="1600">
                <a:solidFill>
                  <a:schemeClr val="dk1"/>
                </a:solidFill>
                <a:latin typeface="Raleway"/>
                <a:ea typeface="Raleway"/>
                <a:cs typeface="Raleway"/>
                <a:sym typeface="Raleway"/>
              </a:rPr>
              <a:t>Behavioral Health</a:t>
            </a:r>
            <a:endParaRPr>
              <a:latin typeface="Raleway"/>
              <a:ea typeface="Raleway"/>
              <a:cs typeface="Raleway"/>
              <a:sym typeface="Raleway"/>
            </a:endParaRPr>
          </a:p>
          <a:p>
            <a:pPr indent="-233363" lvl="0" marL="349250" rtl="0" algn="l">
              <a:lnSpc>
                <a:spcPct val="100000"/>
              </a:lnSpc>
              <a:spcBef>
                <a:spcPts val="360"/>
              </a:spcBef>
              <a:spcAft>
                <a:spcPts val="0"/>
              </a:spcAft>
              <a:buSzPts val="1800"/>
              <a:buFont typeface="Raleway"/>
              <a:buChar char="•"/>
            </a:pPr>
            <a:r>
              <a:rPr lang="en" sz="1600">
                <a:solidFill>
                  <a:schemeClr val="dk1"/>
                </a:solidFill>
                <a:latin typeface="Raleway"/>
                <a:ea typeface="Raleway"/>
                <a:cs typeface="Raleway"/>
                <a:sym typeface="Raleway"/>
              </a:rPr>
              <a:t>Heart Health</a:t>
            </a:r>
            <a:endParaRPr>
              <a:latin typeface="Raleway"/>
              <a:ea typeface="Raleway"/>
              <a:cs typeface="Raleway"/>
              <a:sym typeface="Raleway"/>
            </a:endParaRPr>
          </a:p>
          <a:p>
            <a:pPr indent="-233363" lvl="0" marL="349250" rtl="0" algn="l">
              <a:lnSpc>
                <a:spcPct val="100000"/>
              </a:lnSpc>
              <a:spcBef>
                <a:spcPts val="360"/>
              </a:spcBef>
              <a:spcAft>
                <a:spcPts val="0"/>
              </a:spcAft>
              <a:buSzPts val="1800"/>
              <a:buFont typeface="Raleway"/>
              <a:buChar char="•"/>
            </a:pPr>
            <a:r>
              <a:rPr lang="en" sz="1600">
                <a:solidFill>
                  <a:schemeClr val="dk1"/>
                </a:solidFill>
                <a:latin typeface="Raleway"/>
                <a:ea typeface="Raleway"/>
                <a:cs typeface="Raleway"/>
                <a:sym typeface="Raleway"/>
              </a:rPr>
              <a:t>MSK</a:t>
            </a:r>
            <a:endParaRPr>
              <a:latin typeface="Raleway"/>
              <a:ea typeface="Raleway"/>
              <a:cs typeface="Raleway"/>
              <a:sym typeface="Raleway"/>
            </a:endParaRPr>
          </a:p>
          <a:p>
            <a:pPr indent="-233363" lvl="0" marL="349250" rtl="0" algn="l">
              <a:lnSpc>
                <a:spcPct val="100000"/>
              </a:lnSpc>
              <a:spcBef>
                <a:spcPts val="360"/>
              </a:spcBef>
              <a:spcAft>
                <a:spcPts val="0"/>
              </a:spcAft>
              <a:buSzPts val="1800"/>
              <a:buFont typeface="Raleway"/>
              <a:buChar char="•"/>
            </a:pPr>
            <a:r>
              <a:rPr lang="en" sz="1600">
                <a:solidFill>
                  <a:schemeClr val="dk1"/>
                </a:solidFill>
                <a:latin typeface="Raleway"/>
                <a:ea typeface="Raleway"/>
                <a:cs typeface="Raleway"/>
                <a:sym typeface="Raleway"/>
              </a:rPr>
              <a:t>Women’s Health</a:t>
            </a:r>
            <a:endParaRPr>
              <a:latin typeface="Raleway"/>
              <a:ea typeface="Raleway"/>
              <a:cs typeface="Raleway"/>
              <a:sym typeface="Raleway"/>
            </a:endParaRPr>
          </a:p>
          <a:p>
            <a:pPr indent="-233363" lvl="0" marL="349250" rtl="0" algn="l">
              <a:lnSpc>
                <a:spcPct val="100000"/>
              </a:lnSpc>
              <a:spcBef>
                <a:spcPts val="360"/>
              </a:spcBef>
              <a:spcAft>
                <a:spcPts val="0"/>
              </a:spcAft>
              <a:buSzPts val="1800"/>
              <a:buFont typeface="Raleway"/>
              <a:buChar char="•"/>
            </a:pPr>
            <a:r>
              <a:rPr lang="en" sz="1600">
                <a:solidFill>
                  <a:schemeClr val="dk1"/>
                </a:solidFill>
                <a:latin typeface="Raleway"/>
                <a:ea typeface="Raleway"/>
                <a:cs typeface="Raleway"/>
                <a:sym typeface="Raleway"/>
              </a:rPr>
              <a:t>Cancer Prevention</a:t>
            </a:r>
            <a:endParaRPr>
              <a:latin typeface="Raleway"/>
              <a:ea typeface="Raleway"/>
              <a:cs typeface="Raleway"/>
              <a:sym typeface="Raleway"/>
            </a:endParaRPr>
          </a:p>
          <a:p>
            <a:pPr indent="-233363" lvl="0" marL="349250" rtl="0" algn="l">
              <a:lnSpc>
                <a:spcPct val="100000"/>
              </a:lnSpc>
              <a:spcBef>
                <a:spcPts val="360"/>
              </a:spcBef>
              <a:spcAft>
                <a:spcPts val="0"/>
              </a:spcAft>
              <a:buSzPts val="1800"/>
              <a:buFont typeface="Raleway"/>
              <a:buChar char="•"/>
            </a:pPr>
            <a:r>
              <a:rPr lang="en" sz="1600">
                <a:solidFill>
                  <a:schemeClr val="dk1"/>
                </a:solidFill>
                <a:latin typeface="Raleway"/>
                <a:ea typeface="Raleway"/>
                <a:cs typeface="Raleway"/>
                <a:sym typeface="Raleway"/>
              </a:rPr>
              <a:t>Diabetes</a:t>
            </a:r>
            <a:endParaRPr>
              <a:latin typeface="Raleway"/>
              <a:ea typeface="Raleway"/>
              <a:cs typeface="Raleway"/>
              <a:sym typeface="Raleway"/>
            </a:endParaRPr>
          </a:p>
        </p:txBody>
      </p:sp>
      <p:pic>
        <p:nvPicPr>
          <p:cNvPr id="1802" name="Google Shape;1802;p242"/>
          <p:cNvPicPr preferRelativeResize="0"/>
          <p:nvPr/>
        </p:nvPicPr>
        <p:blipFill>
          <a:blip r:embed="rId3">
            <a:alphaModFix/>
          </a:blip>
          <a:stretch>
            <a:fillRect/>
          </a:stretch>
        </p:blipFill>
        <p:spPr>
          <a:xfrm>
            <a:off x="284285" y="1266277"/>
            <a:ext cx="5026483" cy="30981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7" name="Shape 1807"/>
        <p:cNvGrpSpPr/>
        <p:nvPr/>
      </p:nvGrpSpPr>
      <p:grpSpPr>
        <a:xfrm>
          <a:off x="0" y="0"/>
          <a:ext cx="0" cy="0"/>
          <a:chOff x="0" y="0"/>
          <a:chExt cx="0" cy="0"/>
        </a:xfrm>
      </p:grpSpPr>
      <p:sp>
        <p:nvSpPr>
          <p:cNvPr id="1808" name="Google Shape;1808;p243"/>
          <p:cNvSpPr/>
          <p:nvPr/>
        </p:nvSpPr>
        <p:spPr>
          <a:xfrm flipH="1">
            <a:off x="631449" y="1064160"/>
            <a:ext cx="2507400" cy="328200"/>
          </a:xfrm>
          <a:prstGeom prst="roundRect">
            <a:avLst>
              <a:gd fmla="val 50000" name="adj"/>
            </a:avLst>
          </a:prstGeom>
          <a:solidFill>
            <a:srgbClr val="F6851F"/>
          </a:solidFill>
          <a:ln>
            <a:noFill/>
          </a:ln>
        </p:spPr>
        <p:txBody>
          <a:bodyPr anchorCtr="0" anchor="ctr" bIns="0" lIns="360050" spcFirstLastPara="1" rIns="0" wrap="square" tIns="0">
            <a:noAutofit/>
          </a:bodyPr>
          <a:lstStyle/>
          <a:p>
            <a:pPr indent="0" lvl="0" marL="0" marR="0" rtl="0" algn="l">
              <a:lnSpc>
                <a:spcPct val="100000"/>
              </a:lnSpc>
              <a:spcBef>
                <a:spcPts val="0"/>
              </a:spcBef>
              <a:spcAft>
                <a:spcPts val="0"/>
              </a:spcAft>
              <a:buClr>
                <a:schemeClr val="dk1"/>
              </a:buClr>
              <a:buSzPts val="600"/>
              <a:buFont typeface="Arial"/>
              <a:buNone/>
            </a:pPr>
            <a:r>
              <a:t/>
            </a:r>
            <a:endParaRPr b="1" i="0" sz="600" u="none" cap="none" strike="noStrike">
              <a:solidFill>
                <a:srgbClr val="000000"/>
              </a:solidFill>
              <a:latin typeface="Arial"/>
              <a:ea typeface="Arial"/>
              <a:cs typeface="Arial"/>
              <a:sym typeface="Arial"/>
            </a:endParaRPr>
          </a:p>
        </p:txBody>
      </p:sp>
      <p:sp>
        <p:nvSpPr>
          <p:cNvPr id="1809" name="Google Shape;1809;p243"/>
          <p:cNvSpPr/>
          <p:nvPr/>
        </p:nvSpPr>
        <p:spPr>
          <a:xfrm flipH="1">
            <a:off x="2969507" y="1064160"/>
            <a:ext cx="2886300" cy="328200"/>
          </a:xfrm>
          <a:prstGeom prst="roundRect">
            <a:avLst>
              <a:gd fmla="val 50000" name="adj"/>
            </a:avLst>
          </a:prstGeom>
          <a:solidFill>
            <a:schemeClr val="accent2"/>
          </a:solidFill>
          <a:ln>
            <a:noFill/>
          </a:ln>
        </p:spPr>
        <p:txBody>
          <a:bodyPr anchorCtr="0" anchor="ctr" bIns="0" lIns="360050" spcFirstLastPara="1" rIns="0" wrap="square" tIns="0">
            <a:noAutofit/>
          </a:bodyPr>
          <a:lstStyle/>
          <a:p>
            <a:pPr indent="0" lvl="0" marL="0" marR="0" rtl="0" algn="l">
              <a:lnSpc>
                <a:spcPct val="100000"/>
              </a:lnSpc>
              <a:spcBef>
                <a:spcPts val="0"/>
              </a:spcBef>
              <a:spcAft>
                <a:spcPts val="0"/>
              </a:spcAft>
              <a:buClr>
                <a:schemeClr val="dk1"/>
              </a:buClr>
              <a:buSzPts val="600"/>
              <a:buFont typeface="Arial"/>
              <a:buNone/>
            </a:pPr>
            <a:r>
              <a:t/>
            </a:r>
            <a:endParaRPr b="1" i="0" sz="600" u="none" cap="none" strike="noStrike">
              <a:solidFill>
                <a:srgbClr val="000000"/>
              </a:solidFill>
              <a:latin typeface="Arial"/>
              <a:ea typeface="Arial"/>
              <a:cs typeface="Arial"/>
              <a:sym typeface="Arial"/>
            </a:endParaRPr>
          </a:p>
        </p:txBody>
      </p:sp>
      <p:sp>
        <p:nvSpPr>
          <p:cNvPr id="1810" name="Google Shape;1810;p243"/>
          <p:cNvSpPr/>
          <p:nvPr/>
        </p:nvSpPr>
        <p:spPr>
          <a:xfrm flipH="1">
            <a:off x="5691651" y="1064160"/>
            <a:ext cx="2820900" cy="328200"/>
          </a:xfrm>
          <a:prstGeom prst="roundRect">
            <a:avLst>
              <a:gd fmla="val 50000" name="adj"/>
            </a:avLst>
          </a:prstGeom>
          <a:solidFill>
            <a:srgbClr val="04A0B7"/>
          </a:solidFill>
          <a:ln>
            <a:noFill/>
          </a:ln>
        </p:spPr>
        <p:txBody>
          <a:bodyPr anchorCtr="0" anchor="ctr" bIns="0" lIns="360050" spcFirstLastPara="1" rIns="0" wrap="square" tIns="0">
            <a:noAutofit/>
          </a:bodyPr>
          <a:lstStyle/>
          <a:p>
            <a:pPr indent="0" lvl="0" marL="0" marR="0" rtl="0" algn="l">
              <a:lnSpc>
                <a:spcPct val="100000"/>
              </a:lnSpc>
              <a:spcBef>
                <a:spcPts val="0"/>
              </a:spcBef>
              <a:spcAft>
                <a:spcPts val="0"/>
              </a:spcAft>
              <a:buClr>
                <a:schemeClr val="dk1"/>
              </a:buClr>
              <a:buSzPts val="600"/>
              <a:buFont typeface="Arial"/>
              <a:buNone/>
            </a:pPr>
            <a:r>
              <a:t/>
            </a:r>
            <a:endParaRPr b="1" i="0" sz="600" u="none" cap="none" strike="noStrike">
              <a:solidFill>
                <a:srgbClr val="000000"/>
              </a:solidFill>
              <a:latin typeface="Arial"/>
              <a:ea typeface="Arial"/>
              <a:cs typeface="Arial"/>
              <a:sym typeface="Arial"/>
            </a:endParaRPr>
          </a:p>
        </p:txBody>
      </p:sp>
      <p:grpSp>
        <p:nvGrpSpPr>
          <p:cNvPr id="1811" name="Google Shape;1811;p243"/>
          <p:cNvGrpSpPr/>
          <p:nvPr/>
        </p:nvGrpSpPr>
        <p:grpSpPr>
          <a:xfrm flipH="1" rot="10800000">
            <a:off x="2920094" y="1069308"/>
            <a:ext cx="298484" cy="327996"/>
            <a:chOff x="3835589" y="2120080"/>
            <a:chExt cx="365700" cy="365700"/>
          </a:xfrm>
        </p:grpSpPr>
        <p:sp>
          <p:nvSpPr>
            <p:cNvPr id="1812" name="Google Shape;1812;p243"/>
            <p:cNvSpPr/>
            <p:nvPr/>
          </p:nvSpPr>
          <p:spPr>
            <a:xfrm>
              <a:off x="3835589" y="2120080"/>
              <a:ext cx="365700" cy="365700"/>
            </a:xfrm>
            <a:prstGeom prst="ellipse">
              <a:avLst/>
            </a:prstGeom>
            <a:solidFill>
              <a:schemeClr val="lt1"/>
            </a:solidFill>
            <a:ln cap="flat" cmpd="sng" w="2382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Arial"/>
                <a:ea typeface="Arial"/>
                <a:cs typeface="Arial"/>
                <a:sym typeface="Arial"/>
              </a:endParaRPr>
            </a:p>
          </p:txBody>
        </p:sp>
        <p:sp>
          <p:nvSpPr>
            <p:cNvPr id="1813" name="Google Shape;1813;p243"/>
            <p:cNvSpPr/>
            <p:nvPr/>
          </p:nvSpPr>
          <p:spPr>
            <a:xfrm>
              <a:off x="3933468" y="2226334"/>
              <a:ext cx="183000" cy="153300"/>
            </a:xfrm>
            <a:prstGeom prst="chevron">
              <a:avLst>
                <a:gd fmla="val 65968" name="adj"/>
              </a:avLst>
            </a:prstGeom>
            <a:solidFill>
              <a:srgbClr val="BFBFB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814" name="Google Shape;1814;p243"/>
          <p:cNvGrpSpPr/>
          <p:nvPr/>
        </p:nvGrpSpPr>
        <p:grpSpPr>
          <a:xfrm flipH="1" rot="10800000">
            <a:off x="5641305" y="1069307"/>
            <a:ext cx="298484" cy="327996"/>
            <a:chOff x="3835589" y="2120080"/>
            <a:chExt cx="365700" cy="365700"/>
          </a:xfrm>
        </p:grpSpPr>
        <p:sp>
          <p:nvSpPr>
            <p:cNvPr id="1815" name="Google Shape;1815;p243"/>
            <p:cNvSpPr/>
            <p:nvPr/>
          </p:nvSpPr>
          <p:spPr>
            <a:xfrm>
              <a:off x="3835589" y="2120080"/>
              <a:ext cx="365700" cy="365700"/>
            </a:xfrm>
            <a:prstGeom prst="ellipse">
              <a:avLst/>
            </a:prstGeom>
            <a:solidFill>
              <a:schemeClr val="lt1"/>
            </a:solidFill>
            <a:ln cap="flat" cmpd="sng" w="2382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Arial"/>
                <a:ea typeface="Arial"/>
                <a:cs typeface="Arial"/>
                <a:sym typeface="Arial"/>
              </a:endParaRPr>
            </a:p>
          </p:txBody>
        </p:sp>
        <p:sp>
          <p:nvSpPr>
            <p:cNvPr id="1816" name="Google Shape;1816;p243"/>
            <p:cNvSpPr/>
            <p:nvPr/>
          </p:nvSpPr>
          <p:spPr>
            <a:xfrm>
              <a:off x="3933468" y="2226334"/>
              <a:ext cx="183000" cy="153300"/>
            </a:xfrm>
            <a:prstGeom prst="chevron">
              <a:avLst>
                <a:gd fmla="val 65968" name="adj"/>
              </a:avLst>
            </a:prstGeom>
            <a:solidFill>
              <a:srgbClr val="BFBFB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000000"/>
                </a:solidFill>
                <a:latin typeface="Arial"/>
                <a:ea typeface="Arial"/>
                <a:cs typeface="Arial"/>
                <a:sym typeface="Arial"/>
              </a:endParaRPr>
            </a:p>
          </p:txBody>
        </p:sp>
      </p:grpSp>
      <p:pic>
        <p:nvPicPr>
          <p:cNvPr id="1817" name="Google Shape;1817;p243"/>
          <p:cNvPicPr preferRelativeResize="0"/>
          <p:nvPr/>
        </p:nvPicPr>
        <p:blipFill rotWithShape="1">
          <a:blip r:embed="rId3">
            <a:alphaModFix/>
          </a:blip>
          <a:srcRect b="0" l="0" r="0" t="0"/>
          <a:stretch/>
        </p:blipFill>
        <p:spPr>
          <a:xfrm>
            <a:off x="1013022" y="1601896"/>
            <a:ext cx="1599600" cy="1599900"/>
          </a:xfrm>
          <a:prstGeom prst="ellipse">
            <a:avLst/>
          </a:prstGeom>
          <a:noFill/>
          <a:ln cap="flat" cmpd="sng" w="57150">
            <a:solidFill>
              <a:schemeClr val="lt1"/>
            </a:solidFill>
            <a:prstDash val="solid"/>
            <a:round/>
            <a:headEnd len="sm" w="sm" type="none"/>
            <a:tailEnd len="sm" w="sm" type="none"/>
          </a:ln>
        </p:spPr>
      </p:pic>
      <p:sp>
        <p:nvSpPr>
          <p:cNvPr id="1818" name="Google Shape;1818;p243"/>
          <p:cNvSpPr txBox="1"/>
          <p:nvPr/>
        </p:nvSpPr>
        <p:spPr>
          <a:xfrm>
            <a:off x="1397965" y="1089586"/>
            <a:ext cx="10704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FFFFF"/>
              </a:buClr>
              <a:buSzPts val="1400"/>
              <a:buFont typeface="Raleway"/>
              <a:buNone/>
            </a:pPr>
            <a:r>
              <a:rPr b="1" i="0" lang="en" sz="1400" u="none" cap="none" strike="noStrike">
                <a:solidFill>
                  <a:srgbClr val="FFFFFF"/>
                </a:solidFill>
                <a:latin typeface="Raleway"/>
                <a:ea typeface="Raleway"/>
                <a:cs typeface="Raleway"/>
                <a:sym typeface="Raleway"/>
              </a:rPr>
              <a:t>Identify</a:t>
            </a:r>
            <a:endParaRPr b="0" i="0" sz="1100" u="none" cap="none" strike="noStrike">
              <a:solidFill>
                <a:srgbClr val="000000"/>
              </a:solidFill>
              <a:latin typeface="Arial"/>
              <a:ea typeface="Arial"/>
              <a:cs typeface="Arial"/>
              <a:sym typeface="Arial"/>
            </a:endParaRPr>
          </a:p>
        </p:txBody>
      </p:sp>
      <p:sp>
        <p:nvSpPr>
          <p:cNvPr id="1819" name="Google Shape;1819;p243"/>
          <p:cNvSpPr txBox="1"/>
          <p:nvPr/>
        </p:nvSpPr>
        <p:spPr>
          <a:xfrm>
            <a:off x="3902918" y="1089586"/>
            <a:ext cx="10704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FFFFF"/>
              </a:buClr>
              <a:buSzPts val="1400"/>
              <a:buFont typeface="Raleway"/>
              <a:buNone/>
            </a:pPr>
            <a:r>
              <a:rPr b="1" i="0" lang="en" sz="1400" u="none" cap="none" strike="noStrike">
                <a:solidFill>
                  <a:srgbClr val="FFFFFF"/>
                </a:solidFill>
                <a:latin typeface="Raleway"/>
                <a:ea typeface="Raleway"/>
                <a:cs typeface="Raleway"/>
                <a:sym typeface="Raleway"/>
              </a:rPr>
              <a:t>Engage</a:t>
            </a:r>
            <a:endParaRPr b="0" i="0" sz="1100" u="none" cap="none" strike="noStrike">
              <a:solidFill>
                <a:srgbClr val="000000"/>
              </a:solidFill>
              <a:latin typeface="Arial"/>
              <a:ea typeface="Arial"/>
              <a:cs typeface="Arial"/>
              <a:sym typeface="Arial"/>
            </a:endParaRPr>
          </a:p>
        </p:txBody>
      </p:sp>
      <p:sp>
        <p:nvSpPr>
          <p:cNvPr id="1820" name="Google Shape;1820;p243"/>
          <p:cNvSpPr txBox="1"/>
          <p:nvPr/>
        </p:nvSpPr>
        <p:spPr>
          <a:xfrm>
            <a:off x="6539961" y="1089586"/>
            <a:ext cx="11067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FFFFF"/>
              </a:buClr>
              <a:buSzPts val="1400"/>
              <a:buFont typeface="Raleway"/>
              <a:buNone/>
            </a:pPr>
            <a:r>
              <a:rPr b="1" i="0" lang="en" sz="1400" u="none" cap="none" strike="noStrike">
                <a:solidFill>
                  <a:srgbClr val="FFFFFF"/>
                </a:solidFill>
                <a:latin typeface="Raleway"/>
                <a:ea typeface="Raleway"/>
                <a:cs typeface="Raleway"/>
                <a:sym typeface="Raleway"/>
              </a:rPr>
              <a:t>Improve</a:t>
            </a:r>
            <a:endParaRPr b="0" i="0" sz="1100" u="none" cap="none" strike="noStrike">
              <a:solidFill>
                <a:srgbClr val="000000"/>
              </a:solidFill>
              <a:latin typeface="Arial"/>
              <a:ea typeface="Arial"/>
              <a:cs typeface="Arial"/>
              <a:sym typeface="Arial"/>
            </a:endParaRPr>
          </a:p>
        </p:txBody>
      </p:sp>
      <p:pic>
        <p:nvPicPr>
          <p:cNvPr descr="Icon&#10;&#10;Description automatically generated" id="1821" name="Google Shape;1821;p243"/>
          <p:cNvPicPr preferRelativeResize="0"/>
          <p:nvPr/>
        </p:nvPicPr>
        <p:blipFill rotWithShape="1">
          <a:blip r:embed="rId4">
            <a:alphaModFix/>
          </a:blip>
          <a:srcRect b="0" l="0" r="0" t="0"/>
          <a:stretch/>
        </p:blipFill>
        <p:spPr>
          <a:xfrm>
            <a:off x="2888718" y="2485528"/>
            <a:ext cx="450510" cy="450510"/>
          </a:xfrm>
          <a:prstGeom prst="rect">
            <a:avLst/>
          </a:prstGeom>
          <a:noFill/>
          <a:ln>
            <a:noFill/>
          </a:ln>
        </p:spPr>
      </p:pic>
      <p:sp>
        <p:nvSpPr>
          <p:cNvPr id="1822" name="Google Shape;1822;p243"/>
          <p:cNvSpPr txBox="1"/>
          <p:nvPr/>
        </p:nvSpPr>
        <p:spPr>
          <a:xfrm>
            <a:off x="2670873" y="2986083"/>
            <a:ext cx="886200" cy="277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Tahoma"/>
              <a:buNone/>
            </a:pPr>
            <a:r>
              <a:rPr b="1" i="0" lang="en" sz="800" u="none" cap="none" strike="noStrike">
                <a:solidFill>
                  <a:srgbClr val="0F497F"/>
                </a:solidFill>
                <a:latin typeface="Raleway"/>
                <a:ea typeface="Raleway"/>
                <a:cs typeface="Raleway"/>
                <a:sym typeface="Raleway"/>
              </a:rPr>
              <a:t>A.I. API to ChatGPT</a:t>
            </a:r>
            <a:endParaRPr b="1" i="0" sz="800" u="none" cap="none" strike="noStrike">
              <a:solidFill>
                <a:srgbClr val="0F497F"/>
              </a:solidFill>
              <a:latin typeface="Raleway"/>
              <a:ea typeface="Raleway"/>
              <a:cs typeface="Raleway"/>
              <a:sym typeface="Raleway"/>
            </a:endParaRPr>
          </a:p>
        </p:txBody>
      </p:sp>
      <p:sp>
        <p:nvSpPr>
          <p:cNvPr id="1823" name="Google Shape;1823;p243"/>
          <p:cNvSpPr txBox="1"/>
          <p:nvPr/>
        </p:nvSpPr>
        <p:spPr>
          <a:xfrm>
            <a:off x="5460457" y="2986083"/>
            <a:ext cx="825000" cy="277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Arial"/>
              <a:buNone/>
            </a:pPr>
            <a:r>
              <a:rPr b="1" i="0" lang="en" sz="800" u="none" cap="none" strike="noStrike">
                <a:solidFill>
                  <a:srgbClr val="0F497F"/>
                </a:solidFill>
                <a:latin typeface="Raleway"/>
                <a:ea typeface="Raleway"/>
                <a:cs typeface="Raleway"/>
                <a:sym typeface="Raleway"/>
              </a:rPr>
              <a:t>A.I. / LLM  Digital Care Programs</a:t>
            </a:r>
            <a:endParaRPr b="1" i="0" sz="800" u="none" cap="none" strike="noStrike">
              <a:solidFill>
                <a:srgbClr val="0F497F"/>
              </a:solidFill>
              <a:latin typeface="Raleway"/>
              <a:ea typeface="Raleway"/>
              <a:cs typeface="Raleway"/>
              <a:sym typeface="Raleway"/>
            </a:endParaRPr>
          </a:p>
        </p:txBody>
      </p:sp>
      <p:pic>
        <p:nvPicPr>
          <p:cNvPr descr="Icon&#10;&#10;Description automatically generated" id="1824" name="Google Shape;1824;p243"/>
          <p:cNvPicPr preferRelativeResize="0"/>
          <p:nvPr/>
        </p:nvPicPr>
        <p:blipFill rotWithShape="1">
          <a:blip r:embed="rId5">
            <a:alphaModFix/>
          </a:blip>
          <a:srcRect b="0" l="0" r="0" t="0"/>
          <a:stretch/>
        </p:blipFill>
        <p:spPr>
          <a:xfrm>
            <a:off x="5675500" y="2513327"/>
            <a:ext cx="394913" cy="394913"/>
          </a:xfrm>
          <a:prstGeom prst="rect">
            <a:avLst/>
          </a:prstGeom>
          <a:noFill/>
          <a:ln>
            <a:noFill/>
          </a:ln>
        </p:spPr>
      </p:pic>
      <p:sp>
        <p:nvSpPr>
          <p:cNvPr id="1825" name="Google Shape;1825;p243"/>
          <p:cNvSpPr txBox="1"/>
          <p:nvPr/>
        </p:nvSpPr>
        <p:spPr>
          <a:xfrm>
            <a:off x="958900" y="3923574"/>
            <a:ext cx="1852500" cy="739500"/>
          </a:xfrm>
          <a:prstGeom prst="rect">
            <a:avLst/>
          </a:prstGeom>
          <a:noFill/>
          <a:ln>
            <a:noFill/>
          </a:ln>
        </p:spPr>
        <p:txBody>
          <a:bodyPr anchorCtr="0" anchor="t" bIns="23150" lIns="46325" spcFirstLastPara="1" rIns="46325" wrap="square" tIns="23150">
            <a:spAutoFit/>
          </a:bodyPr>
          <a:lstStyle/>
          <a:p>
            <a:pPr indent="-127000" lvl="0" marL="127000" marR="0" rtl="0" algn="l">
              <a:lnSpc>
                <a:spcPct val="100000"/>
              </a:lnSpc>
              <a:spcBef>
                <a:spcPts val="0"/>
              </a:spcBef>
              <a:spcAft>
                <a:spcPts val="0"/>
              </a:spcAft>
              <a:buClr>
                <a:srgbClr val="0F497F"/>
              </a:buClr>
              <a:buSzPts val="900"/>
              <a:buFont typeface="Raleway"/>
              <a:buChar char="•"/>
            </a:pPr>
            <a:r>
              <a:rPr i="0" lang="en" sz="900" u="none" cap="none" strike="noStrike">
                <a:solidFill>
                  <a:srgbClr val="0F497F"/>
                </a:solidFill>
                <a:latin typeface="Raleway"/>
                <a:ea typeface="Raleway"/>
                <a:cs typeface="Raleway"/>
                <a:sym typeface="Raleway"/>
              </a:rPr>
              <a:t>Full time employee</a:t>
            </a:r>
            <a:endParaRPr i="0" sz="900" u="none" cap="none" strike="noStrike">
              <a:solidFill>
                <a:srgbClr val="0F497F"/>
              </a:solidFill>
              <a:latin typeface="Raleway"/>
              <a:ea typeface="Raleway"/>
              <a:cs typeface="Raleway"/>
              <a:sym typeface="Raleway"/>
            </a:endParaRPr>
          </a:p>
          <a:p>
            <a:pPr indent="-127000" lvl="0" marL="127000" marR="0" rtl="0" algn="l">
              <a:lnSpc>
                <a:spcPct val="100000"/>
              </a:lnSpc>
              <a:spcBef>
                <a:spcPts val="0"/>
              </a:spcBef>
              <a:spcAft>
                <a:spcPts val="0"/>
              </a:spcAft>
              <a:buClr>
                <a:srgbClr val="0F497F"/>
              </a:buClr>
              <a:buSzPts val="900"/>
              <a:buFont typeface="Raleway"/>
              <a:buChar char="•"/>
            </a:pPr>
            <a:r>
              <a:rPr i="0" lang="en" sz="900" u="none" cap="none" strike="noStrike">
                <a:solidFill>
                  <a:srgbClr val="0F497F"/>
                </a:solidFill>
                <a:latin typeface="Raleway"/>
                <a:ea typeface="Raleway"/>
                <a:cs typeface="Raleway"/>
                <a:sym typeface="Raleway"/>
              </a:rPr>
              <a:t>46 Years Old</a:t>
            </a:r>
            <a:endParaRPr i="0" sz="900" u="none" cap="none" strike="noStrike">
              <a:solidFill>
                <a:srgbClr val="0F497F"/>
              </a:solidFill>
              <a:latin typeface="Raleway"/>
              <a:ea typeface="Raleway"/>
              <a:cs typeface="Raleway"/>
              <a:sym typeface="Raleway"/>
            </a:endParaRPr>
          </a:p>
          <a:p>
            <a:pPr indent="-127000" lvl="0" marL="127000" marR="0" rtl="0" algn="l">
              <a:lnSpc>
                <a:spcPct val="100000"/>
              </a:lnSpc>
              <a:spcBef>
                <a:spcPts val="0"/>
              </a:spcBef>
              <a:spcAft>
                <a:spcPts val="0"/>
              </a:spcAft>
              <a:buClr>
                <a:srgbClr val="0F497F"/>
              </a:buClr>
              <a:buSzPts val="900"/>
              <a:buFont typeface="Raleway"/>
              <a:buChar char="•"/>
            </a:pPr>
            <a:r>
              <a:rPr i="0" lang="en" sz="900" u="none" cap="none" strike="noStrike">
                <a:solidFill>
                  <a:srgbClr val="0F497F"/>
                </a:solidFill>
                <a:latin typeface="Raleway"/>
                <a:ea typeface="Raleway"/>
                <a:cs typeface="Raleway"/>
                <a:sym typeface="Raleway"/>
              </a:rPr>
              <a:t>Has diabetes</a:t>
            </a:r>
            <a:endParaRPr i="0" sz="900" u="none" cap="none" strike="noStrike">
              <a:solidFill>
                <a:srgbClr val="0F497F"/>
              </a:solidFill>
              <a:latin typeface="Raleway"/>
              <a:ea typeface="Raleway"/>
              <a:cs typeface="Raleway"/>
              <a:sym typeface="Raleway"/>
            </a:endParaRPr>
          </a:p>
          <a:p>
            <a:pPr indent="-127000" lvl="0" marL="127000" marR="0" rtl="0" algn="l">
              <a:lnSpc>
                <a:spcPct val="100000"/>
              </a:lnSpc>
              <a:spcBef>
                <a:spcPts val="0"/>
              </a:spcBef>
              <a:spcAft>
                <a:spcPts val="0"/>
              </a:spcAft>
              <a:buClr>
                <a:srgbClr val="0F497F"/>
              </a:buClr>
              <a:buSzPts val="900"/>
              <a:buFont typeface="Raleway"/>
              <a:buChar char="•"/>
            </a:pPr>
            <a:r>
              <a:rPr i="0" lang="en" sz="900" u="none" cap="none" strike="noStrike">
                <a:solidFill>
                  <a:srgbClr val="0F497F"/>
                </a:solidFill>
                <a:latin typeface="Raleway"/>
                <a:ea typeface="Raleway"/>
                <a:cs typeface="Raleway"/>
                <a:sym typeface="Raleway"/>
              </a:rPr>
              <a:t>Showing signs of depression</a:t>
            </a:r>
            <a:endParaRPr i="0" sz="900" u="none" cap="none" strike="noStrike">
              <a:solidFill>
                <a:srgbClr val="000000"/>
              </a:solidFill>
              <a:latin typeface="Raleway"/>
              <a:ea typeface="Raleway"/>
              <a:cs typeface="Raleway"/>
              <a:sym typeface="Raleway"/>
            </a:endParaRPr>
          </a:p>
          <a:p>
            <a:pPr indent="-127000" lvl="0" marL="127000" marR="0" rtl="0" algn="l">
              <a:lnSpc>
                <a:spcPct val="100000"/>
              </a:lnSpc>
              <a:spcBef>
                <a:spcPts val="0"/>
              </a:spcBef>
              <a:spcAft>
                <a:spcPts val="0"/>
              </a:spcAft>
              <a:buClr>
                <a:srgbClr val="0F497F"/>
              </a:buClr>
              <a:buSzPts val="900"/>
              <a:buFont typeface="Raleway"/>
              <a:buChar char="•"/>
            </a:pPr>
            <a:r>
              <a:rPr i="0" lang="en" sz="900" u="none" cap="none" strike="noStrike">
                <a:solidFill>
                  <a:srgbClr val="0F497F"/>
                </a:solidFill>
                <a:latin typeface="Raleway"/>
                <a:ea typeface="Raleway"/>
                <a:cs typeface="Raleway"/>
                <a:sym typeface="Raleway"/>
              </a:rPr>
              <a:t>Works a sedentary job</a:t>
            </a:r>
            <a:endParaRPr i="0" sz="900" u="none" cap="none" strike="noStrike">
              <a:solidFill>
                <a:srgbClr val="0F497F"/>
              </a:solidFill>
              <a:latin typeface="Raleway"/>
              <a:ea typeface="Raleway"/>
              <a:cs typeface="Raleway"/>
              <a:sym typeface="Raleway"/>
            </a:endParaRPr>
          </a:p>
        </p:txBody>
      </p:sp>
      <p:sp>
        <p:nvSpPr>
          <p:cNvPr id="1826" name="Google Shape;1826;p243"/>
          <p:cNvSpPr txBox="1"/>
          <p:nvPr/>
        </p:nvSpPr>
        <p:spPr>
          <a:xfrm>
            <a:off x="246274" y="103550"/>
            <a:ext cx="8756400" cy="577500"/>
          </a:xfrm>
          <a:prstGeom prst="rect">
            <a:avLst/>
          </a:prstGeom>
          <a:noFill/>
          <a:ln>
            <a:noFill/>
          </a:ln>
        </p:spPr>
        <p:txBody>
          <a:bodyPr anchorCtr="0" anchor="b" bIns="34250" lIns="68550" spcFirstLastPara="1" rIns="68550" wrap="square" tIns="34250">
            <a:noAutofit/>
          </a:bodyPr>
          <a:lstStyle/>
          <a:p>
            <a:pPr indent="0" lvl="0" marL="0" marR="0" rtl="0" algn="l">
              <a:lnSpc>
                <a:spcPct val="90000"/>
              </a:lnSpc>
              <a:spcBef>
                <a:spcPts val="0"/>
              </a:spcBef>
              <a:spcAft>
                <a:spcPts val="0"/>
              </a:spcAft>
              <a:buClr>
                <a:srgbClr val="000000"/>
              </a:buClr>
              <a:buSzPts val="990"/>
              <a:buFont typeface="Arial"/>
              <a:buNone/>
            </a:pPr>
            <a:r>
              <a:rPr b="1" i="0" lang="en" sz="2000" u="none" cap="none" strike="noStrike">
                <a:solidFill>
                  <a:srgbClr val="002C6B"/>
                </a:solidFill>
                <a:latin typeface="Raleway"/>
                <a:ea typeface="Raleway"/>
                <a:cs typeface="Raleway"/>
                <a:sym typeface="Raleway"/>
              </a:rPr>
              <a:t>Only Mobile Health uses A.I. to Identify, Engage &amp; Improve health</a:t>
            </a:r>
            <a:endParaRPr b="1" i="0" sz="2000" u="none" cap="none" strike="noStrike">
              <a:solidFill>
                <a:srgbClr val="002C6B"/>
              </a:solidFill>
              <a:latin typeface="Raleway"/>
              <a:ea typeface="Raleway"/>
              <a:cs typeface="Raleway"/>
              <a:sym typeface="Raleway"/>
            </a:endParaRPr>
          </a:p>
        </p:txBody>
      </p:sp>
      <p:sp>
        <p:nvSpPr>
          <p:cNvPr id="1827" name="Google Shape;1827;p243"/>
          <p:cNvSpPr txBox="1"/>
          <p:nvPr/>
        </p:nvSpPr>
        <p:spPr>
          <a:xfrm>
            <a:off x="666015" y="3451813"/>
            <a:ext cx="2316300" cy="3771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F6851F"/>
              </a:buClr>
              <a:buSzPts val="900"/>
              <a:buFont typeface="Arial"/>
              <a:buNone/>
            </a:pPr>
            <a:r>
              <a:rPr i="0" lang="en" sz="1000" u="none" cap="none" strike="noStrike">
                <a:solidFill>
                  <a:srgbClr val="F6851F"/>
                </a:solidFill>
                <a:latin typeface="Raleway"/>
                <a:ea typeface="Raleway"/>
                <a:cs typeface="Raleway"/>
                <a:sym typeface="Raleway"/>
              </a:rPr>
              <a:t>Health assessment, demographic data, wearables, clinical data </a:t>
            </a:r>
            <a:endParaRPr i="0" sz="1200" u="none" cap="none" strike="noStrike">
              <a:solidFill>
                <a:srgbClr val="000000"/>
              </a:solidFill>
              <a:latin typeface="Raleway"/>
              <a:ea typeface="Raleway"/>
              <a:cs typeface="Raleway"/>
              <a:sym typeface="Raleway"/>
            </a:endParaRPr>
          </a:p>
        </p:txBody>
      </p:sp>
      <p:sp>
        <p:nvSpPr>
          <p:cNvPr id="1828" name="Google Shape;1828;p243"/>
          <p:cNvSpPr txBox="1"/>
          <p:nvPr/>
        </p:nvSpPr>
        <p:spPr>
          <a:xfrm>
            <a:off x="654674" y="3201804"/>
            <a:ext cx="23163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F497F"/>
              </a:buClr>
              <a:buSzPts val="1400"/>
              <a:buFont typeface="Tahoma"/>
              <a:buNone/>
            </a:pPr>
            <a:r>
              <a:rPr b="1" i="0" lang="en" sz="1400" u="none" cap="none" strike="noStrike">
                <a:solidFill>
                  <a:srgbClr val="0F497F"/>
                </a:solidFill>
                <a:latin typeface="Raleway"/>
                <a:ea typeface="Raleway"/>
                <a:cs typeface="Raleway"/>
                <a:sym typeface="Raleway"/>
              </a:rPr>
              <a:t>Meet Davinder</a:t>
            </a:r>
            <a:endParaRPr b="1" i="0" sz="1400" u="none" cap="none" strike="noStrike">
              <a:solidFill>
                <a:srgbClr val="0F497F"/>
              </a:solidFill>
              <a:latin typeface="Raleway"/>
              <a:ea typeface="Raleway"/>
              <a:cs typeface="Raleway"/>
              <a:sym typeface="Raleway"/>
            </a:endParaRPr>
          </a:p>
        </p:txBody>
      </p:sp>
      <p:sp>
        <p:nvSpPr>
          <p:cNvPr id="1829" name="Google Shape;1829;p243"/>
          <p:cNvSpPr txBox="1"/>
          <p:nvPr/>
        </p:nvSpPr>
        <p:spPr>
          <a:xfrm>
            <a:off x="-1" y="5290904"/>
            <a:ext cx="13269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7F7F7F"/>
                </a:solidFill>
                <a:latin typeface="Arial"/>
                <a:ea typeface="Arial"/>
                <a:cs typeface="Arial"/>
                <a:sym typeface="Arial"/>
              </a:rPr>
              <a:t>Confidential and Proprietary</a:t>
            </a:r>
            <a:endParaRPr b="0" i="0" sz="1100" u="none" cap="none" strike="noStrike">
              <a:solidFill>
                <a:srgbClr val="000000"/>
              </a:solidFill>
              <a:latin typeface="Arial"/>
              <a:ea typeface="Arial"/>
              <a:cs typeface="Arial"/>
              <a:sym typeface="Arial"/>
            </a:endParaRPr>
          </a:p>
        </p:txBody>
      </p:sp>
      <p:sp>
        <p:nvSpPr>
          <p:cNvPr id="1830" name="Google Shape;1830;p243"/>
          <p:cNvSpPr txBox="1"/>
          <p:nvPr/>
        </p:nvSpPr>
        <p:spPr>
          <a:xfrm>
            <a:off x="6375009" y="1943668"/>
            <a:ext cx="1538100" cy="964200"/>
          </a:xfrm>
          <a:prstGeom prst="rect">
            <a:avLst/>
          </a:prstGeom>
          <a:noFill/>
          <a:ln>
            <a:noFill/>
          </a:ln>
        </p:spPr>
        <p:txBody>
          <a:bodyPr anchorCtr="0" anchor="t" bIns="41125" lIns="82275" spcFirstLastPara="1" rIns="82275" wrap="square" tIns="41125">
            <a:normAutofit/>
          </a:bodyPr>
          <a:lstStyle/>
          <a:p>
            <a:pPr indent="0" lvl="0" marL="0" marR="0" rtl="0" algn="ctr">
              <a:lnSpc>
                <a:spcPct val="100000"/>
              </a:lnSpc>
              <a:spcBef>
                <a:spcPts val="0"/>
              </a:spcBef>
              <a:spcAft>
                <a:spcPts val="0"/>
              </a:spcAft>
              <a:buClr>
                <a:srgbClr val="388FA8"/>
              </a:buClr>
              <a:buSzPts val="3600"/>
              <a:buFont typeface="Arial"/>
              <a:buNone/>
            </a:pPr>
            <a:r>
              <a:rPr b="1" i="0" lang="en" sz="3600" u="none" cap="none" strike="noStrike">
                <a:solidFill>
                  <a:srgbClr val="1B376C"/>
                </a:solidFill>
                <a:latin typeface="Raleway"/>
                <a:ea typeface="Raleway"/>
                <a:cs typeface="Raleway"/>
                <a:sym typeface="Raleway"/>
              </a:rPr>
              <a:t>90%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80"/>
              </a:spcBef>
              <a:spcAft>
                <a:spcPts val="0"/>
              </a:spcAft>
              <a:buClr>
                <a:srgbClr val="388FA8"/>
              </a:buClr>
              <a:buSzPts val="900"/>
              <a:buFont typeface="Arial"/>
              <a:buNone/>
            </a:pPr>
            <a:r>
              <a:rPr b="0" i="0" lang="en" sz="900" u="none" cap="none" strike="noStrike">
                <a:solidFill>
                  <a:srgbClr val="2A2E30"/>
                </a:solidFill>
                <a:latin typeface="Raleway"/>
                <a:ea typeface="Raleway"/>
                <a:cs typeface="Raleway"/>
                <a:sym typeface="Raleway"/>
              </a:rPr>
              <a:t>Improved their health</a:t>
            </a:r>
            <a:endParaRPr b="0" i="0" sz="1400" u="none" cap="none" strike="noStrike">
              <a:solidFill>
                <a:srgbClr val="000000"/>
              </a:solidFill>
              <a:latin typeface="Arial"/>
              <a:ea typeface="Arial"/>
              <a:cs typeface="Arial"/>
              <a:sym typeface="Arial"/>
            </a:endParaRPr>
          </a:p>
        </p:txBody>
      </p:sp>
      <p:sp>
        <p:nvSpPr>
          <p:cNvPr id="1831" name="Google Shape;1831;p243"/>
          <p:cNvSpPr txBox="1"/>
          <p:nvPr/>
        </p:nvSpPr>
        <p:spPr>
          <a:xfrm>
            <a:off x="6375009" y="3019455"/>
            <a:ext cx="15381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 sz="3600" u="none" cap="none" strike="noStrike">
                <a:solidFill>
                  <a:srgbClr val="1B376C"/>
                </a:solidFill>
                <a:latin typeface="Raleway"/>
                <a:ea typeface="Raleway"/>
                <a:cs typeface="Raleway"/>
                <a:sym typeface="Raleway"/>
              </a:rPr>
              <a:t>85%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A2E30"/>
                </a:solidFill>
                <a:latin typeface="Raleway"/>
                <a:ea typeface="Raleway"/>
                <a:cs typeface="Raleway"/>
                <a:sym typeface="Raleway"/>
              </a:rPr>
              <a:t>Would recommend to a friend</a:t>
            </a:r>
            <a:endParaRPr b="0" i="0" sz="1400" u="none" cap="none" strike="noStrike">
              <a:solidFill>
                <a:srgbClr val="000000"/>
              </a:solidFill>
              <a:latin typeface="Arial"/>
              <a:ea typeface="Arial"/>
              <a:cs typeface="Arial"/>
              <a:sym typeface="Arial"/>
            </a:endParaRPr>
          </a:p>
        </p:txBody>
      </p:sp>
      <p:grpSp>
        <p:nvGrpSpPr>
          <p:cNvPr id="1832" name="Google Shape;1832;p243"/>
          <p:cNvGrpSpPr/>
          <p:nvPr/>
        </p:nvGrpSpPr>
        <p:grpSpPr>
          <a:xfrm>
            <a:off x="3615309" y="1547583"/>
            <a:ext cx="1661812" cy="3276559"/>
            <a:chOff x="3472085" y="1371738"/>
            <a:chExt cx="1661812" cy="3276559"/>
          </a:xfrm>
        </p:grpSpPr>
        <p:pic>
          <p:nvPicPr>
            <p:cNvPr descr="A screenshot of a cell phone&#10;&#10;Description automatically generated" id="1833" name="Google Shape;1833;p243"/>
            <p:cNvPicPr preferRelativeResize="0"/>
            <p:nvPr/>
          </p:nvPicPr>
          <p:blipFill rotWithShape="1">
            <a:blip r:embed="rId6">
              <a:alphaModFix/>
            </a:blip>
            <a:srcRect b="0" l="0" r="0" t="0"/>
            <a:stretch/>
          </p:blipFill>
          <p:spPr>
            <a:xfrm>
              <a:off x="3472085" y="1371738"/>
              <a:ext cx="1661812" cy="3276559"/>
            </a:xfrm>
            <a:prstGeom prst="rect">
              <a:avLst/>
            </a:prstGeom>
            <a:noFill/>
            <a:ln>
              <a:noFill/>
            </a:ln>
          </p:spPr>
        </p:pic>
        <p:pic>
          <p:nvPicPr>
            <p:cNvPr id="1834" name="Google Shape;1834;p243" title="Screenshot 2026-02-03 at 9.45.00 AM.png"/>
            <p:cNvPicPr preferRelativeResize="0"/>
            <p:nvPr/>
          </p:nvPicPr>
          <p:blipFill rotWithShape="1">
            <a:blip r:embed="rId7">
              <a:alphaModFix/>
            </a:blip>
            <a:srcRect b="0" l="0" r="0" t="0"/>
            <a:stretch/>
          </p:blipFill>
          <p:spPr>
            <a:xfrm>
              <a:off x="3668646" y="3051929"/>
              <a:ext cx="1280450" cy="1184525"/>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sp>
        <p:nvSpPr>
          <p:cNvPr id="1840" name="Google Shape;1840;p244"/>
          <p:cNvSpPr/>
          <p:nvPr/>
        </p:nvSpPr>
        <p:spPr>
          <a:xfrm>
            <a:off x="3356222" y="1422344"/>
            <a:ext cx="279900" cy="50400"/>
          </a:xfrm>
          <a:prstGeom prst="rect">
            <a:avLst/>
          </a:prstGeom>
          <a:solidFill>
            <a:srgbClr val="F6F6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1841" name="Google Shape;1841;p244"/>
          <p:cNvSpPr/>
          <p:nvPr/>
        </p:nvSpPr>
        <p:spPr>
          <a:xfrm>
            <a:off x="3894729" y="1216750"/>
            <a:ext cx="824100" cy="534600"/>
          </a:xfrm>
          <a:prstGeom prst="ellipse">
            <a:avLst/>
          </a:prstGeom>
          <a:noFill/>
          <a:ln cap="flat" cmpd="sng" w="19050">
            <a:solidFill>
              <a:srgbClr val="EF4C2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350"/>
              <a:buFont typeface="Arial"/>
              <a:buNone/>
            </a:pPr>
            <a:r>
              <a:t/>
            </a:r>
            <a:endParaRPr b="0" i="0" sz="1350" u="none" cap="none" strike="noStrike">
              <a:solidFill>
                <a:srgbClr val="FFFFFF"/>
              </a:solidFill>
              <a:latin typeface="Arial"/>
              <a:ea typeface="Arial"/>
              <a:cs typeface="Arial"/>
              <a:sym typeface="Arial"/>
            </a:endParaRPr>
          </a:p>
        </p:txBody>
      </p:sp>
      <p:grpSp>
        <p:nvGrpSpPr>
          <p:cNvPr id="1842" name="Google Shape;1842;p244"/>
          <p:cNvGrpSpPr/>
          <p:nvPr/>
        </p:nvGrpSpPr>
        <p:grpSpPr>
          <a:xfrm>
            <a:off x="413970" y="339996"/>
            <a:ext cx="6989021" cy="4800558"/>
            <a:chOff x="1622137" y="247651"/>
            <a:chExt cx="7950200" cy="5843649"/>
          </a:xfrm>
        </p:grpSpPr>
        <p:pic>
          <p:nvPicPr>
            <p:cNvPr descr="Premium Vector | Computer monitor screen" id="1843" name="Google Shape;1843;p244"/>
            <p:cNvPicPr preferRelativeResize="0"/>
            <p:nvPr/>
          </p:nvPicPr>
          <p:blipFill rotWithShape="1">
            <a:blip r:embed="rId3">
              <a:alphaModFix/>
            </a:blip>
            <a:srcRect b="0" l="0" r="0" t="0"/>
            <a:stretch/>
          </p:blipFill>
          <p:spPr>
            <a:xfrm>
              <a:off x="1622137" y="247651"/>
              <a:ext cx="7950200" cy="5843649"/>
            </a:xfrm>
            <a:prstGeom prst="rect">
              <a:avLst/>
            </a:prstGeom>
            <a:noFill/>
            <a:ln>
              <a:noFill/>
            </a:ln>
          </p:spPr>
        </p:pic>
        <p:pic>
          <p:nvPicPr>
            <p:cNvPr descr="A screenshot of a computer&#10;&#10;Description automatically generated" id="1844" name="Google Shape;1844;p244"/>
            <p:cNvPicPr preferRelativeResize="0"/>
            <p:nvPr/>
          </p:nvPicPr>
          <p:blipFill rotWithShape="1">
            <a:blip r:embed="rId4">
              <a:alphaModFix/>
            </a:blip>
            <a:srcRect b="0" l="0" r="0" t="0"/>
            <a:stretch/>
          </p:blipFill>
          <p:spPr>
            <a:xfrm>
              <a:off x="2405013" y="1080001"/>
              <a:ext cx="6384445" cy="3686399"/>
            </a:xfrm>
            <a:prstGeom prst="rect">
              <a:avLst/>
            </a:prstGeom>
            <a:noFill/>
            <a:ln>
              <a:noFill/>
            </a:ln>
          </p:spPr>
        </p:pic>
      </p:grpSp>
      <p:pic>
        <p:nvPicPr>
          <p:cNvPr descr="A screenshot of a data analysis&#10;&#10;Description automatically generated" id="1845" name="Google Shape;1845;p244"/>
          <p:cNvPicPr preferRelativeResize="0"/>
          <p:nvPr/>
        </p:nvPicPr>
        <p:blipFill rotWithShape="1">
          <a:blip r:embed="rId5">
            <a:alphaModFix/>
          </a:blip>
          <a:srcRect b="0" l="0" r="0" t="0"/>
          <a:stretch/>
        </p:blipFill>
        <p:spPr>
          <a:xfrm>
            <a:off x="1124620" y="1013679"/>
            <a:ext cx="5588511" cy="2978019"/>
          </a:xfrm>
          <a:prstGeom prst="rect">
            <a:avLst/>
          </a:prstGeom>
          <a:noFill/>
          <a:ln>
            <a:noFill/>
          </a:ln>
        </p:spPr>
      </p:pic>
      <p:sp>
        <p:nvSpPr>
          <p:cNvPr id="1846" name="Google Shape;1846;p244"/>
          <p:cNvSpPr/>
          <p:nvPr/>
        </p:nvSpPr>
        <p:spPr>
          <a:xfrm>
            <a:off x="3804139" y="1066799"/>
            <a:ext cx="697500" cy="484200"/>
          </a:xfrm>
          <a:prstGeom prst="ellipse">
            <a:avLst/>
          </a:prstGeom>
          <a:noFill/>
          <a:ln cap="flat" cmpd="sng" w="1905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1847" name="Google Shape;1847;p244"/>
          <p:cNvSpPr txBox="1"/>
          <p:nvPr/>
        </p:nvSpPr>
        <p:spPr>
          <a:xfrm>
            <a:off x="7087969" y="1993706"/>
            <a:ext cx="1725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Raleway"/>
                <a:ea typeface="Raleway"/>
                <a:cs typeface="Raleway"/>
                <a:sym typeface="Raleway"/>
              </a:rPr>
              <a:t>*Actual client savings achieved by guiding employees to digital-first solutions compared to traditional community-based care.</a:t>
            </a:r>
            <a:endParaRPr b="0" i="0" sz="1400" u="none" cap="none" strike="noStrike">
              <a:solidFill>
                <a:srgbClr val="000000"/>
              </a:solidFill>
              <a:latin typeface="Arial"/>
              <a:ea typeface="Arial"/>
              <a:cs typeface="Arial"/>
              <a:sym typeface="Arial"/>
            </a:endParaRPr>
          </a:p>
        </p:txBody>
      </p:sp>
      <p:sp>
        <p:nvSpPr>
          <p:cNvPr id="1848" name="Google Shape;1848;p244"/>
          <p:cNvSpPr/>
          <p:nvPr/>
        </p:nvSpPr>
        <p:spPr>
          <a:xfrm>
            <a:off x="3726730" y="953193"/>
            <a:ext cx="894600" cy="562200"/>
          </a:xfrm>
          <a:prstGeom prst="ellipse">
            <a:avLst/>
          </a:prstGeom>
          <a:noFill/>
          <a:ln cap="flat" cmpd="sng" w="38100">
            <a:solidFill>
              <a:srgbClr val="EF4C2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1849" name="Google Shape;1849;p244"/>
          <p:cNvSpPr txBox="1"/>
          <p:nvPr>
            <p:ph type="title"/>
          </p:nvPr>
        </p:nvSpPr>
        <p:spPr>
          <a:xfrm>
            <a:off x="506407" y="342900"/>
            <a:ext cx="7230000" cy="41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83333"/>
              <a:buNone/>
            </a:pPr>
            <a:r>
              <a:rPr lang="en" sz="2400">
                <a:solidFill>
                  <a:srgbClr val="002C6B"/>
                </a:solidFill>
                <a:latin typeface="Raleway"/>
                <a:ea typeface="Raleway"/>
                <a:cs typeface="Raleway"/>
                <a:sym typeface="Raleway"/>
              </a:rPr>
              <a:t>Proven Health Improvement &amp; Real Savings</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p245"/>
          <p:cNvSpPr txBox="1"/>
          <p:nvPr/>
        </p:nvSpPr>
        <p:spPr>
          <a:xfrm>
            <a:off x="276168" y="994740"/>
            <a:ext cx="3537000" cy="242100"/>
          </a:xfrm>
          <a:prstGeom prst="rect">
            <a:avLst/>
          </a:prstGeom>
          <a:noFill/>
          <a:ln>
            <a:noFill/>
          </a:ln>
        </p:spPr>
        <p:txBody>
          <a:bodyPr anchorCtr="0" anchor="t" bIns="0" lIns="0" spcFirstLastPara="1" rIns="0" wrap="square" tIns="10600">
            <a:noAutofit/>
          </a:bodyPr>
          <a:lstStyle/>
          <a:p>
            <a:pPr indent="0" lvl="0" marL="60325" marR="0" rtl="0" algn="l">
              <a:lnSpc>
                <a:spcPct val="100000"/>
              </a:lnSpc>
              <a:spcBef>
                <a:spcPts val="0"/>
              </a:spcBef>
              <a:spcAft>
                <a:spcPts val="0"/>
              </a:spcAft>
              <a:buClr>
                <a:srgbClr val="000000"/>
              </a:buClr>
              <a:buSzPts val="1503"/>
              <a:buFont typeface="Arial"/>
              <a:buNone/>
            </a:pPr>
            <a:r>
              <a:rPr b="1" i="0" lang="en" sz="1503" u="none" cap="none" strike="noStrike">
                <a:solidFill>
                  <a:srgbClr val="04A0B7"/>
                </a:solidFill>
                <a:latin typeface="Raleway"/>
                <a:ea typeface="Raleway"/>
                <a:cs typeface="Raleway"/>
                <a:sym typeface="Raleway"/>
              </a:rPr>
              <a:t>Condition Mgt / Digital Care</a:t>
            </a:r>
            <a:endParaRPr b="0" i="0" sz="1503" u="none" cap="none" strike="noStrike">
              <a:solidFill>
                <a:srgbClr val="04A0B7"/>
              </a:solidFill>
              <a:latin typeface="Raleway"/>
              <a:ea typeface="Raleway"/>
              <a:cs typeface="Raleway"/>
              <a:sym typeface="Raleway"/>
            </a:endParaRPr>
          </a:p>
        </p:txBody>
      </p:sp>
      <p:sp>
        <p:nvSpPr>
          <p:cNvPr id="1855" name="Google Shape;1855;p245"/>
          <p:cNvSpPr txBox="1"/>
          <p:nvPr/>
        </p:nvSpPr>
        <p:spPr>
          <a:xfrm>
            <a:off x="312744" y="1268598"/>
            <a:ext cx="1625700" cy="3264600"/>
          </a:xfrm>
          <a:prstGeom prst="rect">
            <a:avLst/>
          </a:prstGeom>
          <a:noFill/>
          <a:ln>
            <a:noFill/>
          </a:ln>
        </p:spPr>
        <p:txBody>
          <a:bodyPr anchorCtr="0" anchor="t" bIns="0" lIns="0" spcFirstLastPara="1" rIns="0" wrap="square" tIns="92250">
            <a:spAutoFit/>
          </a:bodyPr>
          <a:lstStyle/>
          <a:p>
            <a:pPr indent="0" lvl="1" marL="0" marR="0" rtl="0" algn="l">
              <a:lnSpc>
                <a:spcPct val="100000"/>
              </a:lnSpc>
              <a:spcBef>
                <a:spcPts val="0"/>
              </a:spcBef>
              <a:spcAft>
                <a:spcPts val="0"/>
              </a:spcAft>
              <a:buNone/>
            </a:pPr>
            <a:r>
              <a:rPr b="1" i="0" lang="en" sz="1000" u="none" cap="none" strike="noStrike">
                <a:solidFill>
                  <a:srgbClr val="000000"/>
                </a:solidFill>
                <a:latin typeface="Raleway"/>
                <a:ea typeface="Raleway"/>
                <a:cs typeface="Raleway"/>
                <a:sym typeface="Raleway"/>
              </a:rPr>
              <a:t>Behavioral Health</a:t>
            </a:r>
            <a:endParaRPr>
              <a:latin typeface="Raleway"/>
              <a:ea typeface="Raleway"/>
              <a:cs typeface="Raleway"/>
              <a:sym typeface="Raleway"/>
            </a:endParaRPr>
          </a:p>
          <a:p>
            <a:pPr indent="-112954" lvl="1"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Managing Depression</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Managing Anxiety</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Treating Insomnia</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Substance Misuse</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Social Anxiety</a:t>
            </a:r>
            <a:endParaRPr>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t/>
            </a:r>
            <a:endParaRPr i="0" sz="1000" u="none" cap="none" strike="noStrike">
              <a:solidFill>
                <a:srgbClr val="000000"/>
              </a:solidFill>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rPr b="1" i="0" lang="en" sz="1000" u="none" cap="none" strike="noStrike">
                <a:solidFill>
                  <a:srgbClr val="000000"/>
                </a:solidFill>
                <a:latin typeface="Raleway"/>
                <a:ea typeface="Raleway"/>
                <a:cs typeface="Raleway"/>
                <a:sym typeface="Raleway"/>
              </a:rPr>
              <a:t>Heart Health</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Healthy Blood Pressure</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Hyperlipidemia</a:t>
            </a:r>
            <a:endParaRPr>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t/>
            </a:r>
            <a:endParaRPr i="0" sz="1000" u="none" cap="none" strike="noStrike">
              <a:solidFill>
                <a:srgbClr val="000000"/>
              </a:solidFill>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rPr b="1" i="0" lang="en" sz="1000" u="none" cap="none" strike="noStrike">
                <a:solidFill>
                  <a:srgbClr val="000000"/>
                </a:solidFill>
                <a:latin typeface="Raleway"/>
                <a:ea typeface="Raleway"/>
                <a:cs typeface="Raleway"/>
                <a:sym typeface="Raleway"/>
              </a:rPr>
              <a:t>Lung Health</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COPD/Asthma</a:t>
            </a:r>
            <a:endParaRPr>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t/>
            </a:r>
            <a:endParaRPr i="0" sz="1000" u="none" cap="none" strike="noStrike">
              <a:solidFill>
                <a:srgbClr val="000000"/>
              </a:solidFill>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rPr b="1" i="0" lang="en" sz="1000" u="none" cap="none" strike="noStrike">
                <a:solidFill>
                  <a:srgbClr val="000000"/>
                </a:solidFill>
                <a:latin typeface="Raleway"/>
                <a:ea typeface="Raleway"/>
                <a:cs typeface="Raleway"/>
                <a:sym typeface="Raleway"/>
              </a:rPr>
              <a:t>Family </a:t>
            </a:r>
            <a:r>
              <a:rPr b="1" lang="en" sz="1000">
                <a:latin typeface="Raleway"/>
                <a:ea typeface="Raleway"/>
                <a:cs typeface="Raleway"/>
                <a:sym typeface="Raleway"/>
              </a:rPr>
              <a:t>F</a:t>
            </a:r>
            <a:r>
              <a:rPr b="1" i="0" lang="en" sz="1000" u="none" cap="none" strike="noStrike">
                <a:solidFill>
                  <a:srgbClr val="000000"/>
                </a:solidFill>
                <a:latin typeface="Raleway"/>
                <a:ea typeface="Raleway"/>
                <a:cs typeface="Raleway"/>
                <a:sym typeface="Raleway"/>
              </a:rPr>
              <a:t>orming</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Pregnancy</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Postpartum</a:t>
            </a:r>
            <a:endParaRPr>
              <a:latin typeface="Raleway"/>
              <a:ea typeface="Raleway"/>
              <a:cs typeface="Raleway"/>
              <a:sym typeface="Raleway"/>
            </a:endParaRPr>
          </a:p>
        </p:txBody>
      </p:sp>
      <p:sp>
        <p:nvSpPr>
          <p:cNvPr id="1856" name="Google Shape;1856;p245"/>
          <p:cNvSpPr txBox="1"/>
          <p:nvPr/>
        </p:nvSpPr>
        <p:spPr>
          <a:xfrm>
            <a:off x="1965721" y="1268598"/>
            <a:ext cx="1418700" cy="3474600"/>
          </a:xfrm>
          <a:prstGeom prst="rect">
            <a:avLst/>
          </a:prstGeom>
          <a:noFill/>
          <a:ln>
            <a:noFill/>
          </a:ln>
        </p:spPr>
        <p:txBody>
          <a:bodyPr anchorCtr="0" anchor="t" bIns="0" lIns="0" spcFirstLastPara="1" rIns="0" wrap="square" tIns="92250">
            <a:spAutoFit/>
          </a:bodyPr>
          <a:lstStyle/>
          <a:p>
            <a:pPr indent="0" lvl="0" marL="10605" marR="0" rtl="0" algn="l">
              <a:lnSpc>
                <a:spcPct val="100000"/>
              </a:lnSpc>
              <a:spcBef>
                <a:spcPts val="0"/>
              </a:spcBef>
              <a:spcAft>
                <a:spcPts val="0"/>
              </a:spcAft>
              <a:buClr>
                <a:srgbClr val="000000"/>
              </a:buClr>
              <a:buSzPts val="1503"/>
              <a:buFont typeface="Arial"/>
              <a:buNone/>
            </a:pPr>
            <a:r>
              <a:rPr b="1" i="0" lang="en" sz="1000" u="none" cap="none" strike="noStrike">
                <a:solidFill>
                  <a:srgbClr val="000000"/>
                </a:solidFill>
                <a:latin typeface="Raleway"/>
                <a:ea typeface="Raleway"/>
                <a:cs typeface="Raleway"/>
                <a:sym typeface="Raleway"/>
              </a:rPr>
              <a:t>MSK</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Lower Back Care</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Neck Care</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Knee Care</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Hip Care</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Shoulder Care</a:t>
            </a:r>
            <a:endParaRPr>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t/>
            </a:r>
            <a:endParaRPr i="0" sz="1000" u="none" cap="none" strike="noStrike">
              <a:solidFill>
                <a:srgbClr val="000000"/>
              </a:solidFill>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rPr b="1" i="0" lang="en" sz="1000" u="none" cap="none" strike="noStrike">
                <a:solidFill>
                  <a:srgbClr val="000000"/>
                </a:solidFill>
                <a:latin typeface="Raleway"/>
                <a:ea typeface="Raleway"/>
                <a:cs typeface="Raleway"/>
                <a:sym typeface="Raleway"/>
              </a:rPr>
              <a:t>Weight</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Weight Management</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GLP-1 Support</a:t>
            </a:r>
            <a:endParaRPr>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t/>
            </a:r>
            <a:endParaRPr i="0" sz="1000" u="none" cap="none" strike="noStrike">
              <a:solidFill>
                <a:srgbClr val="000000"/>
              </a:solidFill>
              <a:latin typeface="Raleway"/>
              <a:ea typeface="Raleway"/>
              <a:cs typeface="Raleway"/>
              <a:sym typeface="Raleway"/>
            </a:endParaRPr>
          </a:p>
          <a:p>
            <a:pPr indent="0" lvl="0" marL="10605" marR="0" rtl="0" algn="l">
              <a:lnSpc>
                <a:spcPct val="100000"/>
              </a:lnSpc>
              <a:spcBef>
                <a:spcPts val="0"/>
              </a:spcBef>
              <a:spcAft>
                <a:spcPts val="0"/>
              </a:spcAft>
              <a:buClr>
                <a:srgbClr val="000000"/>
              </a:buClr>
              <a:buSzPts val="1503"/>
              <a:buFont typeface="Arial"/>
              <a:buNone/>
            </a:pPr>
            <a:r>
              <a:rPr b="1" i="0" lang="en" sz="1000" u="none" cap="none" strike="noStrike">
                <a:solidFill>
                  <a:srgbClr val="000000"/>
                </a:solidFill>
                <a:latin typeface="Raleway"/>
                <a:ea typeface="Raleway"/>
                <a:cs typeface="Raleway"/>
                <a:sym typeface="Raleway"/>
              </a:rPr>
              <a:t>Diabetes</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Diabetes Prevention</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Diabetes Prevention Cont.</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Diabetes Management</a:t>
            </a:r>
            <a:endParaRPr i="0" sz="1002" u="none" cap="none" strike="noStrike">
              <a:solidFill>
                <a:srgbClr val="000000"/>
              </a:solidFill>
              <a:latin typeface="Raleway Medium"/>
              <a:ea typeface="Raleway Medium"/>
              <a:cs typeface="Raleway Medium"/>
              <a:sym typeface="Raleway Medium"/>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Diabetes Companion</a:t>
            </a:r>
            <a:endParaRPr>
              <a:latin typeface="Raleway"/>
              <a:ea typeface="Raleway"/>
              <a:cs typeface="Raleway"/>
              <a:sym typeface="Raleway"/>
            </a:endParaRPr>
          </a:p>
        </p:txBody>
      </p:sp>
      <p:sp>
        <p:nvSpPr>
          <p:cNvPr id="1857" name="Google Shape;1857;p245"/>
          <p:cNvSpPr txBox="1"/>
          <p:nvPr/>
        </p:nvSpPr>
        <p:spPr>
          <a:xfrm>
            <a:off x="3779655" y="1268598"/>
            <a:ext cx="1625700" cy="2859000"/>
          </a:xfrm>
          <a:prstGeom prst="rect">
            <a:avLst/>
          </a:prstGeom>
          <a:noFill/>
          <a:ln>
            <a:noFill/>
          </a:ln>
        </p:spPr>
        <p:txBody>
          <a:bodyPr anchorCtr="0" anchor="t" bIns="0" lIns="0" spcFirstLastPara="1" rIns="0" wrap="square" tIns="92250">
            <a:spAutoFit/>
          </a:bodyPr>
          <a:lstStyle/>
          <a:p>
            <a:pPr indent="0" lvl="0" marL="10605" marR="0" rtl="0" algn="l">
              <a:lnSpc>
                <a:spcPct val="100000"/>
              </a:lnSpc>
              <a:spcBef>
                <a:spcPts val="0"/>
              </a:spcBef>
              <a:spcAft>
                <a:spcPts val="0"/>
              </a:spcAft>
              <a:buClr>
                <a:srgbClr val="000000"/>
              </a:buClr>
              <a:buSzPts val="1503"/>
              <a:buFont typeface="Arial"/>
              <a:buNone/>
            </a:pPr>
            <a:r>
              <a:rPr b="1" i="0" lang="en" sz="1002" u="none" cap="none" strike="noStrike">
                <a:solidFill>
                  <a:srgbClr val="000000"/>
                </a:solidFill>
                <a:latin typeface="Raleway"/>
                <a:ea typeface="Raleway"/>
                <a:cs typeface="Raleway"/>
                <a:sym typeface="Raleway"/>
              </a:rPr>
              <a:t>Challenges &amp; Healthy Habit</a:t>
            </a:r>
            <a:r>
              <a:rPr i="0" lang="en" sz="1002" u="none" cap="none" strike="noStrike">
                <a:solidFill>
                  <a:srgbClr val="000000"/>
                </a:solidFill>
                <a:latin typeface="Raleway Medium"/>
                <a:ea typeface="Raleway Medium"/>
                <a:cs typeface="Raleway Medium"/>
                <a:sym typeface="Raleway Medium"/>
              </a:rPr>
              <a:t>s</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Physical</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Emotional</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Financial</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Social</a:t>
            </a:r>
            <a:endParaRPr>
              <a:latin typeface="Raleway"/>
              <a:ea typeface="Raleway"/>
              <a:cs typeface="Raleway"/>
              <a:sym typeface="Raleway"/>
            </a:endParaRPr>
          </a:p>
          <a:p>
            <a:pPr indent="-112954" lvl="0" marL="129922" marR="0" rtl="0" algn="l">
              <a:lnSpc>
                <a:spcPct val="100000"/>
              </a:lnSpc>
              <a:spcBef>
                <a:spcPts val="430"/>
              </a:spcBef>
              <a:spcAft>
                <a:spcPts val="0"/>
              </a:spcAft>
              <a:buClr>
                <a:srgbClr val="388FA8"/>
              </a:buClr>
              <a:buSzPts val="835"/>
              <a:buFont typeface="Raleway"/>
              <a:buChar char="•"/>
            </a:pPr>
            <a:r>
              <a:rPr i="0" lang="en" sz="1002" u="none" cap="none" strike="noStrike">
                <a:solidFill>
                  <a:srgbClr val="000000"/>
                </a:solidFill>
                <a:latin typeface="Raleway Medium"/>
                <a:ea typeface="Raleway Medium"/>
                <a:cs typeface="Raleway Medium"/>
                <a:sym typeface="Raleway Medium"/>
              </a:rPr>
              <a:t>Career</a:t>
            </a:r>
            <a:endParaRPr>
              <a:latin typeface="Raleway"/>
              <a:ea typeface="Raleway"/>
              <a:cs typeface="Raleway"/>
              <a:sym typeface="Raleway"/>
            </a:endParaRPr>
          </a:p>
          <a:p>
            <a:pPr indent="-59931" lvl="0" marL="129922" marR="0" rtl="0" algn="l">
              <a:lnSpc>
                <a:spcPct val="100000"/>
              </a:lnSpc>
              <a:spcBef>
                <a:spcPts val="430"/>
              </a:spcBef>
              <a:spcAft>
                <a:spcPts val="0"/>
              </a:spcAft>
              <a:buClr>
                <a:srgbClr val="388FA8"/>
              </a:buClr>
              <a:buSzPts val="835"/>
              <a:buFont typeface="Arial"/>
              <a:buNone/>
            </a:pPr>
            <a:r>
              <a:t/>
            </a:r>
            <a:endParaRPr i="0" sz="1002" u="none" cap="none" strike="noStrike">
              <a:solidFill>
                <a:srgbClr val="000000"/>
              </a:solidFill>
              <a:latin typeface="Raleway Medium"/>
              <a:ea typeface="Raleway Medium"/>
              <a:cs typeface="Raleway Medium"/>
              <a:sym typeface="Raleway Medium"/>
            </a:endParaRPr>
          </a:p>
          <a:p>
            <a:pPr indent="0" lvl="0" marL="16968" marR="0" rtl="0" algn="l">
              <a:lnSpc>
                <a:spcPct val="100000"/>
              </a:lnSpc>
              <a:spcBef>
                <a:spcPts val="430"/>
              </a:spcBef>
              <a:spcAft>
                <a:spcPts val="0"/>
              </a:spcAft>
              <a:buNone/>
            </a:pPr>
            <a:r>
              <a:rPr b="1" i="0" lang="en" sz="1002" u="none" cap="none" strike="noStrike">
                <a:solidFill>
                  <a:srgbClr val="000000"/>
                </a:solidFill>
                <a:latin typeface="Raleway"/>
                <a:ea typeface="Raleway"/>
                <a:cs typeface="Raleway"/>
                <a:sym typeface="Raleway"/>
              </a:rPr>
              <a:t>Incentives &amp; Rewards</a:t>
            </a:r>
            <a:endParaRPr>
              <a:latin typeface="Raleway"/>
              <a:ea typeface="Raleway"/>
              <a:cs typeface="Raleway"/>
              <a:sym typeface="Raleway"/>
            </a:endParaRPr>
          </a:p>
          <a:p>
            <a:pPr indent="0" lvl="0" marL="16968" marR="0" rtl="0" algn="l">
              <a:lnSpc>
                <a:spcPct val="100000"/>
              </a:lnSpc>
              <a:spcBef>
                <a:spcPts val="430"/>
              </a:spcBef>
              <a:spcAft>
                <a:spcPts val="0"/>
              </a:spcAft>
              <a:buNone/>
            </a:pPr>
            <a:r>
              <a:t/>
            </a:r>
            <a:endParaRPr b="1" i="0" sz="1002" u="none" cap="none" strike="noStrike">
              <a:solidFill>
                <a:srgbClr val="000000"/>
              </a:solidFill>
              <a:latin typeface="Raleway"/>
              <a:ea typeface="Raleway"/>
              <a:cs typeface="Raleway"/>
              <a:sym typeface="Raleway"/>
            </a:endParaRPr>
          </a:p>
          <a:p>
            <a:pPr indent="0" lvl="0" marL="16968" marR="0" rtl="0" algn="l">
              <a:lnSpc>
                <a:spcPct val="100000"/>
              </a:lnSpc>
              <a:spcBef>
                <a:spcPts val="430"/>
              </a:spcBef>
              <a:spcAft>
                <a:spcPts val="0"/>
              </a:spcAft>
              <a:buNone/>
            </a:pPr>
            <a:r>
              <a:rPr b="1" i="0" lang="en" sz="1002" u="none" cap="none" strike="noStrike">
                <a:solidFill>
                  <a:srgbClr val="000000"/>
                </a:solidFill>
                <a:latin typeface="Raleway"/>
                <a:ea typeface="Raleway"/>
                <a:cs typeface="Raleway"/>
                <a:sym typeface="Raleway"/>
              </a:rPr>
              <a:t>Communications</a:t>
            </a:r>
            <a:endParaRPr>
              <a:latin typeface="Raleway"/>
              <a:ea typeface="Raleway"/>
              <a:cs typeface="Raleway"/>
              <a:sym typeface="Raleway"/>
            </a:endParaRPr>
          </a:p>
          <a:p>
            <a:pPr indent="0" lvl="0" marL="16968" marR="0" rtl="0" algn="l">
              <a:lnSpc>
                <a:spcPct val="100000"/>
              </a:lnSpc>
              <a:spcBef>
                <a:spcPts val="430"/>
              </a:spcBef>
              <a:spcAft>
                <a:spcPts val="0"/>
              </a:spcAft>
              <a:buNone/>
            </a:pPr>
            <a:r>
              <a:t/>
            </a:r>
            <a:endParaRPr b="1" i="0" sz="1002" u="none" cap="none" strike="noStrike">
              <a:solidFill>
                <a:srgbClr val="000000"/>
              </a:solidFill>
              <a:latin typeface="Raleway"/>
              <a:ea typeface="Raleway"/>
              <a:cs typeface="Raleway"/>
              <a:sym typeface="Raleway"/>
            </a:endParaRPr>
          </a:p>
          <a:p>
            <a:pPr indent="0" lvl="0" marL="16968" marR="0" rtl="0" algn="l">
              <a:lnSpc>
                <a:spcPct val="100000"/>
              </a:lnSpc>
              <a:spcBef>
                <a:spcPts val="430"/>
              </a:spcBef>
              <a:spcAft>
                <a:spcPts val="0"/>
              </a:spcAft>
              <a:buNone/>
            </a:pPr>
            <a:r>
              <a:rPr b="1" i="0" lang="en" sz="1002" u="none" cap="none" strike="noStrike">
                <a:solidFill>
                  <a:srgbClr val="000000"/>
                </a:solidFill>
                <a:latin typeface="Raleway"/>
                <a:ea typeface="Raleway"/>
                <a:cs typeface="Raleway"/>
                <a:sym typeface="Raleway"/>
              </a:rPr>
              <a:t>Aggregation &amp; Personalization</a:t>
            </a:r>
            <a:endParaRPr b="1" i="0" sz="1002" u="none" cap="none" strike="noStrike">
              <a:solidFill>
                <a:srgbClr val="000000"/>
              </a:solidFill>
              <a:latin typeface="Raleway"/>
              <a:ea typeface="Raleway"/>
              <a:cs typeface="Raleway"/>
              <a:sym typeface="Raleway"/>
            </a:endParaRPr>
          </a:p>
        </p:txBody>
      </p:sp>
      <p:sp>
        <p:nvSpPr>
          <p:cNvPr id="1858" name="Google Shape;1858;p245"/>
          <p:cNvSpPr txBox="1"/>
          <p:nvPr/>
        </p:nvSpPr>
        <p:spPr>
          <a:xfrm>
            <a:off x="3679883" y="994740"/>
            <a:ext cx="2499000" cy="242100"/>
          </a:xfrm>
          <a:prstGeom prst="rect">
            <a:avLst/>
          </a:prstGeom>
          <a:noFill/>
          <a:ln>
            <a:noFill/>
          </a:ln>
        </p:spPr>
        <p:txBody>
          <a:bodyPr anchorCtr="0" anchor="t" bIns="0" lIns="0" spcFirstLastPara="1" rIns="0" wrap="square" tIns="10600">
            <a:noAutofit/>
          </a:bodyPr>
          <a:lstStyle/>
          <a:p>
            <a:pPr indent="0" lvl="0" marL="60325" marR="0" rtl="0" algn="l">
              <a:lnSpc>
                <a:spcPct val="100000"/>
              </a:lnSpc>
              <a:spcBef>
                <a:spcPts val="0"/>
              </a:spcBef>
              <a:spcAft>
                <a:spcPts val="0"/>
              </a:spcAft>
              <a:buClr>
                <a:srgbClr val="000000"/>
              </a:buClr>
              <a:buSzPts val="1503"/>
              <a:buFont typeface="Arial"/>
              <a:buNone/>
            </a:pPr>
            <a:r>
              <a:rPr b="1" i="0" lang="en" sz="1503" u="none" cap="none" strike="noStrike">
                <a:solidFill>
                  <a:srgbClr val="04A0B7"/>
                </a:solidFill>
                <a:latin typeface="Raleway"/>
                <a:ea typeface="Raleway"/>
                <a:cs typeface="Raleway"/>
                <a:sym typeface="Raleway"/>
              </a:rPr>
              <a:t>Wellbeing &amp; Engagement</a:t>
            </a:r>
            <a:endParaRPr b="0" i="0" sz="1503" u="none" cap="none" strike="noStrike">
              <a:solidFill>
                <a:srgbClr val="04A0B7"/>
              </a:solidFill>
              <a:latin typeface="Raleway"/>
              <a:ea typeface="Raleway"/>
              <a:cs typeface="Raleway"/>
              <a:sym typeface="Raleway"/>
            </a:endParaRPr>
          </a:p>
        </p:txBody>
      </p:sp>
      <p:sp>
        <p:nvSpPr>
          <p:cNvPr id="1859" name="Google Shape;1859;p245"/>
          <p:cNvSpPr txBox="1"/>
          <p:nvPr>
            <p:ph type="title"/>
          </p:nvPr>
        </p:nvSpPr>
        <p:spPr>
          <a:xfrm>
            <a:off x="312744" y="320349"/>
            <a:ext cx="7230000" cy="393000"/>
          </a:xfrm>
          <a:prstGeom prst="rect">
            <a:avLst/>
          </a:prstGeom>
          <a:noFill/>
          <a:ln>
            <a:noFill/>
          </a:ln>
        </p:spPr>
        <p:txBody>
          <a:bodyPr anchorCtr="0" anchor="b" bIns="34250" lIns="68550" spcFirstLastPara="1" rIns="68550" wrap="square" tIns="34250">
            <a:noAutofit/>
          </a:bodyPr>
          <a:lstStyle/>
          <a:p>
            <a:pPr indent="0" lvl="0" marL="0" rtl="0" algn="l">
              <a:lnSpc>
                <a:spcPct val="90000"/>
              </a:lnSpc>
              <a:spcBef>
                <a:spcPts val="0"/>
              </a:spcBef>
              <a:spcAft>
                <a:spcPts val="0"/>
              </a:spcAft>
              <a:buClr>
                <a:srgbClr val="000000"/>
              </a:buClr>
              <a:buSzPts val="990"/>
              <a:buFont typeface="Arial"/>
              <a:buNone/>
            </a:pPr>
            <a:r>
              <a:rPr lang="en" sz="2000">
                <a:solidFill>
                  <a:srgbClr val="002C6B"/>
                </a:solidFill>
                <a:latin typeface="Raleway"/>
                <a:ea typeface="Raleway"/>
                <a:cs typeface="Raleway"/>
                <a:sym typeface="Raleway"/>
              </a:rPr>
              <a:t>What’s Inside</a:t>
            </a:r>
            <a:endParaRPr/>
          </a:p>
        </p:txBody>
      </p:sp>
      <p:pic>
        <p:nvPicPr>
          <p:cNvPr id="1860" name="Google Shape;1860;p245"/>
          <p:cNvPicPr preferRelativeResize="0"/>
          <p:nvPr/>
        </p:nvPicPr>
        <p:blipFill rotWithShape="1">
          <a:blip r:embed="rId3">
            <a:alphaModFix/>
          </a:blip>
          <a:srcRect b="0" l="0" r="0" t="0"/>
          <a:stretch/>
        </p:blipFill>
        <p:spPr>
          <a:xfrm>
            <a:off x="5800578" y="1550576"/>
            <a:ext cx="2937699" cy="2700626"/>
          </a:xfrm>
          <a:prstGeom prst="rect">
            <a:avLst/>
          </a:prstGeom>
          <a:noFill/>
          <a:ln>
            <a:noFill/>
          </a:ln>
        </p:spPr>
      </p:pic>
      <p:cxnSp>
        <p:nvCxnSpPr>
          <p:cNvPr id="1861" name="Google Shape;1861;p245"/>
          <p:cNvCxnSpPr/>
          <p:nvPr/>
        </p:nvCxnSpPr>
        <p:spPr>
          <a:xfrm>
            <a:off x="3568907" y="1765926"/>
            <a:ext cx="0" cy="2567100"/>
          </a:xfrm>
          <a:prstGeom prst="straightConnector1">
            <a:avLst/>
          </a:prstGeom>
          <a:noFill/>
          <a:ln cap="flat" cmpd="sng" w="9525">
            <a:solidFill>
              <a:srgbClr val="00A0B7"/>
            </a:solidFill>
            <a:prstDash val="solid"/>
            <a:miter lim="80000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246"/>
          <p:cNvSpPr txBox="1"/>
          <p:nvPr>
            <p:ph idx="1" type="subTitle"/>
          </p:nvPr>
        </p:nvSpPr>
        <p:spPr>
          <a:xfrm>
            <a:off x="1504892" y="2510287"/>
            <a:ext cx="6134100" cy="819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1800"/>
              <a:buNone/>
            </a:pPr>
            <a:r>
              <a:rPr b="1" lang="en" sz="2400">
                <a:solidFill>
                  <a:srgbClr val="FFFFFF"/>
                </a:solidFill>
                <a:latin typeface="Raleway"/>
                <a:ea typeface="Raleway"/>
                <a:cs typeface="Raleway"/>
                <a:sym typeface="Raleway"/>
              </a:rPr>
              <a:t>Demo</a:t>
            </a:r>
            <a:endParaRPr b="1" sz="2400">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0" name="Shape 1870"/>
        <p:cNvGrpSpPr/>
        <p:nvPr/>
      </p:nvGrpSpPr>
      <p:grpSpPr>
        <a:xfrm>
          <a:off x="0" y="0"/>
          <a:ext cx="0" cy="0"/>
          <a:chOff x="0" y="0"/>
          <a:chExt cx="0" cy="0"/>
        </a:xfrm>
      </p:grpSpPr>
      <p:sp>
        <p:nvSpPr>
          <p:cNvPr id="1871" name="Google Shape;1871;p247"/>
          <p:cNvSpPr/>
          <p:nvPr/>
        </p:nvSpPr>
        <p:spPr>
          <a:xfrm>
            <a:off x="0" y="4417250"/>
            <a:ext cx="9152001" cy="726757"/>
          </a:xfrm>
          <a:custGeom>
            <a:rect b="b" l="l" r="r" t="t"/>
            <a:pathLst>
              <a:path extrusionOk="0" h="1453515" w="7772400">
                <a:moveTo>
                  <a:pt x="7772400" y="0"/>
                </a:moveTo>
                <a:lnTo>
                  <a:pt x="0" y="0"/>
                </a:lnTo>
                <a:lnTo>
                  <a:pt x="0" y="1453515"/>
                </a:lnTo>
                <a:lnTo>
                  <a:pt x="7772400" y="1453515"/>
                </a:lnTo>
                <a:lnTo>
                  <a:pt x="7772400" y="0"/>
                </a:lnTo>
                <a:close/>
              </a:path>
            </a:pathLst>
          </a:custGeom>
          <a:solidFill>
            <a:srgbClr val="0E48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716" u="none" cap="none" strike="noStrike">
              <a:solidFill>
                <a:srgbClr val="000000"/>
              </a:solidFill>
              <a:latin typeface="Arial"/>
              <a:ea typeface="Arial"/>
              <a:cs typeface="Arial"/>
              <a:sym typeface="Arial"/>
            </a:endParaRPr>
          </a:p>
        </p:txBody>
      </p:sp>
      <p:sp>
        <p:nvSpPr>
          <p:cNvPr id="1872" name="Google Shape;1872;p247"/>
          <p:cNvSpPr/>
          <p:nvPr/>
        </p:nvSpPr>
        <p:spPr>
          <a:xfrm>
            <a:off x="0" y="2814925"/>
            <a:ext cx="9152001" cy="1603589"/>
          </a:xfrm>
          <a:custGeom>
            <a:rect b="b" l="l" r="r" t="t"/>
            <a:pathLst>
              <a:path extrusionOk="0" h="2618104" w="7772400">
                <a:moveTo>
                  <a:pt x="0" y="2618104"/>
                </a:moveTo>
                <a:lnTo>
                  <a:pt x="7772400" y="2618104"/>
                </a:lnTo>
                <a:lnTo>
                  <a:pt x="7772400" y="0"/>
                </a:lnTo>
                <a:lnTo>
                  <a:pt x="0" y="0"/>
                </a:lnTo>
                <a:lnTo>
                  <a:pt x="0" y="2618104"/>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716" u="none" cap="none" strike="noStrike">
              <a:solidFill>
                <a:srgbClr val="000000"/>
              </a:solidFill>
              <a:latin typeface="Arial"/>
              <a:ea typeface="Arial"/>
              <a:cs typeface="Arial"/>
              <a:sym typeface="Arial"/>
            </a:endParaRPr>
          </a:p>
        </p:txBody>
      </p:sp>
      <p:sp>
        <p:nvSpPr>
          <p:cNvPr id="1873" name="Google Shape;1873;p247"/>
          <p:cNvSpPr txBox="1"/>
          <p:nvPr>
            <p:ph type="title"/>
          </p:nvPr>
        </p:nvSpPr>
        <p:spPr>
          <a:xfrm>
            <a:off x="628650" y="273848"/>
            <a:ext cx="7886700" cy="411000"/>
          </a:xfrm>
          <a:prstGeom prst="rect">
            <a:avLst/>
          </a:prstGeom>
          <a:noFill/>
          <a:ln>
            <a:noFill/>
          </a:ln>
        </p:spPr>
        <p:txBody>
          <a:bodyPr anchorCtr="0" anchor="b" bIns="34250" lIns="68550" spcFirstLastPara="1" rIns="68550" wrap="square" tIns="34250">
            <a:noAutofit/>
          </a:bodyPr>
          <a:lstStyle/>
          <a:p>
            <a:pPr indent="0" lvl="0" marL="0" rtl="0" algn="l">
              <a:lnSpc>
                <a:spcPct val="90000"/>
              </a:lnSpc>
              <a:spcBef>
                <a:spcPts val="0"/>
              </a:spcBef>
              <a:spcAft>
                <a:spcPts val="0"/>
              </a:spcAft>
              <a:buSzPts val="990"/>
              <a:buNone/>
            </a:pPr>
            <a:r>
              <a:rPr lang="en" sz="2400">
                <a:solidFill>
                  <a:srgbClr val="002C6B"/>
                </a:solidFill>
                <a:latin typeface="Raleway"/>
                <a:ea typeface="Raleway"/>
                <a:cs typeface="Raleway"/>
                <a:sym typeface="Raleway"/>
              </a:rPr>
              <a:t>Zero Costs, Zero Friction to Get Started</a:t>
            </a:r>
            <a:endParaRPr b="0" sz="2400">
              <a:solidFill>
                <a:srgbClr val="002C6B"/>
              </a:solidFill>
              <a:latin typeface="Raleway"/>
              <a:ea typeface="Raleway"/>
              <a:cs typeface="Raleway"/>
              <a:sym typeface="Raleway"/>
            </a:endParaRPr>
          </a:p>
        </p:txBody>
      </p:sp>
      <p:grpSp>
        <p:nvGrpSpPr>
          <p:cNvPr id="1874" name="Google Shape;1874;p247"/>
          <p:cNvGrpSpPr/>
          <p:nvPr/>
        </p:nvGrpSpPr>
        <p:grpSpPr>
          <a:xfrm>
            <a:off x="1225200" y="1181896"/>
            <a:ext cx="3026410" cy="598170"/>
            <a:chOff x="522605" y="4065270"/>
            <a:chExt cx="3026410" cy="598170"/>
          </a:xfrm>
        </p:grpSpPr>
        <p:sp>
          <p:nvSpPr>
            <p:cNvPr id="1875" name="Google Shape;1875;p247"/>
            <p:cNvSpPr/>
            <p:nvPr/>
          </p:nvSpPr>
          <p:spPr>
            <a:xfrm>
              <a:off x="522605" y="4065270"/>
              <a:ext cx="1322070" cy="419100"/>
            </a:xfrm>
            <a:custGeom>
              <a:rect b="b" l="l" r="r" t="t"/>
              <a:pathLst>
                <a:path extrusionOk="0" h="419100" w="1322070">
                  <a:moveTo>
                    <a:pt x="1252220" y="0"/>
                  </a:moveTo>
                  <a:lnTo>
                    <a:pt x="69850" y="0"/>
                  </a:lnTo>
                  <a:lnTo>
                    <a:pt x="42658" y="5484"/>
                  </a:lnTo>
                  <a:lnTo>
                    <a:pt x="20456" y="20446"/>
                  </a:lnTo>
                  <a:lnTo>
                    <a:pt x="5488" y="42648"/>
                  </a:lnTo>
                  <a:lnTo>
                    <a:pt x="0" y="69850"/>
                  </a:lnTo>
                  <a:lnTo>
                    <a:pt x="0" y="349250"/>
                  </a:lnTo>
                  <a:lnTo>
                    <a:pt x="5488" y="376451"/>
                  </a:lnTo>
                  <a:lnTo>
                    <a:pt x="20456" y="398652"/>
                  </a:lnTo>
                  <a:lnTo>
                    <a:pt x="42658" y="413615"/>
                  </a:lnTo>
                  <a:lnTo>
                    <a:pt x="69850" y="419100"/>
                  </a:lnTo>
                  <a:lnTo>
                    <a:pt x="1252220" y="419100"/>
                  </a:lnTo>
                  <a:lnTo>
                    <a:pt x="1279421" y="413615"/>
                  </a:lnTo>
                  <a:lnTo>
                    <a:pt x="1301623" y="398652"/>
                  </a:lnTo>
                  <a:lnTo>
                    <a:pt x="1316585" y="376451"/>
                  </a:lnTo>
                  <a:lnTo>
                    <a:pt x="1322070" y="349250"/>
                  </a:lnTo>
                  <a:lnTo>
                    <a:pt x="1322070" y="69850"/>
                  </a:lnTo>
                  <a:lnTo>
                    <a:pt x="1316585" y="42648"/>
                  </a:lnTo>
                  <a:lnTo>
                    <a:pt x="1301622" y="20447"/>
                  </a:lnTo>
                  <a:lnTo>
                    <a:pt x="1279421" y="5484"/>
                  </a:lnTo>
                  <a:lnTo>
                    <a:pt x="1252220" y="0"/>
                  </a:lnTo>
                  <a:close/>
                </a:path>
              </a:pathLst>
            </a:custGeom>
            <a:solidFill>
              <a:srgbClr val="0E48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sp>
          <p:nvSpPr>
            <p:cNvPr id="1876" name="Google Shape;1876;p247"/>
            <p:cNvSpPr/>
            <p:nvPr/>
          </p:nvSpPr>
          <p:spPr>
            <a:xfrm>
              <a:off x="523240" y="4342765"/>
              <a:ext cx="3025775" cy="320675"/>
            </a:xfrm>
            <a:custGeom>
              <a:rect b="b" l="l" r="r" t="t"/>
              <a:pathLst>
                <a:path extrusionOk="0" h="320675" w="3025775">
                  <a:moveTo>
                    <a:pt x="2972308" y="0"/>
                  </a:moveTo>
                  <a:lnTo>
                    <a:pt x="53441" y="0"/>
                  </a:lnTo>
                  <a:lnTo>
                    <a:pt x="32639" y="4192"/>
                  </a:lnTo>
                  <a:lnTo>
                    <a:pt x="15652" y="15636"/>
                  </a:lnTo>
                  <a:lnTo>
                    <a:pt x="4199" y="32629"/>
                  </a:lnTo>
                  <a:lnTo>
                    <a:pt x="0" y="53467"/>
                  </a:lnTo>
                  <a:lnTo>
                    <a:pt x="0" y="267208"/>
                  </a:lnTo>
                  <a:lnTo>
                    <a:pt x="4199" y="288045"/>
                  </a:lnTo>
                  <a:lnTo>
                    <a:pt x="15652" y="305038"/>
                  </a:lnTo>
                  <a:lnTo>
                    <a:pt x="32639" y="316482"/>
                  </a:lnTo>
                  <a:lnTo>
                    <a:pt x="53441" y="320675"/>
                  </a:lnTo>
                  <a:lnTo>
                    <a:pt x="2972308" y="320675"/>
                  </a:lnTo>
                  <a:lnTo>
                    <a:pt x="2993145" y="316482"/>
                  </a:lnTo>
                  <a:lnTo>
                    <a:pt x="3010138" y="305038"/>
                  </a:lnTo>
                  <a:lnTo>
                    <a:pt x="3021582" y="288045"/>
                  </a:lnTo>
                  <a:lnTo>
                    <a:pt x="3025775" y="267208"/>
                  </a:lnTo>
                  <a:lnTo>
                    <a:pt x="3025775" y="53467"/>
                  </a:lnTo>
                  <a:lnTo>
                    <a:pt x="3021582" y="32629"/>
                  </a:lnTo>
                  <a:lnTo>
                    <a:pt x="3010138" y="15636"/>
                  </a:lnTo>
                  <a:lnTo>
                    <a:pt x="2993145" y="4192"/>
                  </a:lnTo>
                  <a:lnTo>
                    <a:pt x="2972308" y="0"/>
                  </a:lnTo>
                  <a:close/>
                </a:path>
              </a:pathLst>
            </a:custGeom>
            <a:solidFill>
              <a:srgbClr val="DC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grpSp>
      <p:grpSp>
        <p:nvGrpSpPr>
          <p:cNvPr id="1877" name="Google Shape;1877;p247"/>
          <p:cNvGrpSpPr/>
          <p:nvPr/>
        </p:nvGrpSpPr>
        <p:grpSpPr>
          <a:xfrm>
            <a:off x="4892960" y="1166021"/>
            <a:ext cx="3025775" cy="581025"/>
            <a:chOff x="4190365" y="4049395"/>
            <a:chExt cx="3025775" cy="581025"/>
          </a:xfrm>
        </p:grpSpPr>
        <p:sp>
          <p:nvSpPr>
            <p:cNvPr id="1878" name="Google Shape;1878;p247"/>
            <p:cNvSpPr/>
            <p:nvPr/>
          </p:nvSpPr>
          <p:spPr>
            <a:xfrm>
              <a:off x="4190365" y="4049395"/>
              <a:ext cx="1186179" cy="419100"/>
            </a:xfrm>
            <a:custGeom>
              <a:rect b="b" l="l" r="r" t="t"/>
              <a:pathLst>
                <a:path extrusionOk="0" h="419100" w="1186179">
                  <a:moveTo>
                    <a:pt x="1116330" y="0"/>
                  </a:moveTo>
                  <a:lnTo>
                    <a:pt x="69850" y="0"/>
                  </a:lnTo>
                  <a:lnTo>
                    <a:pt x="42648" y="5484"/>
                  </a:lnTo>
                  <a:lnTo>
                    <a:pt x="20447" y="20446"/>
                  </a:lnTo>
                  <a:lnTo>
                    <a:pt x="5484" y="42648"/>
                  </a:lnTo>
                  <a:lnTo>
                    <a:pt x="0" y="69850"/>
                  </a:lnTo>
                  <a:lnTo>
                    <a:pt x="0" y="349250"/>
                  </a:lnTo>
                  <a:lnTo>
                    <a:pt x="5484" y="376451"/>
                  </a:lnTo>
                  <a:lnTo>
                    <a:pt x="20447" y="398652"/>
                  </a:lnTo>
                  <a:lnTo>
                    <a:pt x="42648" y="413615"/>
                  </a:lnTo>
                  <a:lnTo>
                    <a:pt x="69850" y="419100"/>
                  </a:lnTo>
                  <a:lnTo>
                    <a:pt x="1116330" y="419100"/>
                  </a:lnTo>
                  <a:lnTo>
                    <a:pt x="1143531" y="413615"/>
                  </a:lnTo>
                  <a:lnTo>
                    <a:pt x="1165733" y="398652"/>
                  </a:lnTo>
                  <a:lnTo>
                    <a:pt x="1180695" y="376451"/>
                  </a:lnTo>
                  <a:lnTo>
                    <a:pt x="1186180" y="349250"/>
                  </a:lnTo>
                  <a:lnTo>
                    <a:pt x="1186180" y="69850"/>
                  </a:lnTo>
                  <a:lnTo>
                    <a:pt x="1180695" y="42648"/>
                  </a:lnTo>
                  <a:lnTo>
                    <a:pt x="1165733" y="20447"/>
                  </a:lnTo>
                  <a:lnTo>
                    <a:pt x="1143531" y="5484"/>
                  </a:lnTo>
                  <a:lnTo>
                    <a:pt x="1116330" y="0"/>
                  </a:lnTo>
                  <a:close/>
                </a:path>
              </a:pathLst>
            </a:custGeom>
            <a:solidFill>
              <a:srgbClr val="0E48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sp>
          <p:nvSpPr>
            <p:cNvPr id="1879" name="Google Shape;1879;p247"/>
            <p:cNvSpPr/>
            <p:nvPr/>
          </p:nvSpPr>
          <p:spPr>
            <a:xfrm>
              <a:off x="4190365" y="4309745"/>
              <a:ext cx="3025775" cy="320675"/>
            </a:xfrm>
            <a:custGeom>
              <a:rect b="b" l="l" r="r" t="t"/>
              <a:pathLst>
                <a:path extrusionOk="0" h="320675" w="3025775">
                  <a:moveTo>
                    <a:pt x="2972308" y="0"/>
                  </a:moveTo>
                  <a:lnTo>
                    <a:pt x="53467" y="0"/>
                  </a:lnTo>
                  <a:lnTo>
                    <a:pt x="32629" y="4192"/>
                  </a:lnTo>
                  <a:lnTo>
                    <a:pt x="15636" y="15636"/>
                  </a:lnTo>
                  <a:lnTo>
                    <a:pt x="4192" y="32629"/>
                  </a:lnTo>
                  <a:lnTo>
                    <a:pt x="0" y="53466"/>
                  </a:lnTo>
                  <a:lnTo>
                    <a:pt x="0" y="267207"/>
                  </a:lnTo>
                  <a:lnTo>
                    <a:pt x="4192" y="288045"/>
                  </a:lnTo>
                  <a:lnTo>
                    <a:pt x="15636" y="305038"/>
                  </a:lnTo>
                  <a:lnTo>
                    <a:pt x="32629" y="316482"/>
                  </a:lnTo>
                  <a:lnTo>
                    <a:pt x="53467" y="320675"/>
                  </a:lnTo>
                  <a:lnTo>
                    <a:pt x="2972308" y="320675"/>
                  </a:lnTo>
                  <a:lnTo>
                    <a:pt x="2993145" y="316482"/>
                  </a:lnTo>
                  <a:lnTo>
                    <a:pt x="3010138" y="305038"/>
                  </a:lnTo>
                  <a:lnTo>
                    <a:pt x="3021582" y="288045"/>
                  </a:lnTo>
                  <a:lnTo>
                    <a:pt x="3025775" y="267207"/>
                  </a:lnTo>
                  <a:lnTo>
                    <a:pt x="3025775" y="53466"/>
                  </a:lnTo>
                  <a:lnTo>
                    <a:pt x="3021582" y="32629"/>
                  </a:lnTo>
                  <a:lnTo>
                    <a:pt x="3010138" y="15636"/>
                  </a:lnTo>
                  <a:lnTo>
                    <a:pt x="2993145" y="4192"/>
                  </a:lnTo>
                  <a:lnTo>
                    <a:pt x="2972308" y="0"/>
                  </a:lnTo>
                  <a:close/>
                </a:path>
              </a:pathLst>
            </a:custGeom>
            <a:solidFill>
              <a:srgbClr val="DC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grpSp>
      <p:sp>
        <p:nvSpPr>
          <p:cNvPr id="1880" name="Google Shape;1880;p247"/>
          <p:cNvSpPr/>
          <p:nvPr/>
        </p:nvSpPr>
        <p:spPr>
          <a:xfrm>
            <a:off x="1225200" y="1889285"/>
            <a:ext cx="3025775" cy="320675"/>
          </a:xfrm>
          <a:custGeom>
            <a:rect b="b" l="l" r="r" t="t"/>
            <a:pathLst>
              <a:path extrusionOk="0" h="320675" w="3025775">
                <a:moveTo>
                  <a:pt x="0" y="53466"/>
                </a:moveTo>
                <a:lnTo>
                  <a:pt x="4199" y="32629"/>
                </a:lnTo>
                <a:lnTo>
                  <a:pt x="15654" y="15636"/>
                </a:lnTo>
                <a:lnTo>
                  <a:pt x="32645" y="4192"/>
                </a:lnTo>
                <a:lnTo>
                  <a:pt x="53454" y="0"/>
                </a:lnTo>
                <a:lnTo>
                  <a:pt x="2972308" y="0"/>
                </a:lnTo>
                <a:lnTo>
                  <a:pt x="2993145" y="4192"/>
                </a:lnTo>
                <a:lnTo>
                  <a:pt x="3010138" y="15636"/>
                </a:lnTo>
                <a:lnTo>
                  <a:pt x="3021582" y="32629"/>
                </a:lnTo>
                <a:lnTo>
                  <a:pt x="3025775" y="53466"/>
                </a:lnTo>
                <a:lnTo>
                  <a:pt x="3025775" y="267207"/>
                </a:lnTo>
                <a:lnTo>
                  <a:pt x="3021582" y="288045"/>
                </a:lnTo>
                <a:lnTo>
                  <a:pt x="3010138" y="305038"/>
                </a:lnTo>
                <a:lnTo>
                  <a:pt x="2993145" y="316482"/>
                </a:lnTo>
                <a:lnTo>
                  <a:pt x="2972308" y="320675"/>
                </a:lnTo>
                <a:lnTo>
                  <a:pt x="53454" y="320675"/>
                </a:lnTo>
                <a:lnTo>
                  <a:pt x="32645" y="316482"/>
                </a:lnTo>
                <a:lnTo>
                  <a:pt x="15654" y="305038"/>
                </a:lnTo>
                <a:lnTo>
                  <a:pt x="4199" y="288045"/>
                </a:lnTo>
                <a:lnTo>
                  <a:pt x="0" y="267207"/>
                </a:lnTo>
                <a:lnTo>
                  <a:pt x="0" y="53466"/>
                </a:lnTo>
                <a:close/>
              </a:path>
            </a:pathLst>
          </a:custGeom>
          <a:noFill/>
          <a:ln cap="flat" cmpd="sng" w="28575">
            <a:solidFill>
              <a:srgbClr val="DCEAF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sp>
        <p:nvSpPr>
          <p:cNvPr id="1881" name="Google Shape;1881;p247"/>
          <p:cNvSpPr/>
          <p:nvPr/>
        </p:nvSpPr>
        <p:spPr>
          <a:xfrm>
            <a:off x="4892960" y="1889285"/>
            <a:ext cx="3025775" cy="320675"/>
          </a:xfrm>
          <a:custGeom>
            <a:rect b="b" l="l" r="r" t="t"/>
            <a:pathLst>
              <a:path extrusionOk="0" h="320675" w="3025775">
                <a:moveTo>
                  <a:pt x="0" y="53466"/>
                </a:moveTo>
                <a:lnTo>
                  <a:pt x="4192" y="32629"/>
                </a:lnTo>
                <a:lnTo>
                  <a:pt x="15636" y="15636"/>
                </a:lnTo>
                <a:lnTo>
                  <a:pt x="32629" y="4192"/>
                </a:lnTo>
                <a:lnTo>
                  <a:pt x="53466" y="0"/>
                </a:lnTo>
                <a:lnTo>
                  <a:pt x="2972307" y="0"/>
                </a:lnTo>
                <a:lnTo>
                  <a:pt x="2993145" y="4192"/>
                </a:lnTo>
                <a:lnTo>
                  <a:pt x="3010138" y="15636"/>
                </a:lnTo>
                <a:lnTo>
                  <a:pt x="3021582" y="32629"/>
                </a:lnTo>
                <a:lnTo>
                  <a:pt x="3025775" y="53466"/>
                </a:lnTo>
                <a:lnTo>
                  <a:pt x="3025775" y="267207"/>
                </a:lnTo>
                <a:lnTo>
                  <a:pt x="3021582" y="288045"/>
                </a:lnTo>
                <a:lnTo>
                  <a:pt x="3010138" y="305038"/>
                </a:lnTo>
                <a:lnTo>
                  <a:pt x="2993145" y="316482"/>
                </a:lnTo>
                <a:lnTo>
                  <a:pt x="2972307" y="320675"/>
                </a:lnTo>
                <a:lnTo>
                  <a:pt x="53466" y="320675"/>
                </a:lnTo>
                <a:lnTo>
                  <a:pt x="32629" y="316482"/>
                </a:lnTo>
                <a:lnTo>
                  <a:pt x="15636" y="305038"/>
                </a:lnTo>
                <a:lnTo>
                  <a:pt x="4192" y="288045"/>
                </a:lnTo>
                <a:lnTo>
                  <a:pt x="0" y="267207"/>
                </a:lnTo>
                <a:lnTo>
                  <a:pt x="0" y="53466"/>
                </a:lnTo>
                <a:close/>
              </a:path>
            </a:pathLst>
          </a:custGeom>
          <a:noFill/>
          <a:ln cap="flat" cmpd="sng" w="28575">
            <a:solidFill>
              <a:srgbClr val="DCEAF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sp>
        <p:nvSpPr>
          <p:cNvPr id="1882" name="Google Shape;1882;p247"/>
          <p:cNvSpPr/>
          <p:nvPr/>
        </p:nvSpPr>
        <p:spPr>
          <a:xfrm>
            <a:off x="1225200" y="2314101"/>
            <a:ext cx="3025775" cy="320675"/>
          </a:xfrm>
          <a:custGeom>
            <a:rect b="b" l="l" r="r" t="t"/>
            <a:pathLst>
              <a:path extrusionOk="0" h="320675" w="3025775">
                <a:moveTo>
                  <a:pt x="2972308" y="0"/>
                </a:moveTo>
                <a:lnTo>
                  <a:pt x="53454" y="0"/>
                </a:lnTo>
                <a:lnTo>
                  <a:pt x="32645" y="4192"/>
                </a:lnTo>
                <a:lnTo>
                  <a:pt x="15654" y="15636"/>
                </a:lnTo>
                <a:lnTo>
                  <a:pt x="4199" y="32629"/>
                </a:lnTo>
                <a:lnTo>
                  <a:pt x="0" y="53466"/>
                </a:lnTo>
                <a:lnTo>
                  <a:pt x="0" y="267208"/>
                </a:lnTo>
                <a:lnTo>
                  <a:pt x="4199" y="288045"/>
                </a:lnTo>
                <a:lnTo>
                  <a:pt x="15654" y="305038"/>
                </a:lnTo>
                <a:lnTo>
                  <a:pt x="32645" y="316482"/>
                </a:lnTo>
                <a:lnTo>
                  <a:pt x="53454" y="320675"/>
                </a:lnTo>
                <a:lnTo>
                  <a:pt x="2972308" y="320675"/>
                </a:lnTo>
                <a:lnTo>
                  <a:pt x="2993145" y="316482"/>
                </a:lnTo>
                <a:lnTo>
                  <a:pt x="3010138" y="305038"/>
                </a:lnTo>
                <a:lnTo>
                  <a:pt x="3021582" y="288045"/>
                </a:lnTo>
                <a:lnTo>
                  <a:pt x="3025775" y="267208"/>
                </a:lnTo>
                <a:lnTo>
                  <a:pt x="3025775" y="53466"/>
                </a:lnTo>
                <a:lnTo>
                  <a:pt x="3021582" y="32629"/>
                </a:lnTo>
                <a:lnTo>
                  <a:pt x="3010138" y="15636"/>
                </a:lnTo>
                <a:lnTo>
                  <a:pt x="2993145" y="4192"/>
                </a:lnTo>
                <a:lnTo>
                  <a:pt x="2972308" y="0"/>
                </a:lnTo>
                <a:close/>
              </a:path>
            </a:pathLst>
          </a:custGeom>
          <a:solidFill>
            <a:srgbClr val="DC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sp>
        <p:nvSpPr>
          <p:cNvPr id="1883" name="Google Shape;1883;p247"/>
          <p:cNvSpPr/>
          <p:nvPr/>
        </p:nvSpPr>
        <p:spPr>
          <a:xfrm>
            <a:off x="4892960" y="2314101"/>
            <a:ext cx="3025775" cy="320675"/>
          </a:xfrm>
          <a:custGeom>
            <a:rect b="b" l="l" r="r" t="t"/>
            <a:pathLst>
              <a:path extrusionOk="0" h="320675" w="3025775">
                <a:moveTo>
                  <a:pt x="2972308" y="0"/>
                </a:moveTo>
                <a:lnTo>
                  <a:pt x="53467" y="0"/>
                </a:lnTo>
                <a:lnTo>
                  <a:pt x="32629" y="4192"/>
                </a:lnTo>
                <a:lnTo>
                  <a:pt x="15636" y="15636"/>
                </a:lnTo>
                <a:lnTo>
                  <a:pt x="4192" y="32629"/>
                </a:lnTo>
                <a:lnTo>
                  <a:pt x="0" y="53466"/>
                </a:lnTo>
                <a:lnTo>
                  <a:pt x="0" y="267208"/>
                </a:lnTo>
                <a:lnTo>
                  <a:pt x="4192" y="288045"/>
                </a:lnTo>
                <a:lnTo>
                  <a:pt x="15636" y="305038"/>
                </a:lnTo>
                <a:lnTo>
                  <a:pt x="32629" y="316482"/>
                </a:lnTo>
                <a:lnTo>
                  <a:pt x="53467" y="320675"/>
                </a:lnTo>
                <a:lnTo>
                  <a:pt x="2972308" y="320675"/>
                </a:lnTo>
                <a:lnTo>
                  <a:pt x="2993145" y="316482"/>
                </a:lnTo>
                <a:lnTo>
                  <a:pt x="3010138" y="305038"/>
                </a:lnTo>
                <a:lnTo>
                  <a:pt x="3021582" y="288045"/>
                </a:lnTo>
                <a:lnTo>
                  <a:pt x="3025775" y="267208"/>
                </a:lnTo>
                <a:lnTo>
                  <a:pt x="3025775" y="53466"/>
                </a:lnTo>
                <a:lnTo>
                  <a:pt x="3021582" y="32629"/>
                </a:lnTo>
                <a:lnTo>
                  <a:pt x="3010138" y="15636"/>
                </a:lnTo>
                <a:lnTo>
                  <a:pt x="2993145" y="4192"/>
                </a:lnTo>
                <a:lnTo>
                  <a:pt x="2972308" y="0"/>
                </a:lnTo>
                <a:close/>
              </a:path>
            </a:pathLst>
          </a:custGeom>
          <a:solidFill>
            <a:srgbClr val="DC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i="0" sz="900" u="none" cap="none" strike="noStrike">
              <a:solidFill>
                <a:srgbClr val="000000"/>
              </a:solidFill>
              <a:latin typeface="Raleway"/>
              <a:ea typeface="Raleway"/>
              <a:cs typeface="Raleway"/>
              <a:sym typeface="Raleway"/>
            </a:endParaRPr>
          </a:p>
        </p:txBody>
      </p:sp>
      <p:sp>
        <p:nvSpPr>
          <p:cNvPr id="1884" name="Google Shape;1884;p247"/>
          <p:cNvSpPr txBox="1"/>
          <p:nvPr/>
        </p:nvSpPr>
        <p:spPr>
          <a:xfrm>
            <a:off x="1291875" y="1226980"/>
            <a:ext cx="11721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0" lang="en" sz="900" u="none" cap="none" strike="noStrike">
                <a:solidFill>
                  <a:srgbClr val="FFFFFF"/>
                </a:solidFill>
                <a:latin typeface="Raleway"/>
                <a:ea typeface="Raleway"/>
                <a:cs typeface="Raleway"/>
                <a:sym typeface="Raleway"/>
              </a:rPr>
              <a:t>TRADITIONAL WAY</a:t>
            </a:r>
            <a:endParaRPr i="0" sz="900" u="none" cap="none" strike="noStrike">
              <a:solidFill>
                <a:srgbClr val="000000"/>
              </a:solidFill>
              <a:latin typeface="Raleway"/>
              <a:ea typeface="Raleway"/>
              <a:cs typeface="Raleway"/>
              <a:sym typeface="Raleway"/>
            </a:endParaRPr>
          </a:p>
        </p:txBody>
      </p:sp>
      <p:sp>
        <p:nvSpPr>
          <p:cNvPr id="1885" name="Google Shape;1885;p247"/>
          <p:cNvSpPr txBox="1"/>
          <p:nvPr/>
        </p:nvSpPr>
        <p:spPr>
          <a:xfrm>
            <a:off x="5018690" y="1211741"/>
            <a:ext cx="9270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0" lang="en" sz="900" u="none" cap="none" strike="noStrike">
                <a:solidFill>
                  <a:srgbClr val="FFFFFF"/>
                </a:solidFill>
                <a:latin typeface="Raleway"/>
                <a:ea typeface="Raleway"/>
                <a:cs typeface="Raleway"/>
                <a:sym typeface="Raleway"/>
              </a:rPr>
              <a:t>A BETTER WAY</a:t>
            </a:r>
            <a:endParaRPr i="0" sz="900" u="none" cap="none" strike="noStrike">
              <a:solidFill>
                <a:srgbClr val="000000"/>
              </a:solidFill>
              <a:latin typeface="Raleway"/>
              <a:ea typeface="Raleway"/>
              <a:cs typeface="Raleway"/>
              <a:sym typeface="Raleway"/>
            </a:endParaRPr>
          </a:p>
        </p:txBody>
      </p:sp>
      <p:sp>
        <p:nvSpPr>
          <p:cNvPr id="1886" name="Google Shape;1886;p247"/>
          <p:cNvSpPr txBox="1"/>
          <p:nvPr/>
        </p:nvSpPr>
        <p:spPr>
          <a:xfrm>
            <a:off x="1291875" y="1532035"/>
            <a:ext cx="23310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0" lang="en" sz="900" u="none" cap="none" strike="noStrike">
                <a:solidFill>
                  <a:srgbClr val="000000"/>
                </a:solidFill>
                <a:latin typeface="Raleway"/>
                <a:ea typeface="Raleway"/>
                <a:cs typeface="Raleway"/>
                <a:sym typeface="Raleway"/>
              </a:rPr>
              <a:t>Fixed PEPM regardless of engagement</a:t>
            </a:r>
            <a:endParaRPr i="0" sz="900" u="none" cap="none" strike="noStrike">
              <a:solidFill>
                <a:srgbClr val="000000"/>
              </a:solidFill>
              <a:latin typeface="Raleway"/>
              <a:ea typeface="Raleway"/>
              <a:cs typeface="Raleway"/>
              <a:sym typeface="Raleway"/>
            </a:endParaRPr>
          </a:p>
        </p:txBody>
      </p:sp>
      <p:sp>
        <p:nvSpPr>
          <p:cNvPr id="1887" name="Google Shape;1887;p247"/>
          <p:cNvSpPr txBox="1"/>
          <p:nvPr/>
        </p:nvSpPr>
        <p:spPr>
          <a:xfrm>
            <a:off x="1290350" y="1958755"/>
            <a:ext cx="20727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0" lang="en" sz="900" u="none" cap="none" strike="noStrike">
                <a:solidFill>
                  <a:srgbClr val="000000"/>
                </a:solidFill>
                <a:latin typeface="Raleway"/>
                <a:ea typeface="Raleway"/>
                <a:cs typeface="Raleway"/>
                <a:sym typeface="Raleway"/>
              </a:rPr>
              <a:t>Low engagement with unclear ROI</a:t>
            </a:r>
            <a:endParaRPr i="0" sz="900" u="none" cap="none" strike="noStrike">
              <a:solidFill>
                <a:srgbClr val="000000"/>
              </a:solidFill>
              <a:latin typeface="Raleway"/>
              <a:ea typeface="Raleway"/>
              <a:cs typeface="Raleway"/>
              <a:sym typeface="Raleway"/>
            </a:endParaRPr>
          </a:p>
        </p:txBody>
      </p:sp>
      <p:sp>
        <p:nvSpPr>
          <p:cNvPr id="1888" name="Google Shape;1888;p247"/>
          <p:cNvSpPr txBox="1"/>
          <p:nvPr/>
        </p:nvSpPr>
        <p:spPr>
          <a:xfrm>
            <a:off x="1288826" y="2385474"/>
            <a:ext cx="27069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0" lang="en" sz="900" u="none" cap="none" strike="noStrike">
                <a:solidFill>
                  <a:srgbClr val="000000"/>
                </a:solidFill>
                <a:latin typeface="Raleway"/>
                <a:ea typeface="Raleway"/>
                <a:cs typeface="Raleway"/>
                <a:sym typeface="Raleway"/>
              </a:rPr>
              <a:t>Extra admin, invoices, and budget headaches</a:t>
            </a:r>
            <a:endParaRPr i="0" sz="900" u="none" cap="none" strike="noStrike">
              <a:solidFill>
                <a:srgbClr val="000000"/>
              </a:solidFill>
              <a:latin typeface="Raleway"/>
              <a:ea typeface="Raleway"/>
              <a:cs typeface="Raleway"/>
              <a:sym typeface="Raleway"/>
            </a:endParaRPr>
          </a:p>
        </p:txBody>
      </p:sp>
      <p:sp>
        <p:nvSpPr>
          <p:cNvPr id="1889" name="Google Shape;1889;p247"/>
          <p:cNvSpPr txBox="1"/>
          <p:nvPr/>
        </p:nvSpPr>
        <p:spPr>
          <a:xfrm>
            <a:off x="4931826" y="1489100"/>
            <a:ext cx="29871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0" lang="en" sz="900" u="none" cap="none" strike="noStrike">
                <a:solidFill>
                  <a:srgbClr val="000000"/>
                </a:solidFill>
                <a:latin typeface="Raleway"/>
                <a:ea typeface="Raleway"/>
                <a:cs typeface="Raleway"/>
                <a:sym typeface="Raleway"/>
              </a:rPr>
              <a:t>Pay via c</a:t>
            </a:r>
            <a:r>
              <a:rPr lang="en" sz="900">
                <a:latin typeface="Raleway"/>
                <a:ea typeface="Raleway"/>
                <a:cs typeface="Raleway"/>
                <a:sym typeface="Raleway"/>
              </a:rPr>
              <a:t>laims </a:t>
            </a:r>
            <a:r>
              <a:rPr i="0" lang="en" sz="900" u="none" cap="none" strike="noStrike">
                <a:solidFill>
                  <a:srgbClr val="000000"/>
                </a:solidFill>
                <a:latin typeface="Raleway"/>
                <a:ea typeface="Raleway"/>
                <a:cs typeface="Raleway"/>
                <a:sym typeface="Raleway"/>
              </a:rPr>
              <a:t>only when employees engage</a:t>
            </a:r>
            <a:endParaRPr i="0" sz="900" u="none" cap="none" strike="noStrike">
              <a:solidFill>
                <a:srgbClr val="000000"/>
              </a:solidFill>
              <a:latin typeface="Raleway"/>
              <a:ea typeface="Raleway"/>
              <a:cs typeface="Raleway"/>
              <a:sym typeface="Raleway"/>
            </a:endParaRPr>
          </a:p>
        </p:txBody>
      </p:sp>
      <p:sp>
        <p:nvSpPr>
          <p:cNvPr id="1890" name="Google Shape;1890;p247"/>
          <p:cNvSpPr txBox="1"/>
          <p:nvPr/>
        </p:nvSpPr>
        <p:spPr>
          <a:xfrm>
            <a:off x="4931822" y="1958755"/>
            <a:ext cx="20370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 sz="900">
                <a:latin typeface="Raleway"/>
                <a:ea typeface="Raleway"/>
                <a:cs typeface="Raleway"/>
                <a:sym typeface="Raleway"/>
              </a:rPr>
              <a:t>P</a:t>
            </a:r>
            <a:r>
              <a:rPr i="0" lang="en" sz="900" u="none" cap="none" strike="noStrike">
                <a:solidFill>
                  <a:srgbClr val="000000"/>
                </a:solidFill>
                <a:latin typeface="Raleway"/>
                <a:ea typeface="Raleway"/>
                <a:cs typeface="Raleway"/>
                <a:sym typeface="Raleway"/>
              </a:rPr>
              <a:t>ay for outcomes, not access</a:t>
            </a:r>
            <a:endParaRPr i="0" sz="900" u="none" cap="none" strike="noStrike">
              <a:solidFill>
                <a:srgbClr val="000000"/>
              </a:solidFill>
              <a:latin typeface="Raleway"/>
              <a:ea typeface="Raleway"/>
              <a:cs typeface="Raleway"/>
              <a:sym typeface="Raleway"/>
            </a:endParaRPr>
          </a:p>
        </p:txBody>
      </p:sp>
      <p:sp>
        <p:nvSpPr>
          <p:cNvPr id="1891" name="Google Shape;1891;p247"/>
          <p:cNvSpPr txBox="1"/>
          <p:nvPr/>
        </p:nvSpPr>
        <p:spPr>
          <a:xfrm>
            <a:off x="4931822" y="2386999"/>
            <a:ext cx="2892300" cy="150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0" lang="en" sz="900" u="none" cap="none" strike="noStrike">
                <a:solidFill>
                  <a:srgbClr val="000000"/>
                </a:solidFill>
                <a:latin typeface="Raleway"/>
                <a:ea typeface="Raleway"/>
                <a:cs typeface="Raleway"/>
                <a:sym typeface="Raleway"/>
              </a:rPr>
              <a:t>Mobile Health funds the reward for engagement</a:t>
            </a:r>
            <a:endParaRPr i="0" sz="900" u="none" cap="none" strike="noStrike">
              <a:solidFill>
                <a:srgbClr val="000000"/>
              </a:solidFill>
              <a:latin typeface="Raleway"/>
              <a:ea typeface="Raleway"/>
              <a:cs typeface="Raleway"/>
              <a:sym typeface="Raleway"/>
            </a:endParaRPr>
          </a:p>
        </p:txBody>
      </p:sp>
      <p:sp>
        <p:nvSpPr>
          <p:cNvPr id="1892" name="Google Shape;1892;p247"/>
          <p:cNvSpPr txBox="1"/>
          <p:nvPr/>
        </p:nvSpPr>
        <p:spPr>
          <a:xfrm>
            <a:off x="1225200" y="2917749"/>
            <a:ext cx="6693600" cy="1361100"/>
          </a:xfrm>
          <a:prstGeom prst="rect">
            <a:avLst/>
          </a:prstGeom>
          <a:noFill/>
          <a:ln>
            <a:noFill/>
          </a:ln>
        </p:spPr>
        <p:txBody>
          <a:bodyPr anchorCtr="0" anchor="t" bIns="0" lIns="0" spcFirstLastPara="1" rIns="0" wrap="square" tIns="6475">
            <a:spAutoFit/>
          </a:bodyPr>
          <a:lstStyle/>
          <a:p>
            <a:pPr indent="0" lvl="0" marL="6495" marR="0" rtl="0" algn="l">
              <a:lnSpc>
                <a:spcPct val="100000"/>
              </a:lnSpc>
              <a:spcBef>
                <a:spcPts val="0"/>
              </a:spcBef>
              <a:spcAft>
                <a:spcPts val="0"/>
              </a:spcAft>
              <a:buNone/>
            </a:pPr>
            <a:r>
              <a:rPr b="1" i="0" lang="en" sz="900" u="none" cap="none" strike="noStrike">
                <a:solidFill>
                  <a:srgbClr val="0E487E"/>
                </a:solidFill>
                <a:latin typeface="Raleway"/>
                <a:ea typeface="Raleway"/>
                <a:cs typeface="Raleway"/>
                <a:sym typeface="Raleway"/>
              </a:rPr>
              <a:t>Why Engagement-Based Billing </a:t>
            </a:r>
            <a:r>
              <a:rPr b="1" lang="en" sz="900">
                <a:solidFill>
                  <a:srgbClr val="0E487E"/>
                </a:solidFill>
                <a:latin typeface="Raleway"/>
                <a:ea typeface="Raleway"/>
                <a:cs typeface="Raleway"/>
                <a:sym typeface="Raleway"/>
              </a:rPr>
              <a:t>W</a:t>
            </a:r>
            <a:r>
              <a:rPr b="1" i="0" lang="en" sz="900" u="none" cap="none" strike="noStrike">
                <a:solidFill>
                  <a:srgbClr val="0E487E"/>
                </a:solidFill>
                <a:latin typeface="Raleway"/>
                <a:ea typeface="Raleway"/>
                <a:cs typeface="Raleway"/>
                <a:sym typeface="Raleway"/>
              </a:rPr>
              <a:t>orks</a:t>
            </a:r>
            <a:endParaRPr b="1" i="0" sz="900" u="none" cap="none" strike="noStrike">
              <a:solidFill>
                <a:srgbClr val="0E487E"/>
              </a:solidFill>
              <a:latin typeface="Raleway"/>
              <a:ea typeface="Raleway"/>
              <a:cs typeface="Raleway"/>
              <a:sym typeface="Raleway"/>
            </a:endParaRPr>
          </a:p>
          <a:p>
            <a:pPr indent="-171450" lvl="0" marL="177945" marR="0" rtl="0" algn="l">
              <a:lnSpc>
                <a:spcPct val="100000"/>
              </a:lnSpc>
              <a:spcBef>
                <a:spcPts val="600"/>
              </a:spcBef>
              <a:spcAft>
                <a:spcPts val="0"/>
              </a:spcAft>
              <a:buClr>
                <a:srgbClr val="000000"/>
              </a:buClr>
              <a:buSzPts val="900"/>
              <a:buFont typeface="Raleway"/>
              <a:buChar char="✔"/>
            </a:pPr>
            <a:r>
              <a:rPr lang="en" sz="900">
                <a:latin typeface="Raleway"/>
                <a:ea typeface="Raleway"/>
                <a:cs typeface="Raleway"/>
                <a:sym typeface="Raleway"/>
              </a:rPr>
              <a:t>Costs are directly tied to employee engagement in Digital Care Paths, helping reduce overall healthcare trend, compared to care accessed in the community.</a:t>
            </a:r>
            <a:endParaRPr sz="900">
              <a:latin typeface="Raleway"/>
              <a:ea typeface="Raleway"/>
              <a:cs typeface="Raleway"/>
              <a:sym typeface="Raleway"/>
            </a:endParaRPr>
          </a:p>
          <a:p>
            <a:pPr indent="-171450" lvl="0" marL="177945" marR="0" rtl="0" algn="l">
              <a:lnSpc>
                <a:spcPct val="100000"/>
              </a:lnSpc>
              <a:spcBef>
                <a:spcPts val="600"/>
              </a:spcBef>
              <a:spcAft>
                <a:spcPts val="0"/>
              </a:spcAft>
              <a:buClr>
                <a:srgbClr val="000000"/>
              </a:buClr>
              <a:buSzPts val="900"/>
              <a:buFont typeface="Raleway"/>
              <a:buChar char="✔"/>
            </a:pPr>
            <a:r>
              <a:rPr i="0" lang="en" sz="900" u="none" cap="none" strike="noStrike">
                <a:solidFill>
                  <a:srgbClr val="000000"/>
                </a:solidFill>
                <a:latin typeface="Raleway"/>
                <a:ea typeface="Raleway"/>
                <a:cs typeface="Raleway"/>
                <a:sym typeface="Raleway"/>
              </a:rPr>
              <a:t>No engagement, no cost</a:t>
            </a:r>
            <a:endParaRPr i="0" sz="900" u="none" cap="none" strike="noStrike">
              <a:solidFill>
                <a:srgbClr val="000000"/>
              </a:solidFill>
              <a:latin typeface="Raleway"/>
              <a:ea typeface="Raleway"/>
              <a:cs typeface="Raleway"/>
              <a:sym typeface="Raleway"/>
            </a:endParaRPr>
          </a:p>
          <a:p>
            <a:pPr indent="-171450" lvl="0" marL="177945" marR="0" rtl="0" algn="l">
              <a:lnSpc>
                <a:spcPct val="100000"/>
              </a:lnSpc>
              <a:spcBef>
                <a:spcPts val="600"/>
              </a:spcBef>
              <a:spcAft>
                <a:spcPts val="0"/>
              </a:spcAft>
              <a:buClr>
                <a:srgbClr val="000000"/>
              </a:buClr>
              <a:buSzPts val="900"/>
              <a:buFont typeface="Raleway"/>
              <a:buChar char="✔"/>
            </a:pPr>
            <a:r>
              <a:rPr i="0" lang="en" sz="900" u="none" cap="none" strike="noStrike">
                <a:solidFill>
                  <a:srgbClr val="000000"/>
                </a:solidFill>
                <a:latin typeface="Raleway"/>
                <a:ea typeface="Raleway"/>
                <a:cs typeface="Raleway"/>
                <a:sym typeface="Raleway"/>
              </a:rPr>
              <a:t>Clearer ROI driven by measurable, behavior-based outcomes</a:t>
            </a:r>
            <a:endParaRPr i="0" sz="900" u="none" cap="none" strike="noStrike">
              <a:solidFill>
                <a:srgbClr val="000000"/>
              </a:solidFill>
              <a:latin typeface="Raleway"/>
              <a:ea typeface="Raleway"/>
              <a:cs typeface="Raleway"/>
              <a:sym typeface="Raleway"/>
            </a:endParaRPr>
          </a:p>
          <a:p>
            <a:pPr indent="-171450" lvl="0" marL="177945" marR="0" rtl="0" algn="l">
              <a:lnSpc>
                <a:spcPct val="100000"/>
              </a:lnSpc>
              <a:spcBef>
                <a:spcPts val="600"/>
              </a:spcBef>
              <a:spcAft>
                <a:spcPts val="0"/>
              </a:spcAft>
              <a:buClr>
                <a:srgbClr val="000000"/>
              </a:buClr>
              <a:buSzPts val="900"/>
              <a:buFont typeface="Raleway"/>
              <a:buChar char="✔"/>
            </a:pPr>
            <a:r>
              <a:rPr i="0" lang="en" sz="900" u="none" cap="none" strike="noStrike">
                <a:solidFill>
                  <a:srgbClr val="000000"/>
                </a:solidFill>
                <a:latin typeface="Raleway"/>
                <a:ea typeface="Raleway"/>
                <a:cs typeface="Raleway"/>
                <a:sym typeface="Raleway"/>
              </a:rPr>
              <a:t>Eliminates or significantly reduces employer incentive budgets </a:t>
            </a:r>
            <a:endParaRPr i="0" sz="900" u="none" cap="none" strike="noStrike">
              <a:solidFill>
                <a:srgbClr val="000000"/>
              </a:solidFill>
              <a:latin typeface="Raleway"/>
              <a:ea typeface="Raleway"/>
              <a:cs typeface="Raleway"/>
              <a:sym typeface="Raleway"/>
            </a:endParaRPr>
          </a:p>
          <a:p>
            <a:pPr indent="-171450" lvl="0" marL="177945" marR="0" rtl="0" algn="l">
              <a:lnSpc>
                <a:spcPct val="100000"/>
              </a:lnSpc>
              <a:spcBef>
                <a:spcPts val="600"/>
              </a:spcBef>
              <a:spcAft>
                <a:spcPts val="0"/>
              </a:spcAft>
              <a:buClr>
                <a:srgbClr val="000000"/>
              </a:buClr>
              <a:buSzPts val="900"/>
              <a:buFont typeface="Raleway"/>
              <a:buChar char="✔"/>
            </a:pPr>
            <a:r>
              <a:rPr i="0" lang="en" sz="900" u="none" cap="none" strike="noStrike">
                <a:solidFill>
                  <a:srgbClr val="000000"/>
                </a:solidFill>
                <a:latin typeface="Raleway"/>
                <a:ea typeface="Raleway"/>
                <a:cs typeface="Raleway"/>
                <a:sym typeface="Raleway"/>
              </a:rPr>
              <a:t>No PEPM pricing—less administration, no financial lift</a:t>
            </a:r>
            <a:endParaRPr i="0" sz="900" u="none" cap="none" strike="noStrike">
              <a:solidFill>
                <a:srgbClr val="000000"/>
              </a:solidFill>
              <a:latin typeface="Raleway"/>
              <a:ea typeface="Raleway"/>
              <a:cs typeface="Raleway"/>
              <a:sym typeface="Raleway"/>
            </a:endParaRPr>
          </a:p>
        </p:txBody>
      </p:sp>
      <p:pic>
        <p:nvPicPr>
          <p:cNvPr descr="A black and white logo&#10;&#10;AI-generated content may be incorrect." id="1893" name="Google Shape;1893;p247"/>
          <p:cNvPicPr preferRelativeResize="0"/>
          <p:nvPr/>
        </p:nvPicPr>
        <p:blipFill rotWithShape="1">
          <a:blip r:embed="rId3">
            <a:alphaModFix/>
          </a:blip>
          <a:srcRect b="0" l="0" r="0" t="0"/>
          <a:stretch/>
        </p:blipFill>
        <p:spPr>
          <a:xfrm>
            <a:off x="455591" y="4689007"/>
            <a:ext cx="353301" cy="23291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7" name="Shape 1897"/>
        <p:cNvGrpSpPr/>
        <p:nvPr/>
      </p:nvGrpSpPr>
      <p:grpSpPr>
        <a:xfrm>
          <a:off x="0" y="0"/>
          <a:ext cx="0" cy="0"/>
          <a:chOff x="0" y="0"/>
          <a:chExt cx="0" cy="0"/>
        </a:xfrm>
      </p:grpSpPr>
      <p:sp>
        <p:nvSpPr>
          <p:cNvPr id="1898" name="Google Shape;1898;p248"/>
          <p:cNvSpPr txBox="1"/>
          <p:nvPr/>
        </p:nvSpPr>
        <p:spPr>
          <a:xfrm>
            <a:off x="6025896" y="2417850"/>
            <a:ext cx="2236800" cy="523200"/>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0000"/>
                </a:solidFill>
                <a:latin typeface="Arial"/>
                <a:ea typeface="Arial"/>
                <a:cs typeface="Arial"/>
                <a:sym typeface="Arial"/>
              </a:rPr>
              <a:t>Change th</a:t>
            </a:r>
            <a:r>
              <a:rPr b="1" lang="en">
                <a:solidFill>
                  <a:srgbClr val="FF0000"/>
                </a:solidFill>
              </a:rPr>
              <a:t>is</a:t>
            </a:r>
            <a:r>
              <a:rPr b="1" i="0" lang="en" sz="1400" u="none" cap="none" strike="noStrike">
                <a:solidFill>
                  <a:srgbClr val="FF0000"/>
                </a:solidFill>
                <a:latin typeface="Arial"/>
                <a:ea typeface="Arial"/>
                <a:cs typeface="Arial"/>
                <a:sym typeface="Arial"/>
              </a:rPr>
              <a:t> screenshot</a:t>
            </a:r>
            <a:endParaRPr b="1" i="0" sz="1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lang="en">
                <a:solidFill>
                  <a:srgbClr val="FF0000"/>
                </a:solidFill>
              </a:rPr>
              <a:t>by Prospect</a:t>
            </a:r>
            <a:endParaRPr b="1">
              <a:solidFill>
                <a:srgbClr val="FF0000"/>
              </a:solidFill>
            </a:endParaRPr>
          </a:p>
        </p:txBody>
      </p:sp>
      <p:sp>
        <p:nvSpPr>
          <p:cNvPr id="1899" name="Google Shape;1899;p248"/>
          <p:cNvSpPr txBox="1"/>
          <p:nvPr>
            <p:ph type="title"/>
          </p:nvPr>
        </p:nvSpPr>
        <p:spPr>
          <a:xfrm>
            <a:off x="506407" y="342900"/>
            <a:ext cx="7230000" cy="499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1800"/>
              <a:buNone/>
            </a:pPr>
            <a:r>
              <a:rPr lang="en" sz="2400">
                <a:solidFill>
                  <a:srgbClr val="002C6B"/>
                </a:solidFill>
                <a:latin typeface="Raleway"/>
                <a:ea typeface="Raleway"/>
                <a:cs typeface="Raleway"/>
                <a:sym typeface="Raleway"/>
              </a:rPr>
              <a:t>A.I. &amp; Engagement-Based Billing:</a:t>
            </a:r>
            <a:endParaRPr sz="2400">
              <a:solidFill>
                <a:srgbClr val="002C6B"/>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800"/>
              <a:buNone/>
            </a:pPr>
            <a:r>
              <a:rPr lang="en" sz="2400">
                <a:solidFill>
                  <a:srgbClr val="002C6B"/>
                </a:solidFill>
                <a:latin typeface="Raleway"/>
                <a:ea typeface="Raleway"/>
                <a:cs typeface="Raleway"/>
                <a:sym typeface="Raleway"/>
              </a:rPr>
              <a:t>Reduce Your Costs by 5% or More Immediately</a:t>
            </a:r>
            <a:endParaRPr sz="2400"/>
          </a:p>
        </p:txBody>
      </p:sp>
      <p:pic>
        <p:nvPicPr>
          <p:cNvPr id="1900" name="Google Shape;1900;p248" title="Screenshot 2026-02-05 at 11.48.09 AM.png"/>
          <p:cNvPicPr preferRelativeResize="0"/>
          <p:nvPr/>
        </p:nvPicPr>
        <p:blipFill rotWithShape="1">
          <a:blip r:embed="rId3">
            <a:alphaModFix/>
          </a:blip>
          <a:srcRect b="6347" l="0" r="46743" t="4756"/>
          <a:stretch/>
        </p:blipFill>
        <p:spPr>
          <a:xfrm>
            <a:off x="625400" y="1257300"/>
            <a:ext cx="4869801" cy="29410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249"/>
          <p:cNvSpPr txBox="1"/>
          <p:nvPr>
            <p:ph idx="1" type="body"/>
          </p:nvPr>
        </p:nvSpPr>
        <p:spPr>
          <a:xfrm>
            <a:off x="870275" y="2234825"/>
            <a:ext cx="7230000" cy="914700"/>
          </a:xfrm>
          <a:prstGeom prst="rect">
            <a:avLst/>
          </a:prstGeom>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r>
              <a:rPr b="1" lang="en" sz="2400">
                <a:solidFill>
                  <a:srgbClr val="FFFFFF"/>
                </a:solidFill>
                <a:latin typeface="Raleway"/>
                <a:ea typeface="Raleway"/>
                <a:cs typeface="Raleway"/>
                <a:sym typeface="Raleway"/>
              </a:rPr>
              <a:t>Next Steps</a:t>
            </a:r>
            <a:endParaRPr b="1" sz="2400">
              <a:solidFill>
                <a:srgbClr val="FFFFFF"/>
              </a:solidFill>
              <a:latin typeface="Raleway"/>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3" name="Shape 1913"/>
        <p:cNvGrpSpPr/>
        <p:nvPr/>
      </p:nvGrpSpPr>
      <p:grpSpPr>
        <a:xfrm>
          <a:off x="0" y="0"/>
          <a:ext cx="0" cy="0"/>
          <a:chOff x="0" y="0"/>
          <a:chExt cx="0" cy="0"/>
        </a:xfrm>
      </p:grpSpPr>
      <p:sp>
        <p:nvSpPr>
          <p:cNvPr id="1914" name="Google Shape;1914;p251"/>
          <p:cNvSpPr txBox="1"/>
          <p:nvPr>
            <p:ph idx="1" type="body"/>
          </p:nvPr>
        </p:nvSpPr>
        <p:spPr>
          <a:xfrm>
            <a:off x="870275" y="1994098"/>
            <a:ext cx="7230000" cy="1155300"/>
          </a:xfrm>
          <a:prstGeom prst="rect">
            <a:avLst/>
          </a:prstGeom>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r>
              <a:rPr lang="en" sz="2300">
                <a:solidFill>
                  <a:srgbClr val="FFFFFF"/>
                </a:solidFill>
              </a:rPr>
              <a:t>Unused Slides</a:t>
            </a:r>
            <a:endParaRPr>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252"/>
          <p:cNvSpPr txBox="1"/>
          <p:nvPr/>
        </p:nvSpPr>
        <p:spPr>
          <a:xfrm>
            <a:off x="66000" y="169325"/>
            <a:ext cx="7907400" cy="12090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2600">
                <a:solidFill>
                  <a:srgbClr val="002C6B"/>
                </a:solidFill>
                <a:latin typeface="Raleway"/>
                <a:ea typeface="Raleway"/>
                <a:cs typeface="Raleway"/>
                <a:sym typeface="Raleway"/>
              </a:rPr>
              <a:t>Mobile Health </a:t>
            </a:r>
            <a:endParaRPr b="1" sz="26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rPr lang="en" sz="1800">
                <a:solidFill>
                  <a:srgbClr val="002C6B"/>
                </a:solidFill>
                <a:latin typeface="Raleway"/>
                <a:ea typeface="Raleway"/>
                <a:cs typeface="Raleway"/>
                <a:sym typeface="Raleway"/>
              </a:rPr>
              <a:t>Solving the most pressing workforce health challenges</a:t>
            </a:r>
            <a:endParaRPr sz="18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t/>
            </a:r>
            <a:endParaRPr sz="18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rPr lang="en" sz="1800">
                <a:solidFill>
                  <a:srgbClr val="002C6B"/>
                </a:solidFill>
                <a:latin typeface="Raleway"/>
                <a:ea typeface="Raleway"/>
                <a:cs typeface="Raleway"/>
                <a:sym typeface="Raleway"/>
              </a:rPr>
              <a:t>For Members | For Employers</a:t>
            </a:r>
            <a:endParaRPr sz="18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t/>
            </a:r>
            <a:endParaRPr sz="1800">
              <a:solidFill>
                <a:srgbClr val="002C6B"/>
              </a:solidFill>
              <a:latin typeface="Raleway"/>
              <a:ea typeface="Raleway"/>
              <a:cs typeface="Raleway"/>
              <a:sym typeface="Raleway"/>
            </a:endParaRPr>
          </a:p>
        </p:txBody>
      </p:sp>
      <p:sp>
        <p:nvSpPr>
          <p:cNvPr id="1920" name="Google Shape;1920;p252"/>
          <p:cNvSpPr txBox="1"/>
          <p:nvPr/>
        </p:nvSpPr>
        <p:spPr>
          <a:xfrm>
            <a:off x="140075" y="1507275"/>
            <a:ext cx="6008700" cy="3123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 sz="1800">
                <a:solidFill>
                  <a:srgbClr val="F05A22"/>
                </a:solidFill>
                <a:latin typeface="Raleway"/>
                <a:ea typeface="Raleway"/>
                <a:cs typeface="Raleway"/>
                <a:sym typeface="Raleway"/>
              </a:rPr>
              <a:t>Affordability</a:t>
            </a:r>
            <a:r>
              <a:rPr lang="en" sz="1800">
                <a:solidFill>
                  <a:srgbClr val="F05A22"/>
                </a:solidFill>
                <a:latin typeface="Raleway"/>
                <a:ea typeface="Raleway"/>
                <a:cs typeface="Raleway"/>
                <a:sym typeface="Raleway"/>
              </a:rPr>
              <a:t>	</a:t>
            </a:r>
            <a:r>
              <a:rPr lang="en" sz="1200">
                <a:solidFill>
                  <a:schemeClr val="dk2"/>
                </a:solidFill>
                <a:latin typeface="Raleway"/>
                <a:ea typeface="Raleway"/>
                <a:cs typeface="Raleway"/>
                <a:sym typeface="Raleway"/>
              </a:rPr>
              <a:t>Guide members to clinically appropriate Digital Care Paths that reduce reliance on higher-cost community care and lower avoidable spend.</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0"/>
              </a:spcAft>
              <a:buNone/>
            </a:pPr>
            <a:r>
              <a:rPr b="1" lang="en" sz="1800">
                <a:solidFill>
                  <a:srgbClr val="F05A22"/>
                </a:solidFill>
                <a:latin typeface="Raleway"/>
                <a:ea typeface="Raleway"/>
                <a:cs typeface="Raleway"/>
                <a:sym typeface="Raleway"/>
              </a:rPr>
              <a:t>Access to care</a:t>
            </a:r>
            <a:r>
              <a:rPr b="1" lang="en" sz="1800">
                <a:solidFill>
                  <a:schemeClr val="dk2"/>
                </a:solidFill>
                <a:latin typeface="Raleway"/>
                <a:ea typeface="Raleway"/>
                <a:cs typeface="Raleway"/>
                <a:sym typeface="Raleway"/>
              </a:rPr>
              <a:t> </a:t>
            </a:r>
            <a:r>
              <a:rPr lang="en" sz="1200">
                <a:solidFill>
                  <a:schemeClr val="dk2"/>
                </a:solidFill>
                <a:latin typeface="Raleway"/>
                <a:ea typeface="Raleway"/>
                <a:cs typeface="Raleway"/>
                <a:sym typeface="Raleway"/>
              </a:rPr>
              <a:t>Deliver anytime access to high-quality care at no cost to members while helping employers close gaps in care, especially for those who need it most, with 70%+ engagement.	</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0"/>
              </a:spcAft>
              <a:buNone/>
            </a:pPr>
            <a:r>
              <a:rPr b="1" lang="en" sz="1800">
                <a:solidFill>
                  <a:srgbClr val="F05A22"/>
                </a:solidFill>
                <a:latin typeface="Raleway"/>
                <a:ea typeface="Raleway"/>
                <a:cs typeface="Raleway"/>
                <a:sym typeface="Raleway"/>
              </a:rPr>
              <a:t>Engagement</a:t>
            </a:r>
            <a:r>
              <a:rPr b="1" lang="en" sz="1800">
                <a:solidFill>
                  <a:schemeClr val="dk2"/>
                </a:solidFill>
                <a:latin typeface="Raleway"/>
                <a:ea typeface="Raleway"/>
                <a:cs typeface="Raleway"/>
                <a:sym typeface="Raleway"/>
              </a:rPr>
              <a:t> </a:t>
            </a:r>
            <a:r>
              <a:rPr lang="en" sz="1200">
                <a:solidFill>
                  <a:schemeClr val="dk2"/>
                </a:solidFill>
                <a:latin typeface="Raleway"/>
                <a:ea typeface="Raleway"/>
                <a:cs typeface="Raleway"/>
                <a:sym typeface="Raleway"/>
              </a:rPr>
              <a:t>Personalized navigation powered by embedded AI and LLM technology turns member touch points into proactive, tailored guidance that drives sustained participation.</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0"/>
              </a:spcAft>
              <a:buNone/>
            </a:pPr>
            <a:r>
              <a:rPr b="1" lang="en" sz="1800">
                <a:solidFill>
                  <a:srgbClr val="F05A22"/>
                </a:solidFill>
                <a:latin typeface="Raleway"/>
                <a:ea typeface="Raleway"/>
                <a:cs typeface="Raleway"/>
                <a:sym typeface="Raleway"/>
              </a:rPr>
              <a:t>Vendor consolidation </a:t>
            </a:r>
            <a:r>
              <a:rPr lang="en" sz="1200">
                <a:solidFill>
                  <a:schemeClr val="dk2"/>
                </a:solidFill>
                <a:latin typeface="Raleway"/>
                <a:ea typeface="Raleway"/>
                <a:cs typeface="Raleway"/>
                <a:sym typeface="Raleway"/>
              </a:rPr>
              <a:t>One integrated platform spanning Behavioral Health, Metabolic Health, Muskuloskeletal, Women’s Health, and more, simplifying administration and reporting. </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0"/>
              </a:spcAft>
              <a:buNone/>
            </a:pPr>
            <a:r>
              <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1200"/>
              </a:spcAft>
              <a:buNone/>
            </a:pPr>
            <a:r>
              <a:t/>
            </a:r>
            <a:endParaRPr sz="1200">
              <a:solidFill>
                <a:schemeClr val="dk2"/>
              </a:solidFill>
              <a:latin typeface="Raleway"/>
              <a:ea typeface="Raleway"/>
              <a:cs typeface="Raleway"/>
              <a:sym typeface="Raleway"/>
            </a:endParaRPr>
          </a:p>
        </p:txBody>
      </p:sp>
      <p:pic>
        <p:nvPicPr>
          <p:cNvPr descr="A person holding a phone&#10;&#10;Description automatically generated" id="1921" name="Google Shape;1921;p252"/>
          <p:cNvPicPr preferRelativeResize="0"/>
          <p:nvPr/>
        </p:nvPicPr>
        <p:blipFill rotWithShape="1">
          <a:blip r:embed="rId3">
            <a:alphaModFix/>
          </a:blip>
          <a:srcRect b="0" l="0" r="0" t="0"/>
          <a:stretch/>
        </p:blipFill>
        <p:spPr>
          <a:xfrm>
            <a:off x="7194138" y="983097"/>
            <a:ext cx="1949862" cy="38849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5" name="Shape 1925"/>
        <p:cNvGrpSpPr/>
        <p:nvPr/>
      </p:nvGrpSpPr>
      <p:grpSpPr>
        <a:xfrm>
          <a:off x="0" y="0"/>
          <a:ext cx="0" cy="0"/>
          <a:chOff x="0" y="0"/>
          <a:chExt cx="0" cy="0"/>
        </a:xfrm>
      </p:grpSpPr>
      <p:sp>
        <p:nvSpPr>
          <p:cNvPr id="1926" name="Google Shape;1926;p253"/>
          <p:cNvSpPr txBox="1"/>
          <p:nvPr/>
        </p:nvSpPr>
        <p:spPr>
          <a:xfrm>
            <a:off x="66000" y="169325"/>
            <a:ext cx="7907400" cy="12090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2600">
                <a:solidFill>
                  <a:srgbClr val="002C6B"/>
                </a:solidFill>
                <a:latin typeface="Raleway"/>
                <a:ea typeface="Raleway"/>
                <a:cs typeface="Raleway"/>
                <a:sym typeface="Raleway"/>
              </a:rPr>
              <a:t>Mobile Health </a:t>
            </a:r>
            <a:endParaRPr b="1" sz="26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rPr lang="en" sz="1800">
                <a:solidFill>
                  <a:srgbClr val="002C6B"/>
                </a:solidFill>
                <a:latin typeface="Raleway"/>
                <a:ea typeface="Raleway"/>
                <a:cs typeface="Raleway"/>
                <a:sym typeface="Raleway"/>
              </a:rPr>
              <a:t>Solving the most pressing workforce health challenges</a:t>
            </a:r>
            <a:endParaRPr sz="18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t/>
            </a:r>
            <a:endParaRPr sz="18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rPr lang="en" sz="1800">
                <a:solidFill>
                  <a:srgbClr val="002C6B"/>
                </a:solidFill>
                <a:latin typeface="Raleway"/>
                <a:ea typeface="Raleway"/>
                <a:cs typeface="Raleway"/>
                <a:sym typeface="Raleway"/>
              </a:rPr>
              <a:t>For Members | For Employers</a:t>
            </a:r>
            <a:endParaRPr sz="1800">
              <a:solidFill>
                <a:srgbClr val="002C6B"/>
              </a:solidFill>
              <a:latin typeface="Raleway"/>
              <a:ea typeface="Raleway"/>
              <a:cs typeface="Raleway"/>
              <a:sym typeface="Raleway"/>
            </a:endParaRPr>
          </a:p>
          <a:p>
            <a:pPr indent="0" lvl="0" marL="0" marR="0" rtl="0" algn="l">
              <a:lnSpc>
                <a:spcPct val="90000"/>
              </a:lnSpc>
              <a:spcBef>
                <a:spcPts val="0"/>
              </a:spcBef>
              <a:spcAft>
                <a:spcPts val="0"/>
              </a:spcAft>
              <a:buNone/>
            </a:pPr>
            <a:r>
              <a:t/>
            </a:r>
            <a:endParaRPr sz="1800">
              <a:solidFill>
                <a:srgbClr val="002C6B"/>
              </a:solidFill>
              <a:latin typeface="Raleway"/>
              <a:ea typeface="Raleway"/>
              <a:cs typeface="Raleway"/>
              <a:sym typeface="Raleway"/>
            </a:endParaRPr>
          </a:p>
        </p:txBody>
      </p:sp>
      <p:sp>
        <p:nvSpPr>
          <p:cNvPr id="1927" name="Google Shape;1927;p253"/>
          <p:cNvSpPr txBox="1"/>
          <p:nvPr/>
        </p:nvSpPr>
        <p:spPr>
          <a:xfrm>
            <a:off x="140075" y="1507275"/>
            <a:ext cx="6008700" cy="343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 sz="1800">
                <a:solidFill>
                  <a:srgbClr val="F05A22"/>
                </a:solidFill>
                <a:latin typeface="Raleway"/>
                <a:ea typeface="Raleway"/>
                <a:cs typeface="Raleway"/>
                <a:sym typeface="Raleway"/>
              </a:rPr>
              <a:t>Affordability</a:t>
            </a:r>
            <a:r>
              <a:rPr lang="en" sz="1800">
                <a:solidFill>
                  <a:srgbClr val="F05A22"/>
                </a:solidFill>
                <a:latin typeface="Raleway"/>
                <a:ea typeface="Raleway"/>
                <a:cs typeface="Raleway"/>
                <a:sym typeface="Raleway"/>
              </a:rPr>
              <a:t>	</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0"/>
              </a:spcAft>
              <a:buNone/>
            </a:pPr>
            <a:r>
              <a:t/>
            </a:r>
            <a:endParaRPr b="1" sz="1800">
              <a:solidFill>
                <a:srgbClr val="F05A22"/>
              </a:solidFill>
              <a:latin typeface="Raleway"/>
              <a:ea typeface="Raleway"/>
              <a:cs typeface="Raleway"/>
              <a:sym typeface="Raleway"/>
            </a:endParaRPr>
          </a:p>
          <a:p>
            <a:pPr indent="0" lvl="0" marL="0" rtl="0" algn="l">
              <a:lnSpc>
                <a:spcPct val="100000"/>
              </a:lnSpc>
              <a:spcBef>
                <a:spcPts val="1200"/>
              </a:spcBef>
              <a:spcAft>
                <a:spcPts val="0"/>
              </a:spcAft>
              <a:buNone/>
            </a:pPr>
            <a:r>
              <a:rPr b="1" lang="en" sz="1800">
                <a:solidFill>
                  <a:srgbClr val="F05A22"/>
                </a:solidFill>
                <a:latin typeface="Raleway"/>
                <a:ea typeface="Raleway"/>
                <a:cs typeface="Raleway"/>
                <a:sym typeface="Raleway"/>
              </a:rPr>
              <a:t>Access to care</a:t>
            </a:r>
            <a:r>
              <a:rPr b="1" lang="en" sz="1800">
                <a:solidFill>
                  <a:schemeClr val="dk2"/>
                </a:solidFill>
                <a:latin typeface="Raleway"/>
                <a:ea typeface="Raleway"/>
                <a:cs typeface="Raleway"/>
                <a:sym typeface="Raleway"/>
              </a:rPr>
              <a:t> </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0"/>
              </a:spcAft>
              <a:buNone/>
            </a:pPr>
            <a:r>
              <a:t/>
            </a:r>
            <a:endParaRPr b="1" sz="1800">
              <a:solidFill>
                <a:srgbClr val="F05A22"/>
              </a:solidFill>
              <a:latin typeface="Raleway"/>
              <a:ea typeface="Raleway"/>
              <a:cs typeface="Raleway"/>
              <a:sym typeface="Raleway"/>
            </a:endParaRPr>
          </a:p>
          <a:p>
            <a:pPr indent="0" lvl="0" marL="0" rtl="0" algn="l">
              <a:lnSpc>
                <a:spcPct val="100000"/>
              </a:lnSpc>
              <a:spcBef>
                <a:spcPts val="1200"/>
              </a:spcBef>
              <a:spcAft>
                <a:spcPts val="0"/>
              </a:spcAft>
              <a:buNone/>
            </a:pPr>
            <a:r>
              <a:rPr b="1" lang="en" sz="1800">
                <a:solidFill>
                  <a:srgbClr val="F05A22"/>
                </a:solidFill>
                <a:latin typeface="Raleway"/>
                <a:ea typeface="Raleway"/>
                <a:cs typeface="Raleway"/>
                <a:sym typeface="Raleway"/>
              </a:rPr>
              <a:t>Engagement</a:t>
            </a:r>
            <a:r>
              <a:rPr b="1" lang="en" sz="1800">
                <a:solidFill>
                  <a:schemeClr val="dk2"/>
                </a:solidFill>
                <a:latin typeface="Raleway"/>
                <a:ea typeface="Raleway"/>
                <a:cs typeface="Raleway"/>
                <a:sym typeface="Raleway"/>
              </a:rPr>
              <a:t> </a:t>
            </a:r>
            <a:endParaRPr sz="1200">
              <a:solidFill>
                <a:schemeClr val="dk2"/>
              </a:solidFill>
              <a:latin typeface="Raleway"/>
              <a:ea typeface="Raleway"/>
              <a:cs typeface="Raleway"/>
              <a:sym typeface="Raleway"/>
            </a:endParaRPr>
          </a:p>
          <a:p>
            <a:pPr indent="0" lvl="0" marL="0" rtl="0" algn="l">
              <a:lnSpc>
                <a:spcPct val="100000"/>
              </a:lnSpc>
              <a:spcBef>
                <a:spcPts val="1200"/>
              </a:spcBef>
              <a:spcAft>
                <a:spcPts val="0"/>
              </a:spcAft>
              <a:buNone/>
            </a:pPr>
            <a:r>
              <a:t/>
            </a:r>
            <a:endParaRPr b="1" sz="1800">
              <a:solidFill>
                <a:srgbClr val="F05A22"/>
              </a:solidFill>
              <a:latin typeface="Raleway"/>
              <a:ea typeface="Raleway"/>
              <a:cs typeface="Raleway"/>
              <a:sym typeface="Raleway"/>
            </a:endParaRPr>
          </a:p>
          <a:p>
            <a:pPr indent="0" lvl="0" marL="0" rtl="0" algn="l">
              <a:lnSpc>
                <a:spcPct val="100000"/>
              </a:lnSpc>
              <a:spcBef>
                <a:spcPts val="1200"/>
              </a:spcBef>
              <a:spcAft>
                <a:spcPts val="1200"/>
              </a:spcAft>
              <a:buNone/>
            </a:pPr>
            <a:r>
              <a:rPr b="1" lang="en" sz="1800">
                <a:solidFill>
                  <a:srgbClr val="F05A22"/>
                </a:solidFill>
                <a:latin typeface="Raleway"/>
                <a:ea typeface="Raleway"/>
                <a:cs typeface="Raleway"/>
                <a:sym typeface="Raleway"/>
              </a:rPr>
              <a:t>Vendor consolidation </a:t>
            </a:r>
            <a:endParaRPr sz="1200">
              <a:solidFill>
                <a:schemeClr val="dk2"/>
              </a:solidFill>
              <a:latin typeface="Raleway"/>
              <a:ea typeface="Raleway"/>
              <a:cs typeface="Raleway"/>
              <a:sym typeface="Raleway"/>
            </a:endParaRPr>
          </a:p>
        </p:txBody>
      </p:sp>
      <p:pic>
        <p:nvPicPr>
          <p:cNvPr descr="A person holding a phone&#10;&#10;Description automatically generated" id="1928" name="Google Shape;1928;p253"/>
          <p:cNvPicPr preferRelativeResize="0"/>
          <p:nvPr/>
        </p:nvPicPr>
        <p:blipFill rotWithShape="1">
          <a:blip r:embed="rId3">
            <a:alphaModFix/>
          </a:blip>
          <a:srcRect b="0" l="0" r="0" t="0"/>
          <a:stretch/>
        </p:blipFill>
        <p:spPr>
          <a:xfrm>
            <a:off x="7194138" y="983097"/>
            <a:ext cx="1949862" cy="3884999"/>
          </a:xfrm>
          <a:prstGeom prst="rect">
            <a:avLst/>
          </a:prstGeom>
          <a:noFill/>
          <a:ln>
            <a:noFill/>
          </a:ln>
        </p:spPr>
      </p:pic>
      <p:sp>
        <p:nvSpPr>
          <p:cNvPr id="1929" name="Google Shape;1929;p253"/>
          <p:cNvSpPr txBox="1"/>
          <p:nvPr/>
        </p:nvSpPr>
        <p:spPr>
          <a:xfrm>
            <a:off x="6083300" y="165100"/>
            <a:ext cx="18162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Helvetica Neue"/>
                <a:ea typeface="Helvetica Neue"/>
                <a:cs typeface="Helvetica Neue"/>
                <a:sym typeface="Helvetica Neue"/>
              </a:rPr>
              <a:t>Needs updating</a:t>
            </a:r>
            <a:endParaRPr b="1" sz="15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sz="1500">
                <a:solidFill>
                  <a:schemeClr val="dk1"/>
                </a:solidFill>
                <a:latin typeface="Helvetica Neue"/>
                <a:ea typeface="Helvetica Neue"/>
                <a:cs typeface="Helvetica Neue"/>
                <a:sym typeface="Helvetica Neue"/>
              </a:rPr>
              <a:t>Add check marks</a:t>
            </a:r>
            <a:endParaRPr b="1" sz="1500">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p254"/>
          <p:cNvSpPr txBox="1"/>
          <p:nvPr/>
        </p:nvSpPr>
        <p:spPr>
          <a:xfrm>
            <a:off x="386725" y="214500"/>
            <a:ext cx="8229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sz="3000">
                <a:solidFill>
                  <a:srgbClr val="002C6B"/>
                </a:solidFill>
                <a:latin typeface="Helvetica Neue"/>
                <a:ea typeface="Helvetica Neue"/>
                <a:cs typeface="Helvetica Neue"/>
                <a:sym typeface="Helvetica Neue"/>
              </a:rPr>
              <a:t>Zero Cost, Zero Friction to Get Started</a:t>
            </a:r>
            <a:endParaRPr i="1" sz="2000">
              <a:solidFill>
                <a:srgbClr val="002C6B"/>
              </a:solidFill>
              <a:latin typeface="Helvetica Neue"/>
              <a:ea typeface="Helvetica Neue"/>
              <a:cs typeface="Helvetica Neue"/>
              <a:sym typeface="Helvetica Neue"/>
            </a:endParaRPr>
          </a:p>
        </p:txBody>
      </p:sp>
      <p:graphicFrame>
        <p:nvGraphicFramePr>
          <p:cNvPr id="1935" name="Google Shape;1935;p254"/>
          <p:cNvGraphicFramePr/>
          <p:nvPr/>
        </p:nvGraphicFramePr>
        <p:xfrm>
          <a:off x="561450" y="1075725"/>
          <a:ext cx="3000000" cy="3000000"/>
        </p:xfrm>
        <a:graphic>
          <a:graphicData uri="http://schemas.openxmlformats.org/drawingml/2006/table">
            <a:tbl>
              <a:tblPr>
                <a:noFill/>
                <a:tableStyleId>{421C533D-2957-4E22-AE31-41531D491968}</a:tableStyleId>
              </a:tblPr>
              <a:tblGrid>
                <a:gridCol w="2570225"/>
                <a:gridCol w="2570225"/>
                <a:gridCol w="2570225"/>
              </a:tblGrid>
              <a:tr h="698800">
                <a:tc>
                  <a:txBody>
                    <a:bodyPr/>
                    <a:lstStyle/>
                    <a:p>
                      <a:pPr indent="0" lvl="0" marL="0" rtl="0" algn="l">
                        <a:spcBef>
                          <a:spcPts val="0"/>
                        </a:spcBef>
                        <a:spcAft>
                          <a:spcPts val="0"/>
                        </a:spcAft>
                        <a:buNone/>
                      </a:pPr>
                      <a:r>
                        <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b="1" lang="en" sz="1600">
                          <a:solidFill>
                            <a:srgbClr val="002C6B"/>
                          </a:solidFill>
                          <a:latin typeface="Helvetica Neue"/>
                          <a:ea typeface="Helvetica Neue"/>
                          <a:cs typeface="Helvetica Neue"/>
                          <a:sym typeface="Helvetica Neue"/>
                        </a:rPr>
                        <a:t>Zero Cost, Zero Friction Option: </a:t>
                      </a:r>
                      <a:r>
                        <a:rPr b="1" lang="en" sz="1600">
                          <a:solidFill>
                            <a:srgbClr val="002C6B"/>
                          </a:solidFill>
                          <a:latin typeface="Helvetica Neue"/>
                          <a:ea typeface="Helvetica Neue"/>
                          <a:cs typeface="Helvetica Neue"/>
                          <a:sym typeface="Helvetica Neue"/>
                        </a:rPr>
                        <a:t>Engagement Based Billing</a:t>
                      </a:r>
                      <a:endParaRPr b="1"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b="1" lang="en" sz="1600">
                          <a:solidFill>
                            <a:srgbClr val="002C6B"/>
                          </a:solidFill>
                          <a:latin typeface="Helvetica Neue"/>
                          <a:ea typeface="Helvetica Neue"/>
                          <a:cs typeface="Helvetica Neue"/>
                          <a:sym typeface="Helvetica Neue"/>
                        </a:rPr>
                        <a:t>Traditional PEPM </a:t>
                      </a:r>
                      <a:endParaRPr b="1" sz="1600">
                        <a:solidFill>
                          <a:srgbClr val="002C6B"/>
                        </a:solidFill>
                        <a:latin typeface="Helvetica Neue"/>
                        <a:ea typeface="Helvetica Neue"/>
                        <a:cs typeface="Helvetica Neue"/>
                        <a:sym typeface="Helvetica Neue"/>
                      </a:endParaRPr>
                    </a:p>
                  </a:txBody>
                  <a:tcPr marT="91425" marB="91425" marR="91425" marL="91425"/>
                </a:tc>
              </a:tr>
              <a:tr h="629575">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What employers pay for</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Only pay when users Engage</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PEPM</a:t>
                      </a:r>
                      <a:endParaRPr sz="1600">
                        <a:solidFill>
                          <a:srgbClr val="002C6B"/>
                        </a:solidFill>
                        <a:latin typeface="Helvetica Neue"/>
                        <a:ea typeface="Helvetica Neue"/>
                        <a:cs typeface="Helvetica Neue"/>
                        <a:sym typeface="Helvetica Neue"/>
                      </a:endParaRPr>
                    </a:p>
                  </a:txBody>
                  <a:tcPr marT="91425" marB="91425" marR="91425" marL="91425"/>
                </a:tc>
              </a:tr>
              <a:tr h="629575">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Cost profile</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No upfront PEPM for digital care paths </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$2.50 - $4.00 </a:t>
                      </a:r>
                      <a:endParaRPr sz="1600">
                        <a:solidFill>
                          <a:srgbClr val="002C6B"/>
                        </a:solidFill>
                        <a:latin typeface="Helvetica Neue"/>
                        <a:ea typeface="Helvetica Neue"/>
                        <a:cs typeface="Helvetica Neue"/>
                        <a:sym typeface="Helvetica Neue"/>
                      </a:endParaRPr>
                    </a:p>
                  </a:txBody>
                  <a:tcPr marT="91425" marB="91425" marR="91425" marL="91425"/>
                </a:tc>
              </a:tr>
              <a:tr h="444700">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Primary benefit</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Affordability and adoption</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Fixed Monthly Cost</a:t>
                      </a:r>
                      <a:endParaRPr sz="1600">
                        <a:solidFill>
                          <a:srgbClr val="002C6B"/>
                        </a:solidFill>
                        <a:latin typeface="Helvetica Neue"/>
                        <a:ea typeface="Helvetica Neue"/>
                        <a:cs typeface="Helvetica Neue"/>
                        <a:sym typeface="Helvetica Neue"/>
                      </a:endParaRPr>
                    </a:p>
                  </a:txBody>
                  <a:tcPr marT="91425" marB="91425" marR="91425" marL="91425"/>
                </a:tc>
              </a:tr>
              <a:tr h="629575">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Best for</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Employers with Strained PEPM Budgets</a:t>
                      </a:r>
                      <a:endParaRPr sz="1600">
                        <a:solidFill>
                          <a:srgbClr val="002C6B"/>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lang="en" sz="1600">
                          <a:solidFill>
                            <a:srgbClr val="002C6B"/>
                          </a:solidFill>
                          <a:latin typeface="Helvetica Neue"/>
                          <a:ea typeface="Helvetica Neue"/>
                          <a:cs typeface="Helvetica Neue"/>
                          <a:sym typeface="Helvetica Neue"/>
                        </a:rPr>
                        <a:t>Employers that have and want fixed budgets</a:t>
                      </a:r>
                      <a:endParaRPr sz="1600">
                        <a:solidFill>
                          <a:srgbClr val="002C6B"/>
                        </a:solidFill>
                        <a:latin typeface="Helvetica Neue"/>
                        <a:ea typeface="Helvetica Neue"/>
                        <a:cs typeface="Helvetica Neue"/>
                        <a:sym typeface="Helvetica Neue"/>
                      </a:endParaRPr>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9" name="Shape 1939"/>
        <p:cNvGrpSpPr/>
        <p:nvPr/>
      </p:nvGrpSpPr>
      <p:grpSpPr>
        <a:xfrm>
          <a:off x="0" y="0"/>
          <a:ext cx="0" cy="0"/>
          <a:chOff x="0" y="0"/>
          <a:chExt cx="0" cy="0"/>
        </a:xfrm>
      </p:grpSpPr>
      <p:sp>
        <p:nvSpPr>
          <p:cNvPr id="1940" name="Google Shape;1940;p255"/>
          <p:cNvSpPr txBox="1"/>
          <p:nvPr/>
        </p:nvSpPr>
        <p:spPr>
          <a:xfrm>
            <a:off x="83619" y="222147"/>
            <a:ext cx="7907400" cy="8886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2300">
                <a:solidFill>
                  <a:srgbClr val="002C6B"/>
                </a:solidFill>
                <a:latin typeface="Helvetica Neue"/>
                <a:ea typeface="Helvetica Neue"/>
                <a:cs typeface="Helvetica Neue"/>
                <a:sym typeface="Helvetica Neue"/>
              </a:rPr>
              <a:t>Mobile Health is the best way to use AI to get Outcomes</a:t>
            </a:r>
            <a:endParaRPr b="1" i="0" sz="2500" u="none" cap="none" strike="noStrike">
              <a:solidFill>
                <a:srgbClr val="002C6B"/>
              </a:solidFill>
              <a:latin typeface="Helvetica Neue"/>
              <a:ea typeface="Helvetica Neue"/>
              <a:cs typeface="Helvetica Neue"/>
              <a:sym typeface="Helvetica Neue"/>
            </a:endParaRPr>
          </a:p>
        </p:txBody>
      </p:sp>
      <p:graphicFrame>
        <p:nvGraphicFramePr>
          <p:cNvPr id="1941" name="Google Shape;1941;p255"/>
          <p:cNvGraphicFramePr/>
          <p:nvPr/>
        </p:nvGraphicFramePr>
        <p:xfrm>
          <a:off x="287650" y="1444225"/>
          <a:ext cx="3000000" cy="3000000"/>
        </p:xfrm>
        <a:graphic>
          <a:graphicData uri="http://schemas.openxmlformats.org/drawingml/2006/table">
            <a:tbl>
              <a:tblPr>
                <a:noFill/>
                <a:tableStyleId>{421C533D-2957-4E22-AE31-41531D491968}</a:tableStyleId>
              </a:tblPr>
              <a:tblGrid>
                <a:gridCol w="1961225"/>
                <a:gridCol w="1961225"/>
                <a:gridCol w="1961225"/>
              </a:tblGrid>
              <a:tr h="492950">
                <a:tc>
                  <a:txBody>
                    <a:bodyPr/>
                    <a:lstStyle/>
                    <a:p>
                      <a:pPr indent="0" lvl="0" marL="0" rtl="0" algn="l">
                        <a:spcBef>
                          <a:spcPts val="0"/>
                        </a:spcBef>
                        <a:spcAft>
                          <a:spcPts val="0"/>
                        </a:spcAft>
                        <a:buNone/>
                      </a:pPr>
                      <a:r>
                        <a:t/>
                      </a:r>
                      <a:endParaRPr sz="1000">
                        <a:latin typeface="Raleway"/>
                        <a:ea typeface="Raleway"/>
                        <a:cs typeface="Raleway"/>
                        <a:sym typeface="Raleway"/>
                      </a:endParaRPr>
                    </a:p>
                  </a:txBody>
                  <a:tcPr marT="91425" marB="91425" marR="91425" marL="91425"/>
                </a:tc>
                <a:tc>
                  <a:txBody>
                    <a:bodyPr/>
                    <a:lstStyle/>
                    <a:p>
                      <a:pPr indent="0" lvl="0" marL="0" rtl="0" algn="ctr">
                        <a:spcBef>
                          <a:spcPts val="0"/>
                        </a:spcBef>
                        <a:spcAft>
                          <a:spcPts val="0"/>
                        </a:spcAft>
                        <a:buNone/>
                      </a:pPr>
                      <a:r>
                        <a:rPr b="1" lang="en" sz="1000">
                          <a:latin typeface="Raleway"/>
                          <a:ea typeface="Raleway"/>
                          <a:cs typeface="Raleway"/>
                          <a:sym typeface="Raleway"/>
                        </a:rPr>
                        <a:t>Direct to ChatGPT</a:t>
                      </a:r>
                      <a:endParaRPr b="1" sz="1000">
                        <a:latin typeface="Raleway"/>
                        <a:ea typeface="Raleway"/>
                        <a:cs typeface="Raleway"/>
                        <a:sym typeface="Raleway"/>
                      </a:endParaRPr>
                    </a:p>
                  </a:txBody>
                  <a:tcPr marT="91425" marB="91425" marR="91425" marL="91425"/>
                </a:tc>
                <a:tc>
                  <a:txBody>
                    <a:bodyPr/>
                    <a:lstStyle/>
                    <a:p>
                      <a:pPr indent="0" lvl="0" marL="0" rtl="0" algn="ctr">
                        <a:spcBef>
                          <a:spcPts val="0"/>
                        </a:spcBef>
                        <a:spcAft>
                          <a:spcPts val="0"/>
                        </a:spcAft>
                        <a:buNone/>
                      </a:pPr>
                      <a:r>
                        <a:rPr b="1" lang="en" sz="1000">
                          <a:latin typeface="Raleway"/>
                          <a:ea typeface="Raleway"/>
                          <a:cs typeface="Raleway"/>
                          <a:sym typeface="Raleway"/>
                        </a:rPr>
                        <a:t>Mobile Health</a:t>
                      </a:r>
                      <a:endParaRPr b="1" sz="1000">
                        <a:latin typeface="Raleway"/>
                        <a:ea typeface="Raleway"/>
                        <a:cs typeface="Raleway"/>
                        <a:sym typeface="Raleway"/>
                      </a:endParaRPr>
                    </a:p>
                  </a:txBody>
                  <a:tcPr marT="91425" marB="91425" marR="91425" marL="91425"/>
                </a:tc>
              </a:tr>
              <a:tr h="449400">
                <a:tc>
                  <a:txBody>
                    <a:bodyPr/>
                    <a:lstStyle/>
                    <a:p>
                      <a:pPr indent="0" lvl="0" marL="0" rtl="0" algn="l">
                        <a:spcBef>
                          <a:spcPts val="0"/>
                        </a:spcBef>
                        <a:spcAft>
                          <a:spcPts val="0"/>
                        </a:spcAft>
                        <a:buNone/>
                      </a:pPr>
                      <a:r>
                        <a:rPr lang="en" sz="1000">
                          <a:latin typeface="Raleway"/>
                          <a:ea typeface="Raleway"/>
                          <a:cs typeface="Raleway"/>
                          <a:sym typeface="Raleway"/>
                        </a:rPr>
                        <a:t>Pre-Built &amp; Tested User Health Prompts</a:t>
                      </a:r>
                      <a:endParaRPr sz="1000">
                        <a:latin typeface="Raleway"/>
                        <a:ea typeface="Raleway"/>
                        <a:cs typeface="Raleway"/>
                        <a:sym typeface="Raleway"/>
                      </a:endParaRPr>
                    </a:p>
                  </a:txBody>
                  <a:tcPr marT="91425" marB="91425" marR="91425" marL="91425"/>
                </a:tc>
                <a:tc>
                  <a:txBody>
                    <a:bodyPr/>
                    <a:lstStyle/>
                    <a:p>
                      <a:pPr indent="0" lvl="0" marL="0" rtl="0" algn="ctr">
                        <a:spcBef>
                          <a:spcPts val="0"/>
                        </a:spcBef>
                        <a:spcAft>
                          <a:spcPts val="0"/>
                        </a:spcAft>
                        <a:buNone/>
                      </a:pPr>
                      <a:r>
                        <a:rPr b="1" lang="en" sz="1000">
                          <a:solidFill>
                            <a:schemeClr val="accent3"/>
                          </a:solidFill>
                          <a:latin typeface="Raleway"/>
                          <a:ea typeface="Raleway"/>
                          <a:cs typeface="Raleway"/>
                          <a:sym typeface="Raleway"/>
                        </a:rPr>
                        <a:t>No</a:t>
                      </a:r>
                      <a:endParaRPr b="1" sz="1000">
                        <a:solidFill>
                          <a:schemeClr val="accent3"/>
                        </a:solidFill>
                        <a:latin typeface="Raleway"/>
                        <a:ea typeface="Raleway"/>
                        <a:cs typeface="Raleway"/>
                        <a:sym typeface="Raleway"/>
                      </a:endParaRPr>
                    </a:p>
                  </a:txBody>
                  <a:tcPr marT="91425" marB="91425" marR="91425" marL="91425"/>
                </a:tc>
                <a:tc>
                  <a:txBody>
                    <a:bodyPr/>
                    <a:lstStyle/>
                    <a:p>
                      <a:pPr indent="0" lvl="0" marL="0" rtl="0" algn="ctr">
                        <a:spcBef>
                          <a:spcPts val="0"/>
                        </a:spcBef>
                        <a:spcAft>
                          <a:spcPts val="0"/>
                        </a:spcAft>
                        <a:buNone/>
                      </a:pPr>
                      <a:r>
                        <a:rPr b="1" lang="en" sz="1000">
                          <a:solidFill>
                            <a:schemeClr val="accent2"/>
                          </a:solidFill>
                          <a:latin typeface="Raleway"/>
                          <a:ea typeface="Raleway"/>
                          <a:cs typeface="Raleway"/>
                          <a:sym typeface="Raleway"/>
                        </a:rPr>
                        <a:t>Yes</a:t>
                      </a:r>
                      <a:endParaRPr b="1" sz="1000">
                        <a:solidFill>
                          <a:schemeClr val="accent2"/>
                        </a:solidFill>
                        <a:latin typeface="Raleway"/>
                        <a:ea typeface="Raleway"/>
                        <a:cs typeface="Raleway"/>
                        <a:sym typeface="Raleway"/>
                      </a:endParaRPr>
                    </a:p>
                  </a:txBody>
                  <a:tcPr marT="91425" marB="91425" marR="91425" marL="91425"/>
                </a:tc>
              </a:tr>
              <a:tr h="428775">
                <a:tc>
                  <a:txBody>
                    <a:bodyPr/>
                    <a:lstStyle/>
                    <a:p>
                      <a:pPr indent="0" lvl="0" marL="0" rtl="0" algn="l">
                        <a:spcBef>
                          <a:spcPts val="0"/>
                        </a:spcBef>
                        <a:spcAft>
                          <a:spcPts val="0"/>
                        </a:spcAft>
                        <a:buNone/>
                      </a:pPr>
                      <a:r>
                        <a:rPr lang="en" sz="1000">
                          <a:latin typeface="Raleway"/>
                          <a:ea typeface="Raleway"/>
                          <a:cs typeface="Raleway"/>
                          <a:sym typeface="Raleway"/>
                        </a:rPr>
                        <a:t>Accurate User Health Status &amp; Diagnoses</a:t>
                      </a:r>
                      <a:endParaRPr sz="1000">
                        <a:latin typeface="Raleway"/>
                        <a:ea typeface="Raleway"/>
                        <a:cs typeface="Raleway"/>
                        <a:sym typeface="Raleway"/>
                      </a:endParaRPr>
                    </a:p>
                  </a:txBody>
                  <a:tcPr marT="91425" marB="91425" marR="91425" marL="91425"/>
                </a:tc>
                <a:tc>
                  <a:txBody>
                    <a:bodyPr/>
                    <a:lstStyle/>
                    <a:p>
                      <a:pPr indent="0" lvl="0" marL="0" rtl="0" algn="ctr">
                        <a:spcBef>
                          <a:spcPts val="0"/>
                        </a:spcBef>
                        <a:spcAft>
                          <a:spcPts val="0"/>
                        </a:spcAft>
                        <a:buNone/>
                      </a:pPr>
                      <a:r>
                        <a:rPr b="1" lang="en" sz="1000">
                          <a:solidFill>
                            <a:schemeClr val="accent3"/>
                          </a:solidFill>
                          <a:latin typeface="Raleway"/>
                          <a:ea typeface="Raleway"/>
                          <a:cs typeface="Raleway"/>
                          <a:sym typeface="Raleway"/>
                        </a:rPr>
                        <a:t>No</a:t>
                      </a:r>
                      <a:endParaRPr b="1" sz="1000">
                        <a:solidFill>
                          <a:schemeClr val="accent3"/>
                        </a:solidFill>
                        <a:latin typeface="Raleway"/>
                        <a:ea typeface="Raleway"/>
                        <a:cs typeface="Raleway"/>
                        <a:sym typeface="Raleway"/>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accent2"/>
                          </a:solidFill>
                          <a:latin typeface="Raleway"/>
                          <a:ea typeface="Raleway"/>
                          <a:cs typeface="Raleway"/>
                          <a:sym typeface="Raleway"/>
                        </a:rPr>
                        <a:t>Yes</a:t>
                      </a:r>
                      <a:endParaRPr b="1" sz="1000">
                        <a:solidFill>
                          <a:schemeClr val="accent2"/>
                        </a:solidFill>
                        <a:latin typeface="Raleway"/>
                        <a:ea typeface="Raleway"/>
                        <a:cs typeface="Raleway"/>
                        <a:sym typeface="Raleway"/>
                      </a:endParaRPr>
                    </a:p>
                  </a:txBody>
                  <a:tcPr marT="91425" marB="91425" marR="91425" marL="91425">
                    <a:lnB cap="flat" cmpd="sng" w="9525">
                      <a:solidFill>
                        <a:srgbClr val="9E9E9E"/>
                      </a:solidFill>
                      <a:prstDash val="solid"/>
                      <a:round/>
                      <a:headEnd len="sm" w="sm" type="none"/>
                      <a:tailEnd len="sm" w="sm" type="none"/>
                    </a:lnB>
                  </a:tcPr>
                </a:tc>
              </a:tr>
              <a:tr h="343625">
                <a:tc>
                  <a:txBody>
                    <a:bodyPr/>
                    <a:lstStyle/>
                    <a:p>
                      <a:pPr indent="0" lvl="0" marL="0" rtl="0" algn="l">
                        <a:spcBef>
                          <a:spcPts val="0"/>
                        </a:spcBef>
                        <a:spcAft>
                          <a:spcPts val="0"/>
                        </a:spcAft>
                        <a:buNone/>
                      </a:pPr>
                      <a:r>
                        <a:rPr lang="en" sz="1000">
                          <a:latin typeface="Raleway"/>
                          <a:ea typeface="Raleway"/>
                          <a:cs typeface="Raleway"/>
                          <a:sym typeface="Raleway"/>
                        </a:rPr>
                        <a:t>Continuous</a:t>
                      </a:r>
                      <a:r>
                        <a:rPr lang="en" sz="1000">
                          <a:latin typeface="Raleway"/>
                          <a:ea typeface="Raleway"/>
                          <a:cs typeface="Raleway"/>
                          <a:sym typeface="Raleway"/>
                        </a:rPr>
                        <a:t> User Wearable Data Integration </a:t>
                      </a:r>
                      <a:endParaRPr sz="1000">
                        <a:latin typeface="Raleway"/>
                        <a:ea typeface="Raleway"/>
                        <a:cs typeface="Raleway"/>
                        <a:sym typeface="Raleway"/>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accent3"/>
                          </a:solidFill>
                          <a:latin typeface="Raleway"/>
                          <a:ea typeface="Raleway"/>
                          <a:cs typeface="Raleway"/>
                          <a:sym typeface="Raleway"/>
                        </a:rPr>
                        <a:t>No</a:t>
                      </a:r>
                      <a:endParaRPr b="1" sz="1000">
                        <a:solidFill>
                          <a:schemeClr val="accent3"/>
                        </a:solidFill>
                        <a:latin typeface="Raleway"/>
                        <a:ea typeface="Raleway"/>
                        <a:cs typeface="Raleway"/>
                        <a:sym typeface="Ralew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accent2"/>
                          </a:solidFill>
                          <a:latin typeface="Raleway"/>
                          <a:ea typeface="Raleway"/>
                          <a:cs typeface="Raleway"/>
                          <a:sym typeface="Raleway"/>
                        </a:rPr>
                        <a:t>Yes</a:t>
                      </a:r>
                      <a:endParaRPr b="1" sz="1000">
                        <a:solidFill>
                          <a:schemeClr val="accent2"/>
                        </a:solidFill>
                        <a:latin typeface="Raleway"/>
                        <a:ea typeface="Raleway"/>
                        <a:cs typeface="Raleway"/>
                        <a:sym typeface="Ralew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28675">
                <a:tc>
                  <a:txBody>
                    <a:bodyPr/>
                    <a:lstStyle/>
                    <a:p>
                      <a:pPr indent="0" lvl="0" marL="0" rtl="0" algn="l">
                        <a:spcBef>
                          <a:spcPts val="0"/>
                        </a:spcBef>
                        <a:spcAft>
                          <a:spcPts val="0"/>
                        </a:spcAft>
                        <a:buNone/>
                      </a:pPr>
                      <a:r>
                        <a:rPr lang="en" sz="1000">
                          <a:latin typeface="Raleway"/>
                          <a:ea typeface="Raleway"/>
                          <a:cs typeface="Raleway"/>
                          <a:sym typeface="Raleway"/>
                        </a:rPr>
                        <a:t>Immediate Activation to A.I. powered Health Management Programs</a:t>
                      </a:r>
                      <a:endParaRPr sz="1000">
                        <a:latin typeface="Raleway"/>
                        <a:ea typeface="Raleway"/>
                        <a:cs typeface="Raleway"/>
                        <a:sym typeface="Ralew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accent3"/>
                          </a:solidFill>
                          <a:latin typeface="Raleway"/>
                          <a:ea typeface="Raleway"/>
                          <a:cs typeface="Raleway"/>
                          <a:sym typeface="Raleway"/>
                        </a:rPr>
                        <a:t>No</a:t>
                      </a:r>
                      <a:endParaRPr b="1" sz="1000">
                        <a:solidFill>
                          <a:schemeClr val="accent3"/>
                        </a:solidFill>
                        <a:latin typeface="Raleway"/>
                        <a:ea typeface="Raleway"/>
                        <a:cs typeface="Raleway"/>
                        <a:sym typeface="Ralew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accent2"/>
                          </a:solidFill>
                          <a:latin typeface="Raleway"/>
                          <a:ea typeface="Raleway"/>
                          <a:cs typeface="Raleway"/>
                          <a:sym typeface="Raleway"/>
                        </a:rPr>
                        <a:t>Behavioral Health, Heart Health, MSK, Women's Health</a:t>
                      </a:r>
                      <a:endParaRPr b="1" sz="1000">
                        <a:solidFill>
                          <a:schemeClr val="accent2"/>
                        </a:solidFill>
                        <a:latin typeface="Raleway"/>
                        <a:ea typeface="Raleway"/>
                        <a:cs typeface="Raleway"/>
                        <a:sym typeface="Ralew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3625">
                <a:tc>
                  <a:txBody>
                    <a:bodyPr/>
                    <a:lstStyle/>
                    <a:p>
                      <a:pPr indent="0" lvl="0" marL="0" rtl="0" algn="l">
                        <a:spcBef>
                          <a:spcPts val="0"/>
                        </a:spcBef>
                        <a:spcAft>
                          <a:spcPts val="0"/>
                        </a:spcAft>
                        <a:buNone/>
                      </a:pPr>
                      <a:r>
                        <a:rPr lang="en" sz="1000">
                          <a:latin typeface="Raleway"/>
                          <a:ea typeface="Raleway"/>
                          <a:cs typeface="Raleway"/>
                          <a:sym typeface="Raleway"/>
                        </a:rPr>
                        <a:t>Always-on API Integration</a:t>
                      </a:r>
                      <a:endParaRPr sz="1000">
                        <a:latin typeface="Raleway"/>
                        <a:ea typeface="Raleway"/>
                        <a:cs typeface="Raleway"/>
                        <a:sym typeface="Ralew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en" sz="1000">
                          <a:solidFill>
                            <a:schemeClr val="accent3"/>
                          </a:solidFill>
                          <a:latin typeface="Raleway"/>
                          <a:ea typeface="Raleway"/>
                          <a:cs typeface="Raleway"/>
                          <a:sym typeface="Raleway"/>
                        </a:rPr>
                        <a:t>No</a:t>
                      </a:r>
                      <a:endParaRPr b="1" sz="1000">
                        <a:solidFill>
                          <a:schemeClr val="accent3"/>
                        </a:solidFill>
                        <a:latin typeface="Raleway"/>
                        <a:ea typeface="Raleway"/>
                        <a:cs typeface="Raleway"/>
                        <a:sym typeface="Ralew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en" sz="1000">
                          <a:solidFill>
                            <a:schemeClr val="accent2"/>
                          </a:solidFill>
                          <a:latin typeface="Raleway"/>
                          <a:ea typeface="Raleway"/>
                          <a:cs typeface="Raleway"/>
                          <a:sym typeface="Raleway"/>
                        </a:rPr>
                        <a:t>Yes</a:t>
                      </a:r>
                      <a:endParaRPr b="1" sz="1000">
                        <a:solidFill>
                          <a:schemeClr val="accent2"/>
                        </a:solidFill>
                        <a:latin typeface="Raleway"/>
                        <a:ea typeface="Raleway"/>
                        <a:cs typeface="Raleway"/>
                        <a:sym typeface="Raleway"/>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sp>
        <p:nvSpPr>
          <p:cNvPr id="1946" name="Google Shape;1946;p256"/>
          <p:cNvSpPr txBox="1"/>
          <p:nvPr>
            <p:ph type="title"/>
          </p:nvPr>
        </p:nvSpPr>
        <p:spPr>
          <a:xfrm>
            <a:off x="506407" y="342900"/>
            <a:ext cx="7230000" cy="461700"/>
          </a:xfrm>
          <a:prstGeom prst="rect">
            <a:avLst/>
          </a:prstGeom>
          <a:noFill/>
          <a:ln>
            <a:noFill/>
          </a:ln>
        </p:spPr>
        <p:txBody>
          <a:bodyPr anchorCtr="0" anchor="b" bIns="34250" lIns="68550" spcFirstLastPara="1" rIns="68550" wrap="square" tIns="34250">
            <a:noAutofit/>
          </a:bodyPr>
          <a:lstStyle/>
          <a:p>
            <a:pPr indent="0" lvl="0" marL="0" rtl="0" algn="l">
              <a:lnSpc>
                <a:spcPct val="90000"/>
              </a:lnSpc>
              <a:spcBef>
                <a:spcPts val="0"/>
              </a:spcBef>
              <a:spcAft>
                <a:spcPts val="0"/>
              </a:spcAft>
              <a:buSzPts val="990"/>
              <a:buNone/>
            </a:pPr>
            <a:r>
              <a:rPr lang="en" sz="2000">
                <a:solidFill>
                  <a:srgbClr val="002C6B"/>
                </a:solidFill>
                <a:latin typeface="Raleway"/>
                <a:ea typeface="Raleway"/>
                <a:cs typeface="Raleway"/>
                <a:sym typeface="Raleway"/>
              </a:rPr>
              <a:t>Healthcare Cost Impact</a:t>
            </a:r>
            <a:endParaRPr sz="2000">
              <a:solidFill>
                <a:srgbClr val="002C6B"/>
              </a:solidFill>
              <a:latin typeface="Raleway"/>
              <a:ea typeface="Raleway"/>
              <a:cs typeface="Raleway"/>
              <a:sym typeface="Raleway"/>
            </a:endParaRPr>
          </a:p>
        </p:txBody>
      </p:sp>
      <p:pic>
        <p:nvPicPr>
          <p:cNvPr descr="A screenshot of a spreadsheet&#10;&#10;AI-generated content may be incorrect." id="1947" name="Google Shape;1947;p256"/>
          <p:cNvPicPr preferRelativeResize="0"/>
          <p:nvPr/>
        </p:nvPicPr>
        <p:blipFill rotWithShape="1">
          <a:blip r:embed="rId3">
            <a:alphaModFix/>
          </a:blip>
          <a:srcRect b="0" l="0" r="0" t="0"/>
          <a:stretch/>
        </p:blipFill>
        <p:spPr>
          <a:xfrm>
            <a:off x="596499" y="1320570"/>
            <a:ext cx="7772402" cy="2583722"/>
          </a:xfrm>
          <a:prstGeom prst="rect">
            <a:avLst/>
          </a:prstGeom>
          <a:noFill/>
          <a:ln>
            <a:noFill/>
          </a:ln>
        </p:spPr>
      </p:pic>
      <p:pic>
        <p:nvPicPr>
          <p:cNvPr descr="A close-up of a list of health care costs&#10;&#10;AI-generated content may be incorrect." id="1948" name="Google Shape;1948;p256"/>
          <p:cNvPicPr preferRelativeResize="0"/>
          <p:nvPr/>
        </p:nvPicPr>
        <p:blipFill rotWithShape="1">
          <a:blip r:embed="rId4">
            <a:alphaModFix/>
          </a:blip>
          <a:srcRect b="0" l="0" r="0" t="0"/>
          <a:stretch/>
        </p:blipFill>
        <p:spPr>
          <a:xfrm>
            <a:off x="5005753" y="2612430"/>
            <a:ext cx="3541747" cy="1955340"/>
          </a:xfrm>
          <a:prstGeom prst="rect">
            <a:avLst/>
          </a:prstGeom>
          <a:noFill/>
          <a:ln>
            <a:noFill/>
          </a:ln>
        </p:spPr>
      </p:pic>
      <p:sp>
        <p:nvSpPr>
          <p:cNvPr id="1949" name="Google Shape;1949;p256"/>
          <p:cNvSpPr txBox="1"/>
          <p:nvPr/>
        </p:nvSpPr>
        <p:spPr>
          <a:xfrm>
            <a:off x="5138928" y="179941"/>
            <a:ext cx="2236800" cy="954300"/>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0000"/>
                </a:solidFill>
                <a:latin typeface="Arial"/>
                <a:ea typeface="Arial"/>
                <a:cs typeface="Arial"/>
                <a:sym typeface="Arial"/>
              </a:rPr>
              <a:t>Reps should go into the actual tool when showing this level of detail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3" name="Shape 1953"/>
        <p:cNvGrpSpPr/>
        <p:nvPr/>
      </p:nvGrpSpPr>
      <p:grpSpPr>
        <a:xfrm>
          <a:off x="0" y="0"/>
          <a:ext cx="0" cy="0"/>
          <a:chOff x="0" y="0"/>
          <a:chExt cx="0" cy="0"/>
        </a:xfrm>
      </p:grpSpPr>
      <p:sp>
        <p:nvSpPr>
          <p:cNvPr id="1954" name="Google Shape;1954;p257"/>
          <p:cNvSpPr txBox="1"/>
          <p:nvPr/>
        </p:nvSpPr>
        <p:spPr>
          <a:xfrm>
            <a:off x="65994" y="169322"/>
            <a:ext cx="7907400" cy="8886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002C6B"/>
                </a:solidFill>
                <a:latin typeface="Helvetica Neue"/>
                <a:ea typeface="Helvetica Neue"/>
                <a:cs typeface="Helvetica Neue"/>
                <a:sym typeface="Helvetica Neue"/>
              </a:rPr>
              <a:t>The Challenge </a:t>
            </a:r>
            <a:endParaRPr b="1" i="0" sz="3000" u="none" cap="none" strike="noStrike">
              <a:solidFill>
                <a:srgbClr val="002C6B"/>
              </a:solidFill>
              <a:latin typeface="Helvetica Neue"/>
              <a:ea typeface="Helvetica Neue"/>
              <a:cs typeface="Helvetica Neue"/>
              <a:sym typeface="Helvetica Neue"/>
            </a:endParaRPr>
          </a:p>
        </p:txBody>
      </p:sp>
      <p:sp>
        <p:nvSpPr>
          <p:cNvPr id="1955" name="Google Shape;1955;p257"/>
          <p:cNvSpPr txBox="1"/>
          <p:nvPr/>
        </p:nvSpPr>
        <p:spPr>
          <a:xfrm>
            <a:off x="66000" y="1057925"/>
            <a:ext cx="8993100" cy="4171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n" sz="1800">
                <a:solidFill>
                  <a:schemeClr val="dk2"/>
                </a:solidFill>
                <a:latin typeface="Helvetica Neue"/>
                <a:ea typeface="Helvetica Neue"/>
                <a:cs typeface="Helvetica Neue"/>
                <a:sym typeface="Helvetica Neue"/>
              </a:rPr>
              <a:t>53% of Employers exceeded or significantly exceeded their budget</a:t>
            </a:r>
            <a:endParaRPr sz="1800">
              <a:solidFill>
                <a:schemeClr val="dk2"/>
              </a:solidFill>
              <a:latin typeface="Helvetica Neue"/>
              <a:ea typeface="Helvetica Neue"/>
              <a:cs typeface="Helvetica Neue"/>
              <a:sym typeface="Helvetica Neue"/>
            </a:endParaRPr>
          </a:p>
          <a:p>
            <a:pPr indent="0" lvl="0" marL="457200" rtl="0" algn="l">
              <a:lnSpc>
                <a:spcPct val="115000"/>
              </a:lnSpc>
              <a:spcBef>
                <a:spcPts val="1200"/>
              </a:spcBef>
              <a:spcAft>
                <a:spcPts val="0"/>
              </a:spcAft>
              <a:buNone/>
            </a:pPr>
            <a:r>
              <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Affordability</a:t>
            </a:r>
            <a:r>
              <a:rPr lang="en" sz="1800">
                <a:solidFill>
                  <a:schemeClr val="dk2"/>
                </a:solidFill>
                <a:latin typeface="Helvetica Neue"/>
                <a:ea typeface="Helvetica Neue"/>
                <a:cs typeface="Helvetica Neue"/>
                <a:sym typeface="Helvetica Neue"/>
              </a:rPr>
              <a:t>: Budgets are tightening, forcing employers to cut or delay programs that don’t show immediate value.</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Access</a:t>
            </a:r>
            <a:r>
              <a:rPr lang="en" sz="1800">
                <a:solidFill>
                  <a:schemeClr val="dk2"/>
                </a:solidFill>
                <a:latin typeface="Helvetica Neue"/>
                <a:ea typeface="Helvetica Neue"/>
                <a:cs typeface="Helvetica Neue"/>
                <a:sym typeface="Helvetica Neue"/>
              </a:rPr>
              <a:t>: Provider shortages and long wait times make it harder for employees to get timely care.</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Engagement</a:t>
            </a:r>
            <a:r>
              <a:rPr lang="en" sz="1800">
                <a:solidFill>
                  <a:schemeClr val="dk2"/>
                </a:solidFill>
                <a:latin typeface="Helvetica Neue"/>
                <a:ea typeface="Helvetica Neue"/>
                <a:cs typeface="Helvetica Neue"/>
                <a:sym typeface="Helvetica Neue"/>
              </a:rPr>
              <a:t>: Without meaningful engagement, even the right programs fail to impact costs or outcomes.</a:t>
            </a:r>
            <a:endParaRPr sz="1800">
              <a:solidFill>
                <a:schemeClr val="dk2"/>
              </a:solidFill>
              <a:latin typeface="Helvetica Neue"/>
              <a:ea typeface="Helvetica Neue"/>
              <a:cs typeface="Helvetica Neue"/>
              <a:sym typeface="Helvetica Neue"/>
            </a:endParaRPr>
          </a:p>
          <a:p>
            <a:pPr indent="0" lvl="0" marL="914400" rtl="0" algn="l">
              <a:lnSpc>
                <a:spcPct val="115000"/>
              </a:lnSpc>
              <a:spcBef>
                <a:spcPts val="1200"/>
              </a:spcBef>
              <a:spcAft>
                <a:spcPts val="0"/>
              </a:spcAft>
              <a:buNone/>
            </a:pPr>
            <a:r>
              <a:t/>
            </a:r>
            <a:endParaRPr sz="1600">
              <a:solidFill>
                <a:srgbClr val="002C6B"/>
              </a:solidFill>
            </a:endParaRPr>
          </a:p>
          <a:p>
            <a:pPr indent="0" lvl="0" marL="0" marR="0" rtl="0" algn="l">
              <a:lnSpc>
                <a:spcPct val="100000"/>
              </a:lnSpc>
              <a:spcBef>
                <a:spcPts val="1200"/>
              </a:spcBef>
              <a:spcAft>
                <a:spcPts val="0"/>
              </a:spcAft>
              <a:buNone/>
            </a:pPr>
            <a:r>
              <a:t/>
            </a:r>
            <a:endParaRPr sz="2100">
              <a:solidFill>
                <a:schemeClr val="dk1"/>
              </a:solidFill>
              <a:latin typeface="Raleway Medium"/>
              <a:ea typeface="Raleway Medium"/>
              <a:cs typeface="Raleway Medium"/>
              <a:sym typeface="Raleway Medium"/>
            </a:endParaRPr>
          </a:p>
        </p:txBody>
      </p:sp>
      <p:pic>
        <p:nvPicPr>
          <p:cNvPr id="1956" name="Google Shape;1956;p257"/>
          <p:cNvPicPr preferRelativeResize="0"/>
          <p:nvPr/>
        </p:nvPicPr>
        <p:blipFill rotWithShape="1">
          <a:blip r:embed="rId3">
            <a:alphaModFix/>
          </a:blip>
          <a:srcRect b="0" l="0" r="0" t="0"/>
          <a:stretch/>
        </p:blipFill>
        <p:spPr>
          <a:xfrm>
            <a:off x="663500" y="2023853"/>
            <a:ext cx="504428" cy="504448"/>
          </a:xfrm>
          <a:prstGeom prst="rect">
            <a:avLst/>
          </a:prstGeom>
          <a:noFill/>
          <a:ln>
            <a:noFill/>
          </a:ln>
        </p:spPr>
      </p:pic>
      <p:pic>
        <p:nvPicPr>
          <p:cNvPr id="1957" name="Google Shape;1957;p257"/>
          <p:cNvPicPr preferRelativeResize="0"/>
          <p:nvPr/>
        </p:nvPicPr>
        <p:blipFill rotWithShape="1">
          <a:blip r:embed="rId4">
            <a:alphaModFix/>
          </a:blip>
          <a:srcRect b="0" l="0" r="0" t="0"/>
          <a:stretch/>
        </p:blipFill>
        <p:spPr>
          <a:xfrm>
            <a:off x="630504" y="2858323"/>
            <a:ext cx="570424" cy="570409"/>
          </a:xfrm>
          <a:prstGeom prst="rect">
            <a:avLst/>
          </a:prstGeom>
          <a:noFill/>
          <a:ln>
            <a:noFill/>
          </a:ln>
        </p:spPr>
      </p:pic>
      <p:sp>
        <p:nvSpPr>
          <p:cNvPr id="1958" name="Google Shape;1958;p257"/>
          <p:cNvSpPr/>
          <p:nvPr/>
        </p:nvSpPr>
        <p:spPr>
          <a:xfrm>
            <a:off x="663509" y="3758754"/>
            <a:ext cx="317100" cy="290700"/>
          </a:xfrm>
          <a:prstGeom prst="ellipse">
            <a:avLst/>
          </a:prstGeom>
          <a:noFill/>
          <a:ln cap="flat" cmpd="sng" w="28575">
            <a:solidFill>
              <a:srgbClr val="04A0B7"/>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
        <p:nvSpPr>
          <p:cNvPr id="1959" name="Google Shape;1959;p257"/>
          <p:cNvSpPr/>
          <p:nvPr/>
        </p:nvSpPr>
        <p:spPr>
          <a:xfrm>
            <a:off x="850914" y="3758759"/>
            <a:ext cx="317100" cy="290700"/>
          </a:xfrm>
          <a:prstGeom prst="ellipse">
            <a:avLst/>
          </a:prstGeom>
          <a:noFill/>
          <a:ln cap="flat" cmpd="sng" w="28575">
            <a:solidFill>
              <a:srgbClr val="04A0B7"/>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
        <p:nvSpPr>
          <p:cNvPr id="1960" name="Google Shape;1960;p257"/>
          <p:cNvSpPr/>
          <p:nvPr/>
        </p:nvSpPr>
        <p:spPr>
          <a:xfrm>
            <a:off x="760897" y="3911853"/>
            <a:ext cx="317100" cy="290700"/>
          </a:xfrm>
          <a:prstGeom prst="ellipse">
            <a:avLst/>
          </a:prstGeom>
          <a:noFill/>
          <a:ln cap="flat" cmpd="sng" w="28575">
            <a:solidFill>
              <a:schemeClr val="dk2"/>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sp>
        <p:nvSpPr>
          <p:cNvPr id="1965" name="Google Shape;1965;p258"/>
          <p:cNvSpPr txBox="1"/>
          <p:nvPr/>
        </p:nvSpPr>
        <p:spPr>
          <a:xfrm>
            <a:off x="65994" y="169322"/>
            <a:ext cx="7907400" cy="8886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002C6B"/>
                </a:solidFill>
                <a:latin typeface="Helvetica Neue"/>
                <a:ea typeface="Helvetica Neue"/>
                <a:cs typeface="Helvetica Neue"/>
                <a:sym typeface="Helvetica Neue"/>
              </a:rPr>
              <a:t>The Challenge </a:t>
            </a:r>
            <a:endParaRPr b="1" i="0" sz="3000" u="none" cap="none" strike="noStrike">
              <a:solidFill>
                <a:srgbClr val="002C6B"/>
              </a:solidFill>
              <a:latin typeface="Helvetica Neue"/>
              <a:ea typeface="Helvetica Neue"/>
              <a:cs typeface="Helvetica Neue"/>
              <a:sym typeface="Helvetica Neue"/>
            </a:endParaRPr>
          </a:p>
        </p:txBody>
      </p:sp>
      <p:sp>
        <p:nvSpPr>
          <p:cNvPr id="1966" name="Google Shape;1966;p258"/>
          <p:cNvSpPr txBox="1"/>
          <p:nvPr/>
        </p:nvSpPr>
        <p:spPr>
          <a:xfrm>
            <a:off x="66000" y="1057925"/>
            <a:ext cx="8993100" cy="4171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n" sz="1800">
                <a:solidFill>
                  <a:schemeClr val="dk2"/>
                </a:solidFill>
                <a:latin typeface="Helvetica Neue"/>
                <a:ea typeface="Helvetica Neue"/>
                <a:cs typeface="Helvetica Neue"/>
                <a:sym typeface="Helvetica Neue"/>
              </a:rPr>
              <a:t>53% of </a:t>
            </a:r>
            <a:r>
              <a:rPr lang="en" sz="1800">
                <a:solidFill>
                  <a:schemeClr val="dk2"/>
                </a:solidFill>
                <a:latin typeface="Helvetica Neue"/>
                <a:ea typeface="Helvetica Neue"/>
                <a:cs typeface="Helvetica Neue"/>
                <a:sym typeface="Helvetica Neue"/>
              </a:rPr>
              <a:t>Employers exceeded or significantly exceeded their budget</a:t>
            </a:r>
            <a:endParaRPr sz="1800">
              <a:solidFill>
                <a:schemeClr val="dk2"/>
              </a:solidFill>
              <a:latin typeface="Helvetica Neue"/>
              <a:ea typeface="Helvetica Neue"/>
              <a:cs typeface="Helvetica Neue"/>
              <a:sym typeface="Helvetica Neue"/>
            </a:endParaRPr>
          </a:p>
          <a:p>
            <a:pPr indent="0" lvl="0" marL="457200" rtl="0" algn="l">
              <a:lnSpc>
                <a:spcPct val="115000"/>
              </a:lnSpc>
              <a:spcBef>
                <a:spcPts val="1200"/>
              </a:spcBef>
              <a:spcAft>
                <a:spcPts val="0"/>
              </a:spcAft>
              <a:buNone/>
            </a:pPr>
            <a:r>
              <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Affordability</a:t>
            </a:r>
            <a:r>
              <a:rPr lang="en" sz="1800">
                <a:solidFill>
                  <a:schemeClr val="dk2"/>
                </a:solidFill>
                <a:latin typeface="Helvetica Neue"/>
                <a:ea typeface="Helvetica Neue"/>
                <a:cs typeface="Helvetica Neue"/>
                <a:sym typeface="Helvetica Neue"/>
              </a:rPr>
              <a:t>: Budgets are tightening, forcing employers to cut or delay programs that don’t show immediate value.</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Access</a:t>
            </a:r>
            <a:r>
              <a:rPr lang="en" sz="1800">
                <a:solidFill>
                  <a:schemeClr val="dk2"/>
                </a:solidFill>
                <a:latin typeface="Helvetica Neue"/>
                <a:ea typeface="Helvetica Neue"/>
                <a:cs typeface="Helvetica Neue"/>
                <a:sym typeface="Helvetica Neue"/>
              </a:rPr>
              <a:t>: Provider shortages and long wait times make it harder for employees to get timely care.</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Engagement</a:t>
            </a:r>
            <a:r>
              <a:rPr lang="en" sz="1800">
                <a:solidFill>
                  <a:schemeClr val="dk2"/>
                </a:solidFill>
                <a:latin typeface="Helvetica Neue"/>
                <a:ea typeface="Helvetica Neue"/>
                <a:cs typeface="Helvetica Neue"/>
                <a:sym typeface="Helvetica Neue"/>
              </a:rPr>
              <a:t>: Without meaningful engagement, even the right programs fail to impact costs or outcomes.</a:t>
            </a:r>
            <a:endParaRPr sz="1800">
              <a:solidFill>
                <a:schemeClr val="dk2"/>
              </a:solidFill>
              <a:latin typeface="Helvetica Neue"/>
              <a:ea typeface="Helvetica Neue"/>
              <a:cs typeface="Helvetica Neue"/>
              <a:sym typeface="Helvetica Neue"/>
            </a:endParaRPr>
          </a:p>
          <a:p>
            <a:pPr indent="0" lvl="0" marL="914400" rtl="0" algn="l">
              <a:lnSpc>
                <a:spcPct val="115000"/>
              </a:lnSpc>
              <a:spcBef>
                <a:spcPts val="1200"/>
              </a:spcBef>
              <a:spcAft>
                <a:spcPts val="0"/>
              </a:spcAft>
              <a:buNone/>
            </a:pPr>
            <a:r>
              <a:t/>
            </a:r>
            <a:endParaRPr sz="1600">
              <a:solidFill>
                <a:srgbClr val="002C6B"/>
              </a:solidFill>
            </a:endParaRPr>
          </a:p>
          <a:p>
            <a:pPr indent="0" lvl="0" marL="0" marR="0" rtl="0" algn="l">
              <a:lnSpc>
                <a:spcPct val="100000"/>
              </a:lnSpc>
              <a:spcBef>
                <a:spcPts val="1200"/>
              </a:spcBef>
              <a:spcAft>
                <a:spcPts val="0"/>
              </a:spcAft>
              <a:buNone/>
            </a:pPr>
            <a:r>
              <a:t/>
            </a:r>
            <a:endParaRPr sz="2100">
              <a:solidFill>
                <a:schemeClr val="dk1"/>
              </a:solidFill>
              <a:latin typeface="Raleway Medium"/>
              <a:ea typeface="Raleway Medium"/>
              <a:cs typeface="Raleway Medium"/>
              <a:sym typeface="Raleway Medium"/>
            </a:endParaRPr>
          </a:p>
        </p:txBody>
      </p:sp>
      <p:pic>
        <p:nvPicPr>
          <p:cNvPr id="1967" name="Google Shape;1967;p258"/>
          <p:cNvPicPr preferRelativeResize="0"/>
          <p:nvPr/>
        </p:nvPicPr>
        <p:blipFill rotWithShape="1">
          <a:blip r:embed="rId3">
            <a:alphaModFix/>
          </a:blip>
          <a:srcRect b="0" l="0" r="0" t="0"/>
          <a:stretch/>
        </p:blipFill>
        <p:spPr>
          <a:xfrm>
            <a:off x="663500" y="2023853"/>
            <a:ext cx="504428" cy="504448"/>
          </a:xfrm>
          <a:prstGeom prst="rect">
            <a:avLst/>
          </a:prstGeom>
          <a:noFill/>
          <a:ln>
            <a:noFill/>
          </a:ln>
        </p:spPr>
      </p:pic>
      <p:pic>
        <p:nvPicPr>
          <p:cNvPr id="1968" name="Google Shape;1968;p258"/>
          <p:cNvPicPr preferRelativeResize="0"/>
          <p:nvPr/>
        </p:nvPicPr>
        <p:blipFill rotWithShape="1">
          <a:blip r:embed="rId4">
            <a:alphaModFix/>
          </a:blip>
          <a:srcRect b="0" l="0" r="0" t="0"/>
          <a:stretch/>
        </p:blipFill>
        <p:spPr>
          <a:xfrm>
            <a:off x="630504" y="2858323"/>
            <a:ext cx="570424" cy="570409"/>
          </a:xfrm>
          <a:prstGeom prst="rect">
            <a:avLst/>
          </a:prstGeom>
          <a:noFill/>
          <a:ln>
            <a:noFill/>
          </a:ln>
        </p:spPr>
      </p:pic>
      <p:sp>
        <p:nvSpPr>
          <p:cNvPr id="1969" name="Google Shape;1969;p258"/>
          <p:cNvSpPr/>
          <p:nvPr/>
        </p:nvSpPr>
        <p:spPr>
          <a:xfrm>
            <a:off x="663509" y="3758754"/>
            <a:ext cx="317100" cy="290700"/>
          </a:xfrm>
          <a:prstGeom prst="ellipse">
            <a:avLst/>
          </a:prstGeom>
          <a:noFill/>
          <a:ln cap="flat" cmpd="sng" w="28575">
            <a:solidFill>
              <a:srgbClr val="04A0B7"/>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
        <p:nvSpPr>
          <p:cNvPr id="1970" name="Google Shape;1970;p258"/>
          <p:cNvSpPr/>
          <p:nvPr/>
        </p:nvSpPr>
        <p:spPr>
          <a:xfrm>
            <a:off x="850914" y="3758759"/>
            <a:ext cx="317100" cy="290700"/>
          </a:xfrm>
          <a:prstGeom prst="ellipse">
            <a:avLst/>
          </a:prstGeom>
          <a:noFill/>
          <a:ln cap="flat" cmpd="sng" w="28575">
            <a:solidFill>
              <a:srgbClr val="04A0B7"/>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
        <p:nvSpPr>
          <p:cNvPr id="1971" name="Google Shape;1971;p258"/>
          <p:cNvSpPr/>
          <p:nvPr/>
        </p:nvSpPr>
        <p:spPr>
          <a:xfrm>
            <a:off x="760897" y="3911853"/>
            <a:ext cx="317100" cy="290700"/>
          </a:xfrm>
          <a:prstGeom prst="ellipse">
            <a:avLst/>
          </a:prstGeom>
          <a:noFill/>
          <a:ln cap="flat" cmpd="sng" w="28575">
            <a:solidFill>
              <a:schemeClr val="dk2"/>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sp>
        <p:nvSpPr>
          <p:cNvPr id="1976" name="Google Shape;1976;p259"/>
          <p:cNvSpPr txBox="1"/>
          <p:nvPr/>
        </p:nvSpPr>
        <p:spPr>
          <a:xfrm>
            <a:off x="65994" y="169322"/>
            <a:ext cx="7907400" cy="8886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002C6B"/>
                </a:solidFill>
                <a:latin typeface="Helvetica Neue"/>
                <a:ea typeface="Helvetica Neue"/>
                <a:cs typeface="Helvetica Neue"/>
                <a:sym typeface="Helvetica Neue"/>
              </a:rPr>
              <a:t>The Challenge </a:t>
            </a:r>
            <a:endParaRPr b="1" i="0" sz="3000" u="none" cap="none" strike="noStrike">
              <a:solidFill>
                <a:srgbClr val="002C6B"/>
              </a:solidFill>
              <a:latin typeface="Helvetica Neue"/>
              <a:ea typeface="Helvetica Neue"/>
              <a:cs typeface="Helvetica Neue"/>
              <a:sym typeface="Helvetica Neue"/>
            </a:endParaRPr>
          </a:p>
        </p:txBody>
      </p:sp>
      <p:sp>
        <p:nvSpPr>
          <p:cNvPr id="1977" name="Google Shape;1977;p259"/>
          <p:cNvSpPr txBox="1"/>
          <p:nvPr/>
        </p:nvSpPr>
        <p:spPr>
          <a:xfrm>
            <a:off x="66000" y="1057925"/>
            <a:ext cx="8993100" cy="4160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53% of Employers</a:t>
            </a:r>
            <a:r>
              <a:rPr lang="en" sz="1800">
                <a:solidFill>
                  <a:schemeClr val="dk2"/>
                </a:solidFill>
                <a:latin typeface="Helvetica Neue"/>
                <a:ea typeface="Helvetica Neue"/>
                <a:cs typeface="Helvetica Neue"/>
                <a:sym typeface="Helvetica Neue"/>
              </a:rPr>
              <a:t> exceeded or significantly exceeded their budget</a:t>
            </a:r>
            <a:r>
              <a:rPr b="1" lang="en" sz="1800">
                <a:solidFill>
                  <a:schemeClr val="dk2"/>
                </a:solidFill>
                <a:latin typeface="Helvetica Neue"/>
                <a:ea typeface="Helvetica Neue"/>
                <a:cs typeface="Helvetica Neue"/>
                <a:sym typeface="Helvetica Neue"/>
              </a:rPr>
              <a:t> </a:t>
            </a:r>
            <a:r>
              <a:rPr lang="en" sz="1800">
                <a:solidFill>
                  <a:schemeClr val="dk2"/>
                </a:solidFill>
                <a:latin typeface="Helvetica Neue"/>
                <a:ea typeface="Helvetica Neue"/>
                <a:cs typeface="Helvetica Neue"/>
                <a:sym typeface="Helvetica Neue"/>
              </a:rPr>
              <a:t> </a:t>
            </a:r>
            <a:endParaRPr sz="1800">
              <a:solidFill>
                <a:schemeClr val="dk2"/>
              </a:solidFill>
              <a:latin typeface="Helvetica Neue"/>
              <a:ea typeface="Helvetica Neue"/>
              <a:cs typeface="Helvetica Neue"/>
              <a:sym typeface="Helvetica Neue"/>
            </a:endParaRPr>
          </a:p>
          <a:p>
            <a:pPr indent="0" lvl="0" marL="457200" rtl="0" algn="l">
              <a:lnSpc>
                <a:spcPct val="115000"/>
              </a:lnSpc>
              <a:spcBef>
                <a:spcPts val="1200"/>
              </a:spcBef>
              <a:spcAft>
                <a:spcPts val="0"/>
              </a:spcAft>
              <a:buNone/>
            </a:pPr>
            <a:r>
              <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Affordability</a:t>
            </a:r>
            <a:r>
              <a:rPr lang="en" sz="1800">
                <a:solidFill>
                  <a:schemeClr val="dk2"/>
                </a:solidFill>
                <a:latin typeface="Helvetica Neue"/>
                <a:ea typeface="Helvetica Neue"/>
                <a:cs typeface="Helvetica Neue"/>
                <a:sym typeface="Helvetica Neue"/>
              </a:rPr>
              <a:t>: 		Healthcare cost on pace to </a:t>
            </a:r>
            <a:r>
              <a:rPr b="1" lang="en" sz="1800">
                <a:solidFill>
                  <a:schemeClr val="dk2"/>
                </a:solidFill>
                <a:latin typeface="Helvetica Neue"/>
                <a:ea typeface="Helvetica Neue"/>
                <a:cs typeface="Helvetica Neue"/>
                <a:sym typeface="Helvetica Neue"/>
              </a:rPr>
              <a:t>DOUBLE</a:t>
            </a:r>
            <a:endParaRPr b="1"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t/>
            </a:r>
            <a:endParaRPr b="1"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Access</a:t>
            </a:r>
            <a:r>
              <a:rPr lang="en" sz="1800">
                <a:solidFill>
                  <a:schemeClr val="dk2"/>
                </a:solidFill>
                <a:latin typeface="Helvetica Neue"/>
                <a:ea typeface="Helvetica Neue"/>
                <a:cs typeface="Helvetica Neue"/>
                <a:sym typeface="Helvetica Neue"/>
              </a:rPr>
              <a:t>: 			</a:t>
            </a:r>
            <a:r>
              <a:rPr b="1" lang="en" sz="1800">
                <a:solidFill>
                  <a:schemeClr val="dk2"/>
                </a:solidFill>
                <a:latin typeface="Helvetica Neue"/>
                <a:ea typeface="Helvetica Neue"/>
                <a:cs typeface="Helvetica Neue"/>
                <a:sym typeface="Helvetica Neue"/>
              </a:rPr>
              <a:t>30 day wait</a:t>
            </a:r>
            <a:r>
              <a:rPr lang="en" sz="1800">
                <a:solidFill>
                  <a:schemeClr val="dk2"/>
                </a:solidFill>
                <a:latin typeface="Helvetica Neue"/>
                <a:ea typeface="Helvetica Neue"/>
                <a:cs typeface="Helvetica Neue"/>
                <a:sym typeface="Helvetica Neue"/>
              </a:rPr>
              <a:t> </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t/>
            </a:r>
            <a:endParaRPr sz="1800">
              <a:solidFill>
                <a:schemeClr val="dk2"/>
              </a:solidFill>
              <a:latin typeface="Helvetica Neue"/>
              <a:ea typeface="Helvetica Neue"/>
              <a:cs typeface="Helvetica Neue"/>
              <a:sym typeface="Helvetica Neue"/>
            </a:endParaRPr>
          </a:p>
          <a:p>
            <a:pPr indent="0" lvl="0" marL="1371600" rtl="0" algn="l">
              <a:lnSpc>
                <a:spcPct val="115000"/>
              </a:lnSpc>
              <a:spcBef>
                <a:spcPts val="1200"/>
              </a:spcBef>
              <a:spcAft>
                <a:spcPts val="0"/>
              </a:spcAft>
              <a:buNone/>
            </a:pPr>
            <a:r>
              <a:rPr b="1" lang="en" sz="1800">
                <a:solidFill>
                  <a:schemeClr val="dk2"/>
                </a:solidFill>
                <a:latin typeface="Helvetica Neue"/>
                <a:ea typeface="Helvetica Neue"/>
                <a:cs typeface="Helvetica Neue"/>
                <a:sym typeface="Helvetica Neue"/>
              </a:rPr>
              <a:t>Engagement</a:t>
            </a:r>
            <a:r>
              <a:rPr lang="en" sz="1800">
                <a:solidFill>
                  <a:schemeClr val="dk2"/>
                </a:solidFill>
                <a:latin typeface="Helvetica Neue"/>
                <a:ea typeface="Helvetica Neue"/>
                <a:cs typeface="Helvetica Neue"/>
                <a:sym typeface="Helvetica Neue"/>
              </a:rPr>
              <a:t>: 		</a:t>
            </a:r>
            <a:r>
              <a:rPr b="1" lang="en" sz="1800">
                <a:solidFill>
                  <a:schemeClr val="dk2"/>
                </a:solidFill>
                <a:latin typeface="Helvetica Neue"/>
                <a:ea typeface="Helvetica Neue"/>
                <a:cs typeface="Helvetica Neue"/>
                <a:sym typeface="Helvetica Neue"/>
              </a:rPr>
              <a:t>Engagement &gt;5%</a:t>
            </a:r>
            <a:endParaRPr b="1" sz="1800">
              <a:solidFill>
                <a:schemeClr val="dk2"/>
              </a:solidFill>
              <a:latin typeface="Helvetica Neue"/>
              <a:ea typeface="Helvetica Neue"/>
              <a:cs typeface="Helvetica Neue"/>
              <a:sym typeface="Helvetica Neue"/>
            </a:endParaRPr>
          </a:p>
          <a:p>
            <a:pPr indent="0" lvl="0" marL="914400" rtl="0" algn="l">
              <a:lnSpc>
                <a:spcPct val="115000"/>
              </a:lnSpc>
              <a:spcBef>
                <a:spcPts val="1200"/>
              </a:spcBef>
              <a:spcAft>
                <a:spcPts val="0"/>
              </a:spcAft>
              <a:buNone/>
            </a:pPr>
            <a:r>
              <a:t/>
            </a:r>
            <a:endParaRPr sz="1600">
              <a:solidFill>
                <a:srgbClr val="002C6B"/>
              </a:solidFill>
            </a:endParaRPr>
          </a:p>
          <a:p>
            <a:pPr indent="0" lvl="0" marL="0" marR="0" rtl="0" algn="l">
              <a:lnSpc>
                <a:spcPct val="100000"/>
              </a:lnSpc>
              <a:spcBef>
                <a:spcPts val="1200"/>
              </a:spcBef>
              <a:spcAft>
                <a:spcPts val="0"/>
              </a:spcAft>
              <a:buNone/>
            </a:pPr>
            <a:r>
              <a:t/>
            </a:r>
            <a:endParaRPr sz="2100">
              <a:solidFill>
                <a:schemeClr val="dk1"/>
              </a:solidFill>
              <a:latin typeface="Raleway Medium"/>
              <a:ea typeface="Raleway Medium"/>
              <a:cs typeface="Raleway Medium"/>
              <a:sym typeface="Raleway Medium"/>
            </a:endParaRPr>
          </a:p>
        </p:txBody>
      </p:sp>
      <p:pic>
        <p:nvPicPr>
          <p:cNvPr id="1978" name="Google Shape;1978;p259"/>
          <p:cNvPicPr preferRelativeResize="0"/>
          <p:nvPr/>
        </p:nvPicPr>
        <p:blipFill rotWithShape="1">
          <a:blip r:embed="rId3">
            <a:alphaModFix/>
          </a:blip>
          <a:srcRect b="0" l="0" r="0" t="0"/>
          <a:stretch/>
        </p:blipFill>
        <p:spPr>
          <a:xfrm>
            <a:off x="663500" y="2023853"/>
            <a:ext cx="504428" cy="504448"/>
          </a:xfrm>
          <a:prstGeom prst="rect">
            <a:avLst/>
          </a:prstGeom>
          <a:noFill/>
          <a:ln>
            <a:noFill/>
          </a:ln>
        </p:spPr>
      </p:pic>
      <p:pic>
        <p:nvPicPr>
          <p:cNvPr id="1979" name="Google Shape;1979;p259"/>
          <p:cNvPicPr preferRelativeResize="0"/>
          <p:nvPr/>
        </p:nvPicPr>
        <p:blipFill rotWithShape="1">
          <a:blip r:embed="rId4">
            <a:alphaModFix/>
          </a:blip>
          <a:srcRect b="0" l="0" r="0" t="0"/>
          <a:stretch/>
        </p:blipFill>
        <p:spPr>
          <a:xfrm>
            <a:off x="630504" y="2858323"/>
            <a:ext cx="570424" cy="570409"/>
          </a:xfrm>
          <a:prstGeom prst="rect">
            <a:avLst/>
          </a:prstGeom>
          <a:noFill/>
          <a:ln>
            <a:noFill/>
          </a:ln>
        </p:spPr>
      </p:pic>
      <p:sp>
        <p:nvSpPr>
          <p:cNvPr id="1980" name="Google Shape;1980;p259"/>
          <p:cNvSpPr/>
          <p:nvPr/>
        </p:nvSpPr>
        <p:spPr>
          <a:xfrm>
            <a:off x="663509" y="3758754"/>
            <a:ext cx="317100" cy="290700"/>
          </a:xfrm>
          <a:prstGeom prst="ellipse">
            <a:avLst/>
          </a:prstGeom>
          <a:noFill/>
          <a:ln cap="flat" cmpd="sng" w="28575">
            <a:solidFill>
              <a:srgbClr val="04A0B7"/>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
        <p:nvSpPr>
          <p:cNvPr id="1981" name="Google Shape;1981;p259"/>
          <p:cNvSpPr/>
          <p:nvPr/>
        </p:nvSpPr>
        <p:spPr>
          <a:xfrm>
            <a:off x="850914" y="3758759"/>
            <a:ext cx="317100" cy="290700"/>
          </a:xfrm>
          <a:prstGeom prst="ellipse">
            <a:avLst/>
          </a:prstGeom>
          <a:noFill/>
          <a:ln cap="flat" cmpd="sng" w="28575">
            <a:solidFill>
              <a:srgbClr val="04A0B7"/>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
        <p:nvSpPr>
          <p:cNvPr id="1982" name="Google Shape;1982;p259"/>
          <p:cNvSpPr/>
          <p:nvPr/>
        </p:nvSpPr>
        <p:spPr>
          <a:xfrm>
            <a:off x="760897" y="3911853"/>
            <a:ext cx="317100" cy="290700"/>
          </a:xfrm>
          <a:prstGeom prst="ellipse">
            <a:avLst/>
          </a:prstGeom>
          <a:noFill/>
          <a:ln cap="flat" cmpd="sng" w="28575">
            <a:solidFill>
              <a:schemeClr val="dk2"/>
            </a:solidFill>
            <a:prstDash val="solid"/>
            <a:round/>
            <a:headEnd len="sm" w="sm" type="none"/>
            <a:tailEnd len="sm" w="sm" type="none"/>
          </a:ln>
        </p:spPr>
        <p:txBody>
          <a:bodyPr anchorCtr="0" anchor="ctr" bIns="72800" lIns="72800" spcFirstLastPara="1" rIns="72800" wrap="square" tIns="72800">
            <a:noAutofit/>
          </a:bodyPr>
          <a:lstStyle/>
          <a:p>
            <a:pPr indent="0" lvl="0" marL="0" rtl="0" algn="ctr">
              <a:spcBef>
                <a:spcPts val="0"/>
              </a:spcBef>
              <a:spcAft>
                <a:spcPts val="0"/>
              </a:spcAft>
              <a:buNone/>
            </a:pPr>
            <a:r>
              <a:t/>
            </a:r>
            <a:endParaRPr sz="1115">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pic>
        <p:nvPicPr>
          <p:cNvPr descr="A graph of a line graph&#10;&#10;Description automatically generated with medium confidence" id="1987" name="Google Shape;1987;p260"/>
          <p:cNvPicPr preferRelativeResize="0"/>
          <p:nvPr>
            <p:ph idx="1" type="body"/>
          </p:nvPr>
        </p:nvPicPr>
        <p:blipFill rotWithShape="1">
          <a:blip r:embed="rId3">
            <a:alphaModFix/>
          </a:blip>
          <a:srcRect b="0" l="0" r="0" t="0"/>
          <a:stretch/>
        </p:blipFill>
        <p:spPr>
          <a:xfrm>
            <a:off x="3021250" y="1515575"/>
            <a:ext cx="5928300" cy="2817300"/>
          </a:xfrm>
          <a:prstGeom prst="rect">
            <a:avLst/>
          </a:prstGeom>
          <a:noFill/>
          <a:ln>
            <a:noFill/>
          </a:ln>
        </p:spPr>
      </p:pic>
      <p:sp>
        <p:nvSpPr>
          <p:cNvPr id="1988" name="Google Shape;1988;p260"/>
          <p:cNvSpPr txBox="1"/>
          <p:nvPr/>
        </p:nvSpPr>
        <p:spPr>
          <a:xfrm>
            <a:off x="66000" y="169325"/>
            <a:ext cx="8883600" cy="9084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002C6B"/>
                </a:solidFill>
                <a:latin typeface="Helvetica Neue"/>
                <a:ea typeface="Helvetica Neue"/>
                <a:cs typeface="Helvetica Neue"/>
                <a:sym typeface="Helvetica Neue"/>
              </a:rPr>
              <a:t>56% of Employees concerned about costs</a:t>
            </a:r>
            <a:endParaRPr b="1" sz="3000">
              <a:solidFill>
                <a:srgbClr val="002C6B"/>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b="1">
              <a:solidFill>
                <a:srgbClr val="00A0B7"/>
              </a:solidFill>
              <a:latin typeface="Helvetica Neue"/>
              <a:ea typeface="Helvetica Neue"/>
              <a:cs typeface="Helvetica Neue"/>
              <a:sym typeface="Helvetica Neue"/>
            </a:endParaRPr>
          </a:p>
          <a:p>
            <a:pPr indent="0" lvl="0" marL="0" marR="0" rtl="0" algn="l">
              <a:lnSpc>
                <a:spcPct val="90000"/>
              </a:lnSpc>
              <a:spcBef>
                <a:spcPts val="1200"/>
              </a:spcBef>
              <a:spcAft>
                <a:spcPts val="0"/>
              </a:spcAft>
              <a:buNone/>
            </a:pPr>
            <a:r>
              <a:t/>
            </a:r>
            <a:endParaRPr b="1" sz="3000">
              <a:solidFill>
                <a:srgbClr val="002C6B"/>
              </a:solidFill>
              <a:latin typeface="Helvetica Neue"/>
              <a:ea typeface="Helvetica Neue"/>
              <a:cs typeface="Helvetica Neue"/>
              <a:sym typeface="Helvetica Neue"/>
            </a:endParaRPr>
          </a:p>
        </p:txBody>
      </p:sp>
      <p:sp>
        <p:nvSpPr>
          <p:cNvPr id="1989" name="Google Shape;1989;p260"/>
          <p:cNvSpPr txBox="1"/>
          <p:nvPr/>
        </p:nvSpPr>
        <p:spPr>
          <a:xfrm>
            <a:off x="66000" y="1584825"/>
            <a:ext cx="2871600" cy="2872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sz="1500">
                <a:solidFill>
                  <a:srgbClr val="1B366C"/>
                </a:solidFill>
                <a:latin typeface="Helvetica Neue"/>
                <a:ea typeface="Helvetica Neue"/>
                <a:cs typeface="Helvetica Neue"/>
                <a:sym typeface="Helvetica Neue"/>
              </a:rPr>
              <a:t>Strategies tried:</a:t>
            </a:r>
            <a:endParaRPr sz="1500">
              <a:solidFill>
                <a:srgbClr val="1B366C"/>
              </a:solidFill>
              <a:latin typeface="Helvetica Neue"/>
              <a:ea typeface="Helvetica Neue"/>
              <a:cs typeface="Helvetica Neue"/>
              <a:sym typeface="Helvetica Neue"/>
            </a:endParaRPr>
          </a:p>
          <a:p>
            <a:pPr indent="-323850" lvl="0" marL="457200" rtl="0" algn="l">
              <a:lnSpc>
                <a:spcPct val="150000"/>
              </a:lnSpc>
              <a:spcBef>
                <a:spcPts val="1200"/>
              </a:spcBef>
              <a:spcAft>
                <a:spcPts val="0"/>
              </a:spcAft>
              <a:buClr>
                <a:srgbClr val="1B366C"/>
              </a:buClr>
              <a:buSzPts val="1500"/>
              <a:buChar char="●"/>
            </a:pPr>
            <a:r>
              <a:rPr lang="en" sz="1500">
                <a:solidFill>
                  <a:srgbClr val="1B366C"/>
                </a:solidFill>
                <a:latin typeface="Helvetica Neue"/>
                <a:ea typeface="Helvetica Neue"/>
                <a:cs typeface="Helvetica Neue"/>
                <a:sym typeface="Helvetica Neue"/>
              </a:rPr>
              <a:t>Higher Deductibles</a:t>
            </a:r>
            <a:endParaRPr sz="1500">
              <a:solidFill>
                <a:srgbClr val="1B366C"/>
              </a:solidFill>
              <a:latin typeface="Helvetica Neue"/>
              <a:ea typeface="Helvetica Neue"/>
              <a:cs typeface="Helvetica Neue"/>
              <a:sym typeface="Helvetica Neue"/>
            </a:endParaRPr>
          </a:p>
          <a:p>
            <a:pPr indent="-323850" lvl="0" marL="457200" rtl="0" algn="l">
              <a:lnSpc>
                <a:spcPct val="150000"/>
              </a:lnSpc>
              <a:spcBef>
                <a:spcPts val="0"/>
              </a:spcBef>
              <a:spcAft>
                <a:spcPts val="0"/>
              </a:spcAft>
              <a:buClr>
                <a:srgbClr val="1B366C"/>
              </a:buClr>
              <a:buSzPts val="1500"/>
              <a:buFont typeface="Helvetica Neue"/>
              <a:buChar char="●"/>
            </a:pPr>
            <a:r>
              <a:rPr lang="en" sz="1500">
                <a:solidFill>
                  <a:srgbClr val="1B366C"/>
                </a:solidFill>
                <a:latin typeface="Helvetica Neue"/>
                <a:ea typeface="Helvetica Neue"/>
                <a:cs typeface="Helvetica Neue"/>
                <a:sym typeface="Helvetica Neue"/>
              </a:rPr>
              <a:t>Higher Co-pays</a:t>
            </a:r>
            <a:endParaRPr sz="1500">
              <a:solidFill>
                <a:srgbClr val="1B366C"/>
              </a:solidFill>
              <a:latin typeface="Helvetica Neue"/>
              <a:ea typeface="Helvetica Neue"/>
              <a:cs typeface="Helvetica Neue"/>
              <a:sym typeface="Helvetica Neue"/>
            </a:endParaRPr>
          </a:p>
          <a:p>
            <a:pPr indent="-323850" lvl="0" marL="457200" rtl="0" algn="l">
              <a:lnSpc>
                <a:spcPct val="150000"/>
              </a:lnSpc>
              <a:spcBef>
                <a:spcPts val="0"/>
              </a:spcBef>
              <a:spcAft>
                <a:spcPts val="0"/>
              </a:spcAft>
              <a:buClr>
                <a:srgbClr val="1B366C"/>
              </a:buClr>
              <a:buSzPts val="1500"/>
              <a:buChar char="●"/>
            </a:pPr>
            <a:r>
              <a:rPr lang="en" sz="1500">
                <a:solidFill>
                  <a:srgbClr val="1B366C"/>
                </a:solidFill>
                <a:latin typeface="Helvetica Neue"/>
                <a:ea typeface="Helvetica Neue"/>
                <a:cs typeface="Helvetica Neue"/>
                <a:sym typeface="Helvetica Neue"/>
              </a:rPr>
              <a:t>Narrower networks</a:t>
            </a:r>
            <a:endParaRPr sz="1500">
              <a:solidFill>
                <a:srgbClr val="1B366C"/>
              </a:solidFill>
              <a:latin typeface="Helvetica Neue"/>
              <a:ea typeface="Helvetica Neue"/>
              <a:cs typeface="Helvetica Neue"/>
              <a:sym typeface="Helvetica Neue"/>
            </a:endParaRPr>
          </a:p>
          <a:p>
            <a:pPr indent="-323850" lvl="0" marL="457200" rtl="0" algn="l">
              <a:lnSpc>
                <a:spcPct val="150000"/>
              </a:lnSpc>
              <a:spcBef>
                <a:spcPts val="0"/>
              </a:spcBef>
              <a:spcAft>
                <a:spcPts val="0"/>
              </a:spcAft>
              <a:buClr>
                <a:srgbClr val="1B366C"/>
              </a:buClr>
              <a:buSzPts val="1500"/>
              <a:buChar char="●"/>
            </a:pPr>
            <a:r>
              <a:rPr lang="en" sz="1500">
                <a:solidFill>
                  <a:srgbClr val="1B366C"/>
                </a:solidFill>
                <a:latin typeface="Helvetica Neue"/>
                <a:ea typeface="Helvetica Neue"/>
                <a:cs typeface="Helvetica Neue"/>
                <a:sym typeface="Helvetica Neue"/>
              </a:rPr>
              <a:t>Restricted formularies</a:t>
            </a:r>
            <a:endParaRPr sz="1500">
              <a:solidFill>
                <a:srgbClr val="1B366C"/>
              </a:solidFill>
              <a:latin typeface="Helvetica Neue"/>
              <a:ea typeface="Helvetica Neue"/>
              <a:cs typeface="Helvetica Neue"/>
              <a:sym typeface="Helvetica Neue"/>
            </a:endParaRPr>
          </a:p>
          <a:p>
            <a:pPr indent="-323850" lvl="0" marL="457200" rtl="0" algn="l">
              <a:lnSpc>
                <a:spcPct val="150000"/>
              </a:lnSpc>
              <a:spcBef>
                <a:spcPts val="0"/>
              </a:spcBef>
              <a:spcAft>
                <a:spcPts val="0"/>
              </a:spcAft>
              <a:buClr>
                <a:srgbClr val="1B366C"/>
              </a:buClr>
              <a:buSzPts val="1500"/>
              <a:buChar char="●"/>
            </a:pPr>
            <a:r>
              <a:rPr lang="en" sz="1500">
                <a:solidFill>
                  <a:srgbClr val="1B366C"/>
                </a:solidFill>
                <a:latin typeface="Helvetica Neue"/>
                <a:ea typeface="Helvetica Neue"/>
                <a:cs typeface="Helvetica Neue"/>
                <a:sym typeface="Helvetica Neue"/>
              </a:rPr>
              <a:t>More point solutions</a:t>
            </a:r>
            <a:endParaRPr sz="1500">
              <a:solidFill>
                <a:srgbClr val="1B366C"/>
              </a:solidFill>
              <a:latin typeface="Helvetica Neue"/>
              <a:ea typeface="Helvetica Neue"/>
              <a:cs typeface="Helvetica Neue"/>
              <a:sym typeface="Helvetica Neue"/>
            </a:endParaRPr>
          </a:p>
          <a:p>
            <a:pPr indent="0" lvl="0" marL="0" rtl="0" algn="l">
              <a:lnSpc>
                <a:spcPct val="150000"/>
              </a:lnSpc>
              <a:spcBef>
                <a:spcPts val="1200"/>
              </a:spcBef>
              <a:spcAft>
                <a:spcPts val="1200"/>
              </a:spcAft>
              <a:buNone/>
            </a:pPr>
            <a:br>
              <a:rPr lang="en" sz="1500">
                <a:solidFill>
                  <a:srgbClr val="1B366C"/>
                </a:solidFill>
                <a:latin typeface="Helvetica Neue"/>
                <a:ea typeface="Helvetica Neue"/>
                <a:cs typeface="Helvetica Neue"/>
                <a:sym typeface="Helvetica Neue"/>
              </a:rPr>
            </a:br>
            <a:endParaRPr sz="1500">
              <a:solidFill>
                <a:srgbClr val="1B366C"/>
              </a:solidFill>
              <a:latin typeface="Helvetica Neue"/>
              <a:ea typeface="Helvetica Neue"/>
              <a:cs typeface="Helvetica Neue"/>
              <a:sym typeface="Helvetica Neue"/>
            </a:endParaRPr>
          </a:p>
        </p:txBody>
      </p:sp>
      <p:sp>
        <p:nvSpPr>
          <p:cNvPr id="1990" name="Google Shape;1990;p260"/>
          <p:cNvSpPr/>
          <p:nvPr/>
        </p:nvSpPr>
        <p:spPr>
          <a:xfrm>
            <a:off x="3129500" y="1557775"/>
            <a:ext cx="5735100" cy="614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Helvetica Neue"/>
                <a:ea typeface="Helvetica Neue"/>
                <a:cs typeface="Helvetica Neue"/>
                <a:sym typeface="Helvetica Neue"/>
              </a:rPr>
              <a:t>Healthcare Costs will double in 7 years at the current pace again</a:t>
            </a:r>
            <a:endParaRPr>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2A42"/>
        </a:solidFill>
      </p:bgPr>
    </p:bg>
    <p:spTree>
      <p:nvGrpSpPr>
        <p:cNvPr id="1994" name="Shape 1994"/>
        <p:cNvGrpSpPr/>
        <p:nvPr/>
      </p:nvGrpSpPr>
      <p:grpSpPr>
        <a:xfrm>
          <a:off x="0" y="0"/>
          <a:ext cx="0" cy="0"/>
          <a:chOff x="0" y="0"/>
          <a:chExt cx="0" cy="0"/>
        </a:xfrm>
      </p:grpSpPr>
      <p:pic>
        <p:nvPicPr>
          <p:cNvPr descr="A white text on a black background&#10;&#10;Description automatically generated" id="1995" name="Google Shape;1995;p261"/>
          <p:cNvPicPr preferRelativeResize="0"/>
          <p:nvPr/>
        </p:nvPicPr>
        <p:blipFill rotWithShape="1">
          <a:blip r:embed="rId3">
            <a:alphaModFix/>
          </a:blip>
          <a:srcRect b="0" l="0" r="73838" t="0"/>
          <a:stretch/>
        </p:blipFill>
        <p:spPr>
          <a:xfrm>
            <a:off x="506180" y="4556150"/>
            <a:ext cx="465374" cy="358500"/>
          </a:xfrm>
          <a:prstGeom prst="rect">
            <a:avLst/>
          </a:prstGeom>
          <a:noFill/>
          <a:ln>
            <a:noFill/>
          </a:ln>
        </p:spPr>
      </p:pic>
      <p:sp>
        <p:nvSpPr>
          <p:cNvPr id="1996" name="Google Shape;1996;p261"/>
          <p:cNvSpPr txBox="1"/>
          <p:nvPr>
            <p:ph type="title"/>
          </p:nvPr>
        </p:nvSpPr>
        <p:spPr>
          <a:xfrm>
            <a:off x="249000" y="1198800"/>
            <a:ext cx="6485100" cy="2897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0" lang="en" sz="1800">
                <a:solidFill>
                  <a:srgbClr val="FFFFFF"/>
                </a:solidFill>
              </a:rPr>
              <a:t>As healthcare becomes less affordable and harder to access, employees don’t wait. They self-navigate their health. </a:t>
            </a:r>
            <a:endParaRPr b="0" sz="1800">
              <a:solidFill>
                <a:srgbClr val="FFFFFF"/>
              </a:solidFill>
            </a:endParaRPr>
          </a:p>
          <a:p>
            <a:pPr indent="0" lvl="0" marL="0" rtl="0" algn="l">
              <a:spcBef>
                <a:spcPts val="0"/>
              </a:spcBef>
              <a:spcAft>
                <a:spcPts val="0"/>
              </a:spcAft>
              <a:buNone/>
            </a:pPr>
            <a:r>
              <a:t/>
            </a:r>
            <a:endParaRPr b="0" sz="1800">
              <a:solidFill>
                <a:srgbClr val="FFFFFF"/>
              </a:solidFill>
            </a:endParaRPr>
          </a:p>
          <a:p>
            <a:pPr indent="0" lvl="0" marL="0" rtl="0" algn="l">
              <a:spcBef>
                <a:spcPts val="0"/>
              </a:spcBef>
              <a:spcAft>
                <a:spcPts val="0"/>
              </a:spcAft>
              <a:buNone/>
            </a:pPr>
            <a:r>
              <a:rPr b="0" lang="en" sz="1800">
                <a:solidFill>
                  <a:srgbClr val="FFFFFF"/>
                </a:solidFill>
              </a:rPr>
              <a:t>Every day, more than </a:t>
            </a:r>
            <a:r>
              <a:rPr lang="en" sz="1800">
                <a:solidFill>
                  <a:srgbClr val="0B9FB7"/>
                </a:solidFill>
              </a:rPr>
              <a:t>40 million people</a:t>
            </a:r>
            <a:r>
              <a:rPr b="0" lang="en" sz="1800">
                <a:solidFill>
                  <a:srgbClr val="FFFFFF"/>
                </a:solidFill>
              </a:rPr>
              <a:t> use AI tools to ask health questions</a:t>
            </a:r>
            <a:endParaRPr b="0" sz="1800">
              <a:solidFill>
                <a:srgbClr val="FFFFFF"/>
              </a:solidFill>
            </a:endParaRPr>
          </a:p>
          <a:p>
            <a:pPr indent="0" lvl="0" marL="0" rtl="0" algn="l">
              <a:spcBef>
                <a:spcPts val="0"/>
              </a:spcBef>
              <a:spcAft>
                <a:spcPts val="0"/>
              </a:spcAft>
              <a:buNone/>
            </a:pPr>
            <a:r>
              <a:t/>
            </a:r>
            <a:endParaRPr b="0" sz="1800">
              <a:solidFill>
                <a:srgbClr val="FFFFFF"/>
              </a:solidFill>
            </a:endParaRPr>
          </a:p>
          <a:p>
            <a:pPr indent="0" lvl="0" marL="0" rtl="0" algn="l">
              <a:lnSpc>
                <a:spcPct val="150000"/>
              </a:lnSpc>
              <a:spcBef>
                <a:spcPts val="0"/>
              </a:spcBef>
              <a:spcAft>
                <a:spcPts val="0"/>
              </a:spcAft>
              <a:buNone/>
            </a:pPr>
            <a:r>
              <a:rPr b="0" lang="en" sz="1600">
                <a:solidFill>
                  <a:srgbClr val="FFFFFF"/>
                </a:solidFill>
              </a:rPr>
              <a:t>Self-navigation today lacks:</a:t>
            </a:r>
            <a:endParaRPr b="0" sz="1600">
              <a:solidFill>
                <a:srgbClr val="FFFFFF"/>
              </a:solidFill>
            </a:endParaRPr>
          </a:p>
          <a:p>
            <a:pPr indent="-304800" lvl="0" marL="457200" rtl="0" algn="l">
              <a:lnSpc>
                <a:spcPct val="150000"/>
              </a:lnSpc>
              <a:spcBef>
                <a:spcPts val="0"/>
              </a:spcBef>
              <a:spcAft>
                <a:spcPts val="0"/>
              </a:spcAft>
              <a:buClr>
                <a:srgbClr val="FFFFFF"/>
              </a:buClr>
              <a:buSzPts val="1200"/>
              <a:buChar char="●"/>
            </a:pPr>
            <a:r>
              <a:rPr b="0" lang="en" sz="1200">
                <a:solidFill>
                  <a:srgbClr val="FFFFFF"/>
                </a:solidFill>
              </a:rPr>
              <a:t>personal context</a:t>
            </a:r>
            <a:endParaRPr b="0" sz="1200">
              <a:solidFill>
                <a:srgbClr val="FFFFFF"/>
              </a:solidFill>
            </a:endParaRPr>
          </a:p>
          <a:p>
            <a:pPr indent="-304800" lvl="0" marL="457200" rtl="0" algn="l">
              <a:lnSpc>
                <a:spcPct val="150000"/>
              </a:lnSpc>
              <a:spcBef>
                <a:spcPts val="0"/>
              </a:spcBef>
              <a:spcAft>
                <a:spcPts val="0"/>
              </a:spcAft>
              <a:buClr>
                <a:srgbClr val="FFFFFF"/>
              </a:buClr>
              <a:buSzPts val="1200"/>
              <a:buChar char="●"/>
            </a:pPr>
            <a:r>
              <a:rPr b="0" lang="en" sz="1200">
                <a:solidFill>
                  <a:srgbClr val="FFFFFF"/>
                </a:solidFill>
              </a:rPr>
              <a:t>trusted guardrails </a:t>
            </a:r>
            <a:endParaRPr b="0" sz="1200">
              <a:solidFill>
                <a:srgbClr val="FFFFFF"/>
              </a:solidFill>
            </a:endParaRPr>
          </a:p>
          <a:p>
            <a:pPr indent="-304800" lvl="0" marL="457200" rtl="0" algn="l">
              <a:lnSpc>
                <a:spcPct val="150000"/>
              </a:lnSpc>
              <a:spcBef>
                <a:spcPts val="0"/>
              </a:spcBef>
              <a:spcAft>
                <a:spcPts val="0"/>
              </a:spcAft>
              <a:buClr>
                <a:srgbClr val="FFFFFF"/>
              </a:buClr>
              <a:buSzPts val="1200"/>
              <a:buChar char="●"/>
            </a:pPr>
            <a:r>
              <a:rPr b="0" lang="en" sz="1200">
                <a:solidFill>
                  <a:srgbClr val="FFFFFF"/>
                </a:solidFill>
              </a:rPr>
              <a:t>a</a:t>
            </a:r>
            <a:r>
              <a:rPr b="0" lang="en" sz="1200">
                <a:solidFill>
                  <a:srgbClr val="FFFFFF"/>
                </a:solidFill>
              </a:rPr>
              <a:t> clear next step into care</a:t>
            </a:r>
            <a:endParaRPr b="0" sz="1200">
              <a:solidFill>
                <a:srgbClr val="FFFFFF"/>
              </a:solidFill>
            </a:endParaRPr>
          </a:p>
          <a:p>
            <a:pPr indent="0" lvl="0" marL="0" rtl="0" algn="l">
              <a:spcBef>
                <a:spcPts val="0"/>
              </a:spcBef>
              <a:spcAft>
                <a:spcPts val="0"/>
              </a:spcAft>
              <a:buNone/>
            </a:pPr>
            <a:r>
              <a:t/>
            </a:r>
            <a:endParaRPr sz="2600">
              <a:solidFill>
                <a:srgbClr val="1B376C"/>
              </a:solidFill>
            </a:endParaRPr>
          </a:p>
          <a:p>
            <a:pPr indent="0" lvl="0" marL="0" rtl="0" algn="l">
              <a:spcBef>
                <a:spcPts val="0"/>
              </a:spcBef>
              <a:spcAft>
                <a:spcPts val="0"/>
              </a:spcAft>
              <a:buNone/>
            </a:pPr>
            <a:r>
              <a:t/>
            </a:r>
            <a:endParaRPr sz="2600">
              <a:solidFill>
                <a:srgbClr val="1B376C"/>
              </a:solidFill>
            </a:endParaRPr>
          </a:p>
          <a:p>
            <a:pPr indent="0" lvl="0" marL="0" rtl="0" algn="l">
              <a:spcBef>
                <a:spcPts val="0"/>
              </a:spcBef>
              <a:spcAft>
                <a:spcPts val="0"/>
              </a:spcAft>
              <a:buNone/>
            </a:pPr>
            <a:r>
              <a:t/>
            </a:r>
            <a:endParaRPr sz="2600">
              <a:solidFill>
                <a:srgbClr val="1B376C"/>
              </a:solidFill>
            </a:endParaRPr>
          </a:p>
          <a:p>
            <a:pPr indent="0" lvl="0" marL="0" rtl="0" algn="l">
              <a:spcBef>
                <a:spcPts val="0"/>
              </a:spcBef>
              <a:spcAft>
                <a:spcPts val="0"/>
              </a:spcAft>
              <a:buNone/>
            </a:pPr>
            <a:r>
              <a:t/>
            </a:r>
            <a:endParaRPr sz="2600">
              <a:solidFill>
                <a:srgbClr val="1B376C"/>
              </a:solidFill>
            </a:endParaRPr>
          </a:p>
          <a:p>
            <a:pPr indent="0" lvl="0" marL="0" rtl="0" algn="l">
              <a:spcBef>
                <a:spcPts val="0"/>
              </a:spcBef>
              <a:spcAft>
                <a:spcPts val="0"/>
              </a:spcAft>
              <a:buNone/>
            </a:pPr>
            <a:r>
              <a:t/>
            </a:r>
            <a:endParaRPr sz="2600">
              <a:solidFill>
                <a:srgbClr val="1B376C"/>
              </a:solidFill>
            </a:endParaRPr>
          </a:p>
          <a:p>
            <a:pPr indent="0" lvl="0" marL="0" rtl="0" algn="l">
              <a:spcBef>
                <a:spcPts val="0"/>
              </a:spcBef>
              <a:spcAft>
                <a:spcPts val="0"/>
              </a:spcAft>
              <a:buNone/>
            </a:pPr>
            <a:r>
              <a:t/>
            </a:r>
            <a:endParaRPr sz="2600"/>
          </a:p>
        </p:txBody>
      </p:sp>
      <p:sp>
        <p:nvSpPr>
          <p:cNvPr id="1997" name="Google Shape;1997;p261"/>
          <p:cNvSpPr txBox="1"/>
          <p:nvPr/>
        </p:nvSpPr>
        <p:spPr>
          <a:xfrm>
            <a:off x="249000" y="82975"/>
            <a:ext cx="6709200" cy="944400"/>
          </a:xfrm>
          <a:prstGeom prst="rect">
            <a:avLst/>
          </a:prstGeom>
          <a:noFill/>
          <a:ln>
            <a:noFill/>
          </a:ln>
        </p:spPr>
        <p:txBody>
          <a:bodyPr anchorCtr="0" anchor="ctr"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FFFFFF"/>
                </a:solidFill>
                <a:latin typeface="Helvetica Neue"/>
                <a:ea typeface="Helvetica Neue"/>
                <a:cs typeface="Helvetica Neue"/>
                <a:sym typeface="Helvetica Neue"/>
              </a:rPr>
              <a:t>Why activation is the missing link</a:t>
            </a:r>
            <a:endParaRPr b="1" i="0" sz="3000" u="none" cap="none" strike="noStrike">
              <a:solidFill>
                <a:srgbClr val="FFFFFF"/>
              </a:solidFill>
              <a:latin typeface="Helvetica Neue"/>
              <a:ea typeface="Helvetica Neue"/>
              <a:cs typeface="Helvetica Neue"/>
              <a:sym typeface="Helvetica Neue"/>
            </a:endParaRPr>
          </a:p>
        </p:txBody>
      </p:sp>
      <p:sp>
        <p:nvSpPr>
          <p:cNvPr id="1998" name="Google Shape;1998;p261"/>
          <p:cNvSpPr txBox="1"/>
          <p:nvPr/>
        </p:nvSpPr>
        <p:spPr>
          <a:xfrm>
            <a:off x="2004600" y="4440200"/>
            <a:ext cx="5134800" cy="590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800">
                <a:solidFill>
                  <a:srgbClr val="00A0B7"/>
                </a:solidFill>
                <a:latin typeface="Helvetica Neue"/>
                <a:ea typeface="Helvetica Neue"/>
                <a:cs typeface="Helvetica Neue"/>
                <a:sym typeface="Helvetica Neue"/>
              </a:rPr>
              <a:t>Activation is what turns questions into care.</a:t>
            </a:r>
            <a:endParaRPr b="1" sz="1800">
              <a:solidFill>
                <a:srgbClr val="00A0B7"/>
              </a:solidFill>
              <a:latin typeface="Helvetica Neue"/>
              <a:ea typeface="Helvetica Neue"/>
              <a:cs typeface="Helvetica Neue"/>
              <a:sym typeface="Helvetica Neue"/>
            </a:endParaRPr>
          </a:p>
        </p:txBody>
      </p:sp>
      <p:pic>
        <p:nvPicPr>
          <p:cNvPr id="1999" name="Google Shape;1999;p261" title="Untitled presentation (16).png"/>
          <p:cNvPicPr preferRelativeResize="0"/>
          <p:nvPr/>
        </p:nvPicPr>
        <p:blipFill rotWithShape="1">
          <a:blip r:embed="rId4">
            <a:alphaModFix/>
          </a:blip>
          <a:srcRect b="2582" l="71929" r="841" t="0"/>
          <a:stretch/>
        </p:blipFill>
        <p:spPr>
          <a:xfrm>
            <a:off x="7491650" y="1818100"/>
            <a:ext cx="1652350" cy="3325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3" name="Shape 2003"/>
        <p:cNvGrpSpPr/>
        <p:nvPr/>
      </p:nvGrpSpPr>
      <p:grpSpPr>
        <a:xfrm>
          <a:off x="0" y="0"/>
          <a:ext cx="0" cy="0"/>
          <a:chOff x="0" y="0"/>
          <a:chExt cx="0" cy="0"/>
        </a:xfrm>
      </p:grpSpPr>
      <p:sp>
        <p:nvSpPr>
          <p:cNvPr id="2004" name="Google Shape;2004;p262"/>
          <p:cNvSpPr txBox="1"/>
          <p:nvPr/>
        </p:nvSpPr>
        <p:spPr>
          <a:xfrm>
            <a:off x="252950" y="182000"/>
            <a:ext cx="7238100" cy="854100"/>
          </a:xfrm>
          <a:prstGeom prst="rect">
            <a:avLst/>
          </a:prstGeom>
          <a:noFill/>
          <a:ln>
            <a:noFill/>
          </a:ln>
        </p:spPr>
        <p:txBody>
          <a:bodyPr anchorCtr="0" anchor="ctr" bIns="34250" lIns="68550" spcFirstLastPara="1" rIns="68550" wrap="square" tIns="34250">
            <a:noAutofit/>
          </a:bodyPr>
          <a:lstStyle/>
          <a:p>
            <a:pPr indent="0" lvl="0" marL="0" marR="0" rtl="0" algn="l">
              <a:lnSpc>
                <a:spcPct val="100000"/>
              </a:lnSpc>
              <a:spcBef>
                <a:spcPts val="0"/>
              </a:spcBef>
              <a:spcAft>
                <a:spcPts val="0"/>
              </a:spcAft>
              <a:buClr>
                <a:srgbClr val="0F497F"/>
              </a:buClr>
              <a:buSzPts val="2100"/>
              <a:buFont typeface="Helvetica Neue"/>
              <a:buNone/>
            </a:pPr>
            <a:r>
              <a:rPr b="1" i="0" lang="en" sz="3000" u="none" cap="none" strike="noStrike">
                <a:solidFill>
                  <a:srgbClr val="0F497F"/>
                </a:solidFill>
                <a:latin typeface="Raleway"/>
                <a:ea typeface="Raleway"/>
                <a:cs typeface="Raleway"/>
                <a:sym typeface="Raleway"/>
              </a:rPr>
              <a:t>Addressing what matters most </a:t>
            </a:r>
            <a:endParaRPr b="1" sz="3000"/>
          </a:p>
          <a:p>
            <a:pPr indent="0" lvl="0" marL="0" marR="0" rtl="0" algn="l">
              <a:lnSpc>
                <a:spcPct val="100000"/>
              </a:lnSpc>
              <a:spcBef>
                <a:spcPts val="0"/>
              </a:spcBef>
              <a:spcAft>
                <a:spcPts val="0"/>
              </a:spcAft>
              <a:buClr>
                <a:srgbClr val="0F497F"/>
              </a:buClr>
              <a:buSzPts val="2100"/>
              <a:buFont typeface="Helvetica Neue"/>
              <a:buNone/>
            </a:pPr>
            <a:r>
              <a:rPr b="1" i="0" lang="en" sz="3000" u="none" cap="none" strike="noStrike">
                <a:solidFill>
                  <a:srgbClr val="0F497F"/>
                </a:solidFill>
                <a:latin typeface="Raleway"/>
                <a:ea typeface="Raleway"/>
                <a:cs typeface="Raleway"/>
                <a:sym typeface="Raleway"/>
              </a:rPr>
              <a:t>to employers and employees</a:t>
            </a:r>
            <a:endParaRPr b="1" i="0" sz="3000" u="none" cap="none" strike="noStrike">
              <a:solidFill>
                <a:srgbClr val="0F497F"/>
              </a:solidFill>
              <a:latin typeface="Raleway"/>
              <a:ea typeface="Raleway"/>
              <a:cs typeface="Raleway"/>
              <a:sym typeface="Raleway"/>
            </a:endParaRPr>
          </a:p>
        </p:txBody>
      </p:sp>
      <p:sp>
        <p:nvSpPr>
          <p:cNvPr id="2005" name="Google Shape;2005;p262"/>
          <p:cNvSpPr txBox="1"/>
          <p:nvPr/>
        </p:nvSpPr>
        <p:spPr>
          <a:xfrm>
            <a:off x="2971154" y="2112786"/>
            <a:ext cx="5262000" cy="515700"/>
          </a:xfrm>
          <a:prstGeom prst="rect">
            <a:avLst/>
          </a:prstGeom>
          <a:noFill/>
          <a:ln>
            <a:noFill/>
          </a:ln>
        </p:spPr>
        <p:txBody>
          <a:bodyPr anchorCtr="0" anchor="t" bIns="34275" lIns="68575" spcFirstLastPara="1" rIns="68575" wrap="square" tIns="34275">
            <a:spAutoFit/>
          </a:bodyPr>
          <a:lstStyle/>
          <a:p>
            <a:pPr indent="-266700" lvl="0" marL="266700" marR="0" rtl="0" algn="l">
              <a:spcBef>
                <a:spcPts val="0"/>
              </a:spcBef>
              <a:spcAft>
                <a:spcPts val="0"/>
              </a:spcAft>
              <a:buClr>
                <a:srgbClr val="04A0B7"/>
              </a:buClr>
              <a:buSzPts val="1800"/>
              <a:buFont typeface="Arial"/>
              <a:buChar char="•"/>
            </a:pPr>
            <a:r>
              <a:rPr lang="en" sz="1800">
                <a:solidFill>
                  <a:srgbClr val="04A0B7"/>
                </a:solidFill>
                <a:latin typeface="Raleway"/>
                <a:ea typeface="Raleway"/>
                <a:cs typeface="Raleway"/>
                <a:sym typeface="Raleway"/>
              </a:rPr>
              <a:t>Engagement and Behavior Change</a:t>
            </a:r>
            <a:endParaRPr sz="1100"/>
          </a:p>
          <a:p>
            <a:pPr indent="0" lvl="0" marL="266700" marR="0" rtl="0" algn="l">
              <a:lnSpc>
                <a:spcPct val="100000"/>
              </a:lnSpc>
              <a:spcBef>
                <a:spcPts val="0"/>
              </a:spcBef>
              <a:spcAft>
                <a:spcPts val="0"/>
              </a:spcAft>
              <a:buClr>
                <a:srgbClr val="0F497F"/>
              </a:buClr>
              <a:buSzPts val="1100"/>
              <a:buFont typeface="Raleway"/>
              <a:buNone/>
            </a:pPr>
            <a:r>
              <a:rPr b="1" i="0" lang="en" sz="1100" u="none" cap="none" strike="noStrike">
                <a:solidFill>
                  <a:srgbClr val="0F497F"/>
                </a:solidFill>
                <a:latin typeface="Raleway"/>
                <a:ea typeface="Raleway"/>
                <a:cs typeface="Raleway"/>
                <a:sym typeface="Raleway"/>
              </a:rPr>
              <a:t>70%+ engagement</a:t>
            </a:r>
            <a:r>
              <a:rPr b="0" i="0" lang="en" sz="1100" u="none" cap="none" strike="noStrike">
                <a:solidFill>
                  <a:srgbClr val="7F7F7F"/>
                </a:solidFill>
                <a:latin typeface="Raleway"/>
                <a:ea typeface="Raleway"/>
                <a:cs typeface="Raleway"/>
                <a:sym typeface="Raleway"/>
              </a:rPr>
              <a:t>, especially</a:t>
            </a:r>
            <a:r>
              <a:rPr lang="en" sz="1100">
                <a:solidFill>
                  <a:srgbClr val="7F7F7F"/>
                </a:solidFill>
                <a:latin typeface="Raleway"/>
                <a:ea typeface="Raleway"/>
                <a:cs typeface="Raleway"/>
                <a:sym typeface="Raleway"/>
              </a:rPr>
              <a:t> where it </a:t>
            </a:r>
            <a:r>
              <a:rPr lang="en" sz="1100">
                <a:solidFill>
                  <a:srgbClr val="7F7F7F"/>
                </a:solidFill>
                <a:latin typeface="Raleway"/>
                <a:ea typeface="Raleway"/>
                <a:cs typeface="Raleway"/>
                <a:sym typeface="Raleway"/>
              </a:rPr>
              <a:t>matters</a:t>
            </a:r>
            <a:r>
              <a:rPr b="0" i="0" lang="en" sz="1100" u="none" cap="none" strike="noStrike">
                <a:solidFill>
                  <a:srgbClr val="7F7F7F"/>
                </a:solidFill>
                <a:latin typeface="Raleway"/>
                <a:ea typeface="Raleway"/>
                <a:cs typeface="Raleway"/>
                <a:sym typeface="Raleway"/>
              </a:rPr>
              <a:t> most</a:t>
            </a:r>
            <a:endParaRPr sz="1100"/>
          </a:p>
        </p:txBody>
      </p:sp>
      <p:sp>
        <p:nvSpPr>
          <p:cNvPr id="2006" name="Google Shape;2006;p262"/>
          <p:cNvSpPr txBox="1"/>
          <p:nvPr/>
        </p:nvSpPr>
        <p:spPr>
          <a:xfrm>
            <a:off x="2971154" y="2773998"/>
            <a:ext cx="5262000" cy="515700"/>
          </a:xfrm>
          <a:prstGeom prst="rect">
            <a:avLst/>
          </a:prstGeom>
          <a:noFill/>
          <a:ln>
            <a:noFill/>
          </a:ln>
        </p:spPr>
        <p:txBody>
          <a:bodyPr anchorCtr="0" anchor="t" bIns="34275" lIns="68575" spcFirstLastPara="1" rIns="68575" wrap="square" tIns="34275">
            <a:spAutoFit/>
          </a:bodyPr>
          <a:lstStyle/>
          <a:p>
            <a:pPr indent="-266700" lvl="0" marL="266700" marR="0" rtl="0" algn="l">
              <a:spcBef>
                <a:spcPts val="0"/>
              </a:spcBef>
              <a:spcAft>
                <a:spcPts val="0"/>
              </a:spcAft>
              <a:buClr>
                <a:srgbClr val="04A0B7"/>
              </a:buClr>
              <a:buSzPts val="1800"/>
              <a:buFont typeface="Arial"/>
              <a:buChar char="•"/>
            </a:pPr>
            <a:r>
              <a:rPr lang="en" sz="1800">
                <a:solidFill>
                  <a:srgbClr val="04A0B7"/>
                </a:solidFill>
                <a:latin typeface="Raleway"/>
                <a:ea typeface="Raleway"/>
                <a:cs typeface="Raleway"/>
                <a:sym typeface="Raleway"/>
              </a:rPr>
              <a:t>Pricing Flexibility</a:t>
            </a:r>
            <a:endParaRPr sz="1100"/>
          </a:p>
          <a:p>
            <a:pPr indent="0" lvl="0" marL="266700" marR="0" rtl="0" algn="l">
              <a:lnSpc>
                <a:spcPct val="100000"/>
              </a:lnSpc>
              <a:spcBef>
                <a:spcPts val="0"/>
              </a:spcBef>
              <a:spcAft>
                <a:spcPts val="0"/>
              </a:spcAft>
              <a:buClr>
                <a:srgbClr val="7F7F7F"/>
              </a:buClr>
              <a:buSzPts val="1100"/>
              <a:buFont typeface="Raleway"/>
              <a:buNone/>
            </a:pPr>
            <a:r>
              <a:rPr b="1" lang="en" sz="1100">
                <a:solidFill>
                  <a:srgbClr val="0F497F"/>
                </a:solidFill>
                <a:latin typeface="Raleway"/>
                <a:ea typeface="Raleway"/>
                <a:cs typeface="Raleway"/>
                <a:sym typeface="Raleway"/>
              </a:rPr>
              <a:t>PEPM or engagement-based pricing</a:t>
            </a:r>
            <a:endParaRPr b="1" i="0" sz="1100" u="none" cap="none" strike="noStrike">
              <a:solidFill>
                <a:srgbClr val="0F497F"/>
              </a:solidFill>
              <a:latin typeface="Raleway"/>
              <a:ea typeface="Raleway"/>
              <a:cs typeface="Raleway"/>
              <a:sym typeface="Raleway"/>
            </a:endParaRPr>
          </a:p>
        </p:txBody>
      </p:sp>
      <p:sp>
        <p:nvSpPr>
          <p:cNvPr id="2007" name="Google Shape;2007;p262"/>
          <p:cNvSpPr txBox="1"/>
          <p:nvPr/>
        </p:nvSpPr>
        <p:spPr>
          <a:xfrm>
            <a:off x="2971154" y="1330777"/>
            <a:ext cx="5878200" cy="515700"/>
          </a:xfrm>
          <a:prstGeom prst="rect">
            <a:avLst/>
          </a:prstGeom>
          <a:noFill/>
          <a:ln>
            <a:noFill/>
          </a:ln>
        </p:spPr>
        <p:txBody>
          <a:bodyPr anchorCtr="0" anchor="t" bIns="34275" lIns="68575" spcFirstLastPara="1" rIns="68575" wrap="square" tIns="34275">
            <a:spAutoFit/>
          </a:bodyPr>
          <a:lstStyle/>
          <a:p>
            <a:pPr indent="-266700" lvl="0" marL="266700" marR="0" rtl="0" algn="l">
              <a:lnSpc>
                <a:spcPct val="100000"/>
              </a:lnSpc>
              <a:spcBef>
                <a:spcPts val="0"/>
              </a:spcBef>
              <a:spcAft>
                <a:spcPts val="0"/>
              </a:spcAft>
              <a:buClr>
                <a:srgbClr val="04A0B7"/>
              </a:buClr>
              <a:buSzPts val="1800"/>
              <a:buFont typeface="Arial"/>
              <a:buChar char="•"/>
            </a:pPr>
            <a:r>
              <a:rPr b="0" i="0" lang="en" sz="1800" u="none" cap="none" strike="noStrike">
                <a:solidFill>
                  <a:srgbClr val="04A0B7"/>
                </a:solidFill>
                <a:latin typeface="Raleway"/>
                <a:ea typeface="Raleway"/>
                <a:cs typeface="Raleway"/>
                <a:sym typeface="Raleway"/>
              </a:rPr>
              <a:t>Affordability and Accessib</a:t>
            </a:r>
            <a:r>
              <a:rPr lang="en" sz="1800">
                <a:solidFill>
                  <a:srgbClr val="04A0B7"/>
                </a:solidFill>
                <a:latin typeface="Raleway"/>
                <a:ea typeface="Raleway"/>
                <a:cs typeface="Raleway"/>
                <a:sym typeface="Raleway"/>
              </a:rPr>
              <a:t>ility</a:t>
            </a:r>
            <a:endParaRPr sz="1100"/>
          </a:p>
          <a:p>
            <a:pPr indent="0" lvl="0" marL="266700" marR="0" rtl="0" algn="l">
              <a:lnSpc>
                <a:spcPct val="100000"/>
              </a:lnSpc>
              <a:spcBef>
                <a:spcPts val="0"/>
              </a:spcBef>
              <a:spcAft>
                <a:spcPts val="0"/>
              </a:spcAft>
              <a:buClr>
                <a:srgbClr val="7F7F7F"/>
              </a:buClr>
              <a:buSzPts val="1100"/>
              <a:buFont typeface="Raleway"/>
              <a:buNone/>
            </a:pPr>
            <a:r>
              <a:rPr lang="en" sz="1100">
                <a:solidFill>
                  <a:srgbClr val="7F7F7F"/>
                </a:solidFill>
                <a:latin typeface="Raleway"/>
                <a:ea typeface="Raleway"/>
                <a:cs typeface="Raleway"/>
                <a:sym typeface="Raleway"/>
              </a:rPr>
              <a:t>Right care, right time</a:t>
            </a:r>
            <a:endParaRPr b="0" i="0" sz="1100" u="none" cap="none" strike="noStrike">
              <a:solidFill>
                <a:srgbClr val="0F497F"/>
              </a:solidFill>
              <a:latin typeface="Raleway"/>
              <a:ea typeface="Raleway"/>
              <a:cs typeface="Raleway"/>
              <a:sym typeface="Raleway"/>
            </a:endParaRPr>
          </a:p>
        </p:txBody>
      </p:sp>
      <p:sp>
        <p:nvSpPr>
          <p:cNvPr id="2008" name="Google Shape;2008;p262"/>
          <p:cNvSpPr txBox="1"/>
          <p:nvPr/>
        </p:nvSpPr>
        <p:spPr>
          <a:xfrm>
            <a:off x="2971154" y="3435210"/>
            <a:ext cx="5262000" cy="684900"/>
          </a:xfrm>
          <a:prstGeom prst="rect">
            <a:avLst/>
          </a:prstGeom>
          <a:noFill/>
          <a:ln>
            <a:noFill/>
          </a:ln>
        </p:spPr>
        <p:txBody>
          <a:bodyPr anchorCtr="0" anchor="t" bIns="34275" lIns="68575" spcFirstLastPara="1" rIns="68575" wrap="square" tIns="34275">
            <a:spAutoFit/>
          </a:bodyPr>
          <a:lstStyle/>
          <a:p>
            <a:pPr indent="-266700" lvl="0" marL="266700" marR="0" rtl="0" algn="l">
              <a:spcBef>
                <a:spcPts val="0"/>
              </a:spcBef>
              <a:spcAft>
                <a:spcPts val="0"/>
              </a:spcAft>
              <a:buClr>
                <a:srgbClr val="04A0B7"/>
              </a:buClr>
              <a:buSzPts val="1800"/>
              <a:buFont typeface="Arial"/>
              <a:buChar char="•"/>
            </a:pPr>
            <a:r>
              <a:rPr lang="en" sz="1800">
                <a:solidFill>
                  <a:srgbClr val="04A0B7"/>
                </a:solidFill>
                <a:latin typeface="Raleway"/>
                <a:ea typeface="Raleway"/>
                <a:cs typeface="Raleway"/>
                <a:sym typeface="Raleway"/>
              </a:rPr>
              <a:t>Reducing Trend</a:t>
            </a:r>
            <a:endParaRPr sz="1100"/>
          </a:p>
          <a:p>
            <a:pPr indent="0" lvl="0" marL="266700" marR="0" rtl="0" algn="l">
              <a:spcBef>
                <a:spcPts val="0"/>
              </a:spcBef>
              <a:spcAft>
                <a:spcPts val="0"/>
              </a:spcAft>
              <a:buNone/>
            </a:pPr>
            <a:r>
              <a:rPr lang="en" sz="1100">
                <a:solidFill>
                  <a:srgbClr val="7F7F7F"/>
                </a:solidFill>
                <a:latin typeface="Raleway"/>
                <a:ea typeface="Raleway"/>
                <a:cs typeface="Raleway"/>
                <a:sym typeface="Raleway"/>
              </a:rPr>
              <a:t>T</a:t>
            </a:r>
            <a:r>
              <a:rPr b="0" i="0" lang="en" sz="1100" u="none" cap="none" strike="noStrike">
                <a:solidFill>
                  <a:srgbClr val="7F7F7F"/>
                </a:solidFill>
                <a:latin typeface="Raleway"/>
                <a:ea typeface="Raleway"/>
                <a:cs typeface="Raleway"/>
                <a:sym typeface="Raleway"/>
              </a:rPr>
              <a:t>argeting high-cost</a:t>
            </a:r>
            <a:r>
              <a:rPr lang="en" sz="1100">
                <a:solidFill>
                  <a:srgbClr val="7F7F7F"/>
                </a:solidFill>
                <a:latin typeface="Raleway"/>
                <a:ea typeface="Raleway"/>
                <a:cs typeface="Raleway"/>
                <a:sym typeface="Raleway"/>
              </a:rPr>
              <a:t> drivers</a:t>
            </a:r>
            <a:endParaRPr sz="1100">
              <a:solidFill>
                <a:srgbClr val="7F7F7F"/>
              </a:solidFill>
              <a:latin typeface="Raleway"/>
              <a:ea typeface="Raleway"/>
              <a:cs typeface="Raleway"/>
              <a:sym typeface="Raleway"/>
            </a:endParaRPr>
          </a:p>
          <a:p>
            <a:pPr indent="0" lvl="0" marL="266700" marR="0" rtl="0" algn="l">
              <a:spcBef>
                <a:spcPts val="0"/>
              </a:spcBef>
              <a:spcAft>
                <a:spcPts val="0"/>
              </a:spcAft>
              <a:buNone/>
            </a:pPr>
            <a:r>
              <a:rPr lang="en" sz="1100">
                <a:solidFill>
                  <a:srgbClr val="7F7F7F"/>
                </a:solidFill>
                <a:latin typeface="Raleway"/>
                <a:ea typeface="Raleway"/>
                <a:cs typeface="Raleway"/>
                <a:sym typeface="Raleway"/>
              </a:rPr>
              <a:t>GLP-1, MSK, mental health, prevention</a:t>
            </a:r>
            <a:endParaRPr b="0" i="0" sz="1100" u="none" cap="none" strike="noStrike">
              <a:solidFill>
                <a:srgbClr val="7F7F7F"/>
              </a:solidFill>
              <a:latin typeface="Raleway"/>
              <a:ea typeface="Raleway"/>
              <a:cs typeface="Raleway"/>
              <a:sym typeface="Raleway"/>
            </a:endParaRPr>
          </a:p>
        </p:txBody>
      </p:sp>
      <p:pic>
        <p:nvPicPr>
          <p:cNvPr id="2009" name="Google Shape;2009;p262"/>
          <p:cNvPicPr preferRelativeResize="0"/>
          <p:nvPr/>
        </p:nvPicPr>
        <p:blipFill rotWithShape="1">
          <a:blip r:embed="rId4">
            <a:alphaModFix/>
          </a:blip>
          <a:srcRect b="0" l="0" r="0" t="0"/>
          <a:stretch/>
        </p:blipFill>
        <p:spPr>
          <a:xfrm>
            <a:off x="8172450" y="0"/>
            <a:ext cx="595620" cy="692333"/>
          </a:xfrm>
          <a:prstGeom prst="rect">
            <a:avLst/>
          </a:prstGeom>
          <a:noFill/>
          <a:ln>
            <a:noFill/>
          </a:ln>
        </p:spPr>
      </p:pic>
      <p:pic>
        <p:nvPicPr>
          <p:cNvPr id="2010" name="Google Shape;2010;p262"/>
          <p:cNvPicPr preferRelativeResize="0"/>
          <p:nvPr/>
        </p:nvPicPr>
        <p:blipFill rotWithShape="1">
          <a:blip r:embed="rId5">
            <a:alphaModFix/>
          </a:blip>
          <a:srcRect b="0" l="0" r="0" t="0"/>
          <a:stretch/>
        </p:blipFill>
        <p:spPr>
          <a:xfrm>
            <a:off x="57861" y="1620554"/>
            <a:ext cx="2742925" cy="2746334"/>
          </a:xfrm>
          <a:prstGeom prst="rect">
            <a:avLst/>
          </a:prstGeom>
          <a:noFill/>
          <a:ln>
            <a:noFill/>
          </a:ln>
        </p:spPr>
      </p:pic>
      <p:sp>
        <p:nvSpPr>
          <p:cNvPr id="2011" name="Google Shape;2011;p262"/>
          <p:cNvSpPr txBox="1"/>
          <p:nvPr/>
        </p:nvSpPr>
        <p:spPr>
          <a:xfrm>
            <a:off x="9344125" y="618850"/>
            <a:ext cx="268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Helvetica Neue"/>
                <a:ea typeface="Helvetica Neue"/>
                <a:cs typeface="Helvetica Neue"/>
                <a:sym typeface="Helvetica Neue"/>
              </a:rPr>
              <a:t>I like it - wish we could do it w less words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A0B7"/>
        </a:solidFill>
      </p:bgPr>
    </p:bg>
    <p:spTree>
      <p:nvGrpSpPr>
        <p:cNvPr id="2015" name="Shape 2015"/>
        <p:cNvGrpSpPr/>
        <p:nvPr/>
      </p:nvGrpSpPr>
      <p:grpSpPr>
        <a:xfrm>
          <a:off x="0" y="0"/>
          <a:ext cx="0" cy="0"/>
          <a:chOff x="0" y="0"/>
          <a:chExt cx="0" cy="0"/>
        </a:xfrm>
      </p:grpSpPr>
      <p:sp>
        <p:nvSpPr>
          <p:cNvPr id="2016" name="Google Shape;2016;p263"/>
          <p:cNvSpPr txBox="1"/>
          <p:nvPr/>
        </p:nvSpPr>
        <p:spPr>
          <a:xfrm>
            <a:off x="235950" y="86075"/>
            <a:ext cx="8672100" cy="7515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002C6B"/>
                </a:solidFill>
                <a:latin typeface="Helvetica Neue"/>
                <a:ea typeface="Helvetica Neue"/>
                <a:cs typeface="Helvetica Neue"/>
                <a:sym typeface="Helvetica Neue"/>
              </a:rPr>
              <a:t>Your bold move</a:t>
            </a:r>
            <a:endParaRPr b="1" sz="30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rPr i="1" lang="en" sz="1600">
                <a:solidFill>
                  <a:srgbClr val="002C6B"/>
                </a:solidFill>
                <a:latin typeface="Helvetica Neue"/>
                <a:ea typeface="Helvetica Neue"/>
                <a:cs typeface="Helvetica Neue"/>
                <a:sym typeface="Helvetica Neue"/>
              </a:rPr>
              <a:t>Actions you can take to activate digital-first care</a:t>
            </a:r>
            <a:endParaRPr i="1" sz="2500">
              <a:solidFill>
                <a:srgbClr val="002C6B"/>
              </a:solidFill>
              <a:latin typeface="Helvetica Neue"/>
              <a:ea typeface="Helvetica Neue"/>
              <a:cs typeface="Helvetica Neue"/>
              <a:sym typeface="Helvetica Neue"/>
            </a:endParaRPr>
          </a:p>
        </p:txBody>
      </p:sp>
      <p:grpSp>
        <p:nvGrpSpPr>
          <p:cNvPr id="2017" name="Google Shape;2017;p263"/>
          <p:cNvGrpSpPr/>
          <p:nvPr/>
        </p:nvGrpSpPr>
        <p:grpSpPr>
          <a:xfrm>
            <a:off x="235950" y="1184298"/>
            <a:ext cx="8321400" cy="653100"/>
            <a:chOff x="235950" y="1174608"/>
            <a:chExt cx="8321400" cy="653100"/>
          </a:xfrm>
        </p:grpSpPr>
        <p:sp>
          <p:nvSpPr>
            <p:cNvPr id="2018" name="Google Shape;2018;p263"/>
            <p:cNvSpPr txBox="1"/>
            <p:nvPr/>
          </p:nvSpPr>
          <p:spPr>
            <a:xfrm>
              <a:off x="235950" y="1174608"/>
              <a:ext cx="8321400" cy="653100"/>
            </a:xfrm>
            <a:prstGeom prst="rect">
              <a:avLst/>
            </a:prstGeom>
            <a:solidFill>
              <a:srgbClr val="F2F2F2"/>
            </a:solidFill>
            <a:ln>
              <a:noFill/>
            </a:ln>
          </p:spPr>
          <p:txBody>
            <a:bodyPr anchorCtr="0" anchor="t" bIns="91425" lIns="91425" spcFirstLastPara="1" rIns="91425" wrap="square" tIns="91425">
              <a:noAutofit/>
            </a:bodyPr>
            <a:lstStyle/>
            <a:p>
              <a:pPr indent="0" lvl="0" marL="914400" rtl="0" algn="l">
                <a:spcBef>
                  <a:spcPts val="0"/>
                </a:spcBef>
                <a:spcAft>
                  <a:spcPts val="0"/>
                </a:spcAft>
                <a:buNone/>
              </a:pPr>
              <a:r>
                <a:rPr lang="en" sz="1800">
                  <a:solidFill>
                    <a:srgbClr val="002C6B"/>
                  </a:solidFill>
                  <a:latin typeface="Helvetica Neue"/>
                  <a:ea typeface="Helvetica Neue"/>
                  <a:cs typeface="Helvetica Neue"/>
                  <a:sym typeface="Helvetica Neue"/>
                </a:rPr>
                <a:t>Increase engagement in programs that save money</a:t>
              </a:r>
              <a:endParaRPr sz="1800">
                <a:solidFill>
                  <a:srgbClr val="002C6B"/>
                </a:solidFill>
                <a:latin typeface="Helvetica Neue"/>
                <a:ea typeface="Helvetica Neue"/>
                <a:cs typeface="Helvetica Neue"/>
                <a:sym typeface="Helvetica Neue"/>
              </a:endParaRPr>
            </a:p>
            <a:p>
              <a:pPr indent="0" lvl="0" marL="914400" rtl="0" algn="l">
                <a:spcBef>
                  <a:spcPts val="0"/>
                </a:spcBef>
                <a:spcAft>
                  <a:spcPts val="0"/>
                </a:spcAft>
                <a:buNone/>
              </a:pPr>
              <a:r>
                <a:rPr lang="en" sz="1200">
                  <a:solidFill>
                    <a:srgbClr val="002C6B"/>
                  </a:solidFill>
                  <a:latin typeface="Helvetica Neue"/>
                  <a:ea typeface="Helvetica Neue"/>
                  <a:cs typeface="Helvetica Neue"/>
                  <a:sym typeface="Helvetica Neue"/>
                </a:rPr>
                <a:t>Drive activation and completion using Mobile Health navigation, journeys, and incentives</a:t>
              </a:r>
              <a:endParaRPr sz="12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019" name="Google Shape;2019;p263"/>
            <p:cNvSpPr/>
            <p:nvPr/>
          </p:nvSpPr>
          <p:spPr>
            <a:xfrm>
              <a:off x="372673" y="1264636"/>
              <a:ext cx="516300" cy="461700"/>
            </a:xfrm>
            <a:prstGeom prst="ellipse">
              <a:avLst/>
            </a:prstGeom>
            <a:solidFill>
              <a:srgbClr val="002C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Helvetica Neue"/>
                  <a:ea typeface="Helvetica Neue"/>
                  <a:cs typeface="Helvetica Neue"/>
                  <a:sym typeface="Helvetica Neue"/>
                </a:rPr>
                <a:t>1</a:t>
              </a:r>
              <a:endParaRPr>
                <a:solidFill>
                  <a:srgbClr val="FFFFFF"/>
                </a:solidFill>
                <a:latin typeface="Helvetica Neue"/>
                <a:ea typeface="Helvetica Neue"/>
                <a:cs typeface="Helvetica Neue"/>
                <a:sym typeface="Helvetica Neue"/>
              </a:endParaRPr>
            </a:p>
          </p:txBody>
        </p:sp>
      </p:grpSp>
      <p:grpSp>
        <p:nvGrpSpPr>
          <p:cNvPr id="2020" name="Google Shape;2020;p263"/>
          <p:cNvGrpSpPr/>
          <p:nvPr/>
        </p:nvGrpSpPr>
        <p:grpSpPr>
          <a:xfrm>
            <a:off x="236123" y="2309332"/>
            <a:ext cx="8321054" cy="653113"/>
            <a:chOff x="235950" y="1856175"/>
            <a:chExt cx="7013700" cy="550500"/>
          </a:xfrm>
        </p:grpSpPr>
        <p:sp>
          <p:nvSpPr>
            <p:cNvPr id="2021" name="Google Shape;2021;p263"/>
            <p:cNvSpPr txBox="1"/>
            <p:nvPr/>
          </p:nvSpPr>
          <p:spPr>
            <a:xfrm>
              <a:off x="235950" y="1856175"/>
              <a:ext cx="7013700" cy="550500"/>
            </a:xfrm>
            <a:prstGeom prst="rect">
              <a:avLst/>
            </a:prstGeom>
            <a:solidFill>
              <a:srgbClr val="F2F2F2"/>
            </a:solidFill>
            <a:ln>
              <a:noFill/>
            </a:ln>
          </p:spPr>
          <p:txBody>
            <a:bodyPr anchorCtr="0" anchor="t" bIns="108475" lIns="108475" spcFirstLastPara="1" rIns="108475" wrap="square" tIns="108475">
              <a:noAutofit/>
            </a:bodyPr>
            <a:lstStyle/>
            <a:p>
              <a:pPr indent="457200" lvl="0" marL="457200" rtl="0" algn="l">
                <a:spcBef>
                  <a:spcPts val="0"/>
                </a:spcBef>
                <a:spcAft>
                  <a:spcPts val="0"/>
                </a:spcAft>
                <a:buNone/>
              </a:pPr>
              <a:r>
                <a:rPr lang="en" sz="1800">
                  <a:solidFill>
                    <a:srgbClr val="002C6B"/>
                  </a:solidFill>
                  <a:latin typeface="Helvetica Neue"/>
                  <a:ea typeface="Helvetica Neue"/>
                  <a:cs typeface="Helvetica Neue"/>
                  <a:sym typeface="Helvetica Neue"/>
                </a:rPr>
                <a:t>Add programs in top spend areas</a:t>
              </a:r>
              <a:endParaRPr sz="1800">
                <a:solidFill>
                  <a:srgbClr val="002C6B"/>
                </a:solidFill>
                <a:latin typeface="Helvetica Neue"/>
                <a:ea typeface="Helvetica Neue"/>
                <a:cs typeface="Helvetica Neue"/>
                <a:sym typeface="Helvetica Neue"/>
              </a:endParaRPr>
            </a:p>
            <a:p>
              <a:pPr indent="457200" lvl="0" marL="457200" rtl="0" algn="l">
                <a:spcBef>
                  <a:spcPts val="0"/>
                </a:spcBef>
                <a:spcAft>
                  <a:spcPts val="0"/>
                </a:spcAft>
                <a:buNone/>
              </a:pPr>
              <a:r>
                <a:rPr lang="en" sz="1200">
                  <a:solidFill>
                    <a:srgbClr val="002C6B"/>
                  </a:solidFill>
                  <a:latin typeface="Helvetica Neue"/>
                  <a:ea typeface="Helvetica Neue"/>
                  <a:cs typeface="Helvetica Neue"/>
                  <a:sym typeface="Helvetica Neue"/>
                </a:rPr>
                <a:t>Deploy Digital Care Paths (DCPs) across MSK, Behavioral Health, and weight/GLP-1 support</a:t>
              </a:r>
              <a:endParaRPr sz="12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t/>
              </a:r>
              <a:endParaRPr sz="2135">
                <a:solidFill>
                  <a:schemeClr val="dk1"/>
                </a:solidFill>
                <a:latin typeface="Helvetica Neue"/>
                <a:ea typeface="Helvetica Neue"/>
                <a:cs typeface="Helvetica Neue"/>
                <a:sym typeface="Helvetica Neue"/>
              </a:endParaRPr>
            </a:p>
          </p:txBody>
        </p:sp>
        <p:sp>
          <p:nvSpPr>
            <p:cNvPr id="2022" name="Google Shape;2022;p263"/>
            <p:cNvSpPr/>
            <p:nvPr/>
          </p:nvSpPr>
          <p:spPr>
            <a:xfrm>
              <a:off x="380395" y="1936866"/>
              <a:ext cx="435300" cy="389100"/>
            </a:xfrm>
            <a:prstGeom prst="ellipse">
              <a:avLst/>
            </a:prstGeom>
            <a:solidFill>
              <a:srgbClr val="002C6B"/>
            </a:solidFill>
            <a:ln cap="flat" cmpd="sng" w="11300">
              <a:solidFill>
                <a:schemeClr val="dk2"/>
              </a:solidFill>
              <a:prstDash val="solid"/>
              <a:round/>
              <a:headEnd len="sm" w="sm" type="none"/>
              <a:tailEnd len="sm" w="sm" type="none"/>
            </a:ln>
          </p:spPr>
          <p:txBody>
            <a:bodyPr anchorCtr="0" anchor="ctr" bIns="108475" lIns="108475" spcFirstLastPara="1" rIns="108475" wrap="square" tIns="108475">
              <a:noAutofit/>
            </a:bodyPr>
            <a:lstStyle/>
            <a:p>
              <a:pPr indent="0" lvl="0" marL="0" rtl="0" algn="ctr">
                <a:spcBef>
                  <a:spcPts val="0"/>
                </a:spcBef>
                <a:spcAft>
                  <a:spcPts val="0"/>
                </a:spcAft>
                <a:buNone/>
              </a:pPr>
              <a:r>
                <a:rPr lang="en" sz="1661">
                  <a:solidFill>
                    <a:srgbClr val="FFFFFF"/>
                  </a:solidFill>
                  <a:latin typeface="Helvetica Neue"/>
                  <a:ea typeface="Helvetica Neue"/>
                  <a:cs typeface="Helvetica Neue"/>
                  <a:sym typeface="Helvetica Neue"/>
                </a:rPr>
                <a:t>2</a:t>
              </a:r>
              <a:endParaRPr sz="1661">
                <a:solidFill>
                  <a:srgbClr val="FFFFFF"/>
                </a:solidFill>
                <a:latin typeface="Helvetica Neue"/>
                <a:ea typeface="Helvetica Neue"/>
                <a:cs typeface="Helvetica Neue"/>
                <a:sym typeface="Helvetica Neue"/>
              </a:endParaRPr>
            </a:p>
          </p:txBody>
        </p:sp>
      </p:grpSp>
      <p:grpSp>
        <p:nvGrpSpPr>
          <p:cNvPr id="2023" name="Google Shape;2023;p263"/>
          <p:cNvGrpSpPr/>
          <p:nvPr/>
        </p:nvGrpSpPr>
        <p:grpSpPr>
          <a:xfrm>
            <a:off x="236123" y="3434380"/>
            <a:ext cx="8321054" cy="653113"/>
            <a:chOff x="235950" y="2325958"/>
            <a:chExt cx="7013700" cy="550500"/>
          </a:xfrm>
        </p:grpSpPr>
        <p:sp>
          <p:nvSpPr>
            <p:cNvPr id="2024" name="Google Shape;2024;p263"/>
            <p:cNvSpPr txBox="1"/>
            <p:nvPr/>
          </p:nvSpPr>
          <p:spPr>
            <a:xfrm>
              <a:off x="235950" y="2325958"/>
              <a:ext cx="7013700" cy="550500"/>
            </a:xfrm>
            <a:prstGeom prst="rect">
              <a:avLst/>
            </a:prstGeom>
            <a:solidFill>
              <a:srgbClr val="F2F2F2"/>
            </a:solidFill>
            <a:ln>
              <a:noFill/>
            </a:ln>
          </p:spPr>
          <p:txBody>
            <a:bodyPr anchorCtr="0" anchor="t" bIns="108475" lIns="108475" spcFirstLastPara="1" rIns="108475" wrap="square" tIns="108475">
              <a:noAutofit/>
            </a:bodyPr>
            <a:lstStyle/>
            <a:p>
              <a:pPr indent="457200" lvl="0" marL="457200" rtl="0" algn="l">
                <a:spcBef>
                  <a:spcPts val="0"/>
                </a:spcBef>
                <a:spcAft>
                  <a:spcPts val="0"/>
                </a:spcAft>
                <a:buNone/>
              </a:pPr>
              <a:r>
                <a:rPr lang="en" sz="1800">
                  <a:solidFill>
                    <a:srgbClr val="002C6B"/>
                  </a:solidFill>
                  <a:latin typeface="Helvetica Neue"/>
                  <a:ea typeface="Helvetica Neue"/>
                  <a:cs typeface="Helvetica Neue"/>
                  <a:sym typeface="Helvetica Neue"/>
                </a:rPr>
                <a:t>Deploy a digital-first front door </a:t>
              </a:r>
              <a:endParaRPr sz="1800">
                <a:solidFill>
                  <a:srgbClr val="002C6B"/>
                </a:solidFill>
                <a:latin typeface="Helvetica Neue"/>
                <a:ea typeface="Helvetica Neue"/>
                <a:cs typeface="Helvetica Neue"/>
                <a:sym typeface="Helvetica Neue"/>
              </a:endParaRPr>
            </a:p>
            <a:p>
              <a:pPr indent="457200" lvl="0" marL="457200" rtl="0" algn="l">
                <a:spcBef>
                  <a:spcPts val="0"/>
                </a:spcBef>
                <a:spcAft>
                  <a:spcPts val="0"/>
                </a:spcAft>
                <a:buNone/>
              </a:pPr>
              <a:r>
                <a:rPr lang="en" sz="1200">
                  <a:solidFill>
                    <a:srgbClr val="002C6B"/>
                  </a:solidFill>
                  <a:latin typeface="Helvetica Neue"/>
                  <a:ea typeface="Helvetica Neue"/>
                  <a:cs typeface="Helvetica Neue"/>
                  <a:sym typeface="Helvetica Neue"/>
                </a:rPr>
                <a:t>No added complexity or risk—easy for HR to implement; proven results.</a:t>
              </a:r>
              <a:endParaRPr sz="1200">
                <a:solidFill>
                  <a:srgbClr val="002C6B"/>
                </a:solidFill>
                <a:latin typeface="Helvetica Neue"/>
                <a:ea typeface="Helvetica Neue"/>
                <a:cs typeface="Helvetica Neue"/>
                <a:sym typeface="Helvetica Neue"/>
              </a:endParaRPr>
            </a:p>
            <a:p>
              <a:pPr indent="457200" lvl="0" marL="457200" rtl="0" algn="l">
                <a:spcBef>
                  <a:spcPts val="0"/>
                </a:spcBef>
                <a:spcAft>
                  <a:spcPts val="0"/>
                </a:spcAft>
                <a:buNone/>
              </a:pPr>
              <a:r>
                <a:t/>
              </a:r>
              <a:endParaRPr sz="1800">
                <a:solidFill>
                  <a:srgbClr val="002C6B"/>
                </a:solidFill>
                <a:latin typeface="Helvetica Neue"/>
                <a:ea typeface="Helvetica Neue"/>
                <a:cs typeface="Helvetica Neue"/>
                <a:sym typeface="Helvetica Neue"/>
              </a:endParaRPr>
            </a:p>
            <a:p>
              <a:pPr indent="457200" lvl="0" marL="457200" rtl="0" algn="l">
                <a:spcBef>
                  <a:spcPts val="0"/>
                </a:spcBef>
                <a:spcAft>
                  <a:spcPts val="0"/>
                </a:spcAft>
                <a:buNone/>
              </a:pPr>
              <a:r>
                <a:t/>
              </a:r>
              <a:endParaRPr sz="1800">
                <a:solidFill>
                  <a:srgbClr val="002C6B"/>
                </a:solidFill>
                <a:latin typeface="Helvetica Neue"/>
                <a:ea typeface="Helvetica Neue"/>
                <a:cs typeface="Helvetica Neue"/>
                <a:sym typeface="Helvetica Neue"/>
              </a:endParaRPr>
            </a:p>
            <a:p>
              <a:pPr indent="457200" lvl="0" marL="457200" rtl="0" algn="l">
                <a:spcBef>
                  <a:spcPts val="0"/>
                </a:spcBef>
                <a:spcAft>
                  <a:spcPts val="0"/>
                </a:spcAft>
                <a:buNone/>
              </a:pPr>
              <a:r>
                <a:t/>
              </a:r>
              <a:endParaRPr sz="1800">
                <a:solidFill>
                  <a:srgbClr val="002C6B"/>
                </a:solidFill>
                <a:latin typeface="Helvetica Neue"/>
                <a:ea typeface="Helvetica Neue"/>
                <a:cs typeface="Helvetica Neue"/>
                <a:sym typeface="Helvetica Neue"/>
              </a:endParaRPr>
            </a:p>
            <a:p>
              <a:pPr indent="457200" lvl="0" marL="457200" rtl="0" algn="l">
                <a:spcBef>
                  <a:spcPts val="0"/>
                </a:spcBef>
                <a:spcAft>
                  <a:spcPts val="0"/>
                </a:spcAft>
                <a:buNone/>
              </a:pPr>
              <a:r>
                <a:t/>
              </a:r>
              <a:endParaRPr sz="12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t/>
              </a:r>
              <a:endParaRPr sz="2135">
                <a:solidFill>
                  <a:schemeClr val="dk1"/>
                </a:solidFill>
                <a:latin typeface="Helvetica Neue"/>
                <a:ea typeface="Helvetica Neue"/>
                <a:cs typeface="Helvetica Neue"/>
                <a:sym typeface="Helvetica Neue"/>
              </a:endParaRPr>
            </a:p>
          </p:txBody>
        </p:sp>
        <p:sp>
          <p:nvSpPr>
            <p:cNvPr id="2025" name="Google Shape;2025;p263"/>
            <p:cNvSpPr/>
            <p:nvPr/>
          </p:nvSpPr>
          <p:spPr>
            <a:xfrm>
              <a:off x="380395" y="2406659"/>
              <a:ext cx="435300" cy="389100"/>
            </a:xfrm>
            <a:prstGeom prst="ellipse">
              <a:avLst/>
            </a:prstGeom>
            <a:solidFill>
              <a:srgbClr val="002C6B"/>
            </a:solidFill>
            <a:ln cap="flat" cmpd="sng" w="11300">
              <a:solidFill>
                <a:schemeClr val="dk2"/>
              </a:solidFill>
              <a:prstDash val="solid"/>
              <a:round/>
              <a:headEnd len="sm" w="sm" type="none"/>
              <a:tailEnd len="sm" w="sm" type="none"/>
            </a:ln>
          </p:spPr>
          <p:txBody>
            <a:bodyPr anchorCtr="0" anchor="ctr" bIns="108475" lIns="108475" spcFirstLastPara="1" rIns="108475" wrap="square" tIns="108475">
              <a:noAutofit/>
            </a:bodyPr>
            <a:lstStyle/>
            <a:p>
              <a:pPr indent="0" lvl="0" marL="0" rtl="0" algn="ctr">
                <a:spcBef>
                  <a:spcPts val="0"/>
                </a:spcBef>
                <a:spcAft>
                  <a:spcPts val="0"/>
                </a:spcAft>
                <a:buNone/>
              </a:pPr>
              <a:r>
                <a:rPr lang="en" sz="1661">
                  <a:solidFill>
                    <a:srgbClr val="FFFFFF"/>
                  </a:solidFill>
                  <a:latin typeface="Helvetica Neue"/>
                  <a:ea typeface="Helvetica Neue"/>
                  <a:cs typeface="Helvetica Neue"/>
                  <a:sym typeface="Helvetica Neue"/>
                </a:rPr>
                <a:t>3</a:t>
              </a:r>
              <a:endParaRPr sz="1661">
                <a:solidFill>
                  <a:srgbClr val="FFFFFF"/>
                </a:solidFill>
                <a:latin typeface="Helvetica Neue"/>
                <a:ea typeface="Helvetica Neue"/>
                <a:cs typeface="Helvetica Neue"/>
                <a:sym typeface="Helvetica Neue"/>
              </a:endParaRPr>
            </a:p>
          </p:txBody>
        </p:sp>
      </p:grpSp>
      <p:sp>
        <p:nvSpPr>
          <p:cNvPr id="2026" name="Google Shape;2026;p263"/>
          <p:cNvSpPr txBox="1"/>
          <p:nvPr/>
        </p:nvSpPr>
        <p:spPr>
          <a:xfrm>
            <a:off x="236100" y="4559427"/>
            <a:ext cx="8321100" cy="461700"/>
          </a:xfrm>
          <a:prstGeom prst="rect">
            <a:avLst/>
          </a:prstGeom>
          <a:solidFill>
            <a:schemeClr val="dk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FFFFFF"/>
                </a:solidFill>
                <a:latin typeface="Helvetica Neue"/>
                <a:ea typeface="Helvetica Neue"/>
                <a:cs typeface="Helvetica Neue"/>
                <a:sym typeface="Helvetica Neue"/>
              </a:rPr>
              <a:t>Renewal Cost Impact: 4-6% </a:t>
            </a:r>
            <a:endParaRPr b="1" sz="1800">
              <a:solidFill>
                <a:srgbClr val="FFFFFF"/>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0" name="Shape 2030"/>
        <p:cNvGrpSpPr/>
        <p:nvPr/>
      </p:nvGrpSpPr>
      <p:grpSpPr>
        <a:xfrm>
          <a:off x="0" y="0"/>
          <a:ext cx="0" cy="0"/>
          <a:chOff x="0" y="0"/>
          <a:chExt cx="0" cy="0"/>
        </a:xfrm>
      </p:grpSpPr>
      <p:grpSp>
        <p:nvGrpSpPr>
          <p:cNvPr id="2031" name="Google Shape;2031;p264"/>
          <p:cNvGrpSpPr/>
          <p:nvPr/>
        </p:nvGrpSpPr>
        <p:grpSpPr>
          <a:xfrm>
            <a:off x="4783850" y="949871"/>
            <a:ext cx="3579000" cy="1167823"/>
            <a:chOff x="4783850" y="1085958"/>
            <a:chExt cx="3579000" cy="1167823"/>
          </a:xfrm>
        </p:grpSpPr>
        <p:sp>
          <p:nvSpPr>
            <p:cNvPr id="2032" name="Google Shape;2032;p264"/>
            <p:cNvSpPr/>
            <p:nvPr/>
          </p:nvSpPr>
          <p:spPr>
            <a:xfrm>
              <a:off x="4783850" y="1085958"/>
              <a:ext cx="3579000" cy="563475"/>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Helvetica Neue"/>
                  <a:ea typeface="Helvetica Neue"/>
                  <a:cs typeface="Helvetica Neue"/>
                  <a:sym typeface="Helvetica Neue"/>
                </a:rPr>
                <a:t>High Engagement</a:t>
              </a:r>
              <a:endParaRPr b="1" sz="1600">
                <a:solidFill>
                  <a:srgbClr val="FFFFFF"/>
                </a:solidFill>
                <a:latin typeface="Helvetica Neue"/>
                <a:ea typeface="Helvetica Neue"/>
                <a:cs typeface="Helvetica Neue"/>
                <a:sym typeface="Helvetica Neue"/>
              </a:endParaRPr>
            </a:p>
          </p:txBody>
        </p:sp>
        <p:sp>
          <p:nvSpPr>
            <p:cNvPr id="2033" name="Google Shape;2033;p264"/>
            <p:cNvSpPr/>
            <p:nvPr/>
          </p:nvSpPr>
          <p:spPr>
            <a:xfrm>
              <a:off x="4783850" y="1580675"/>
              <a:ext cx="3579000" cy="673107"/>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Helvetica Neue"/>
                  <a:ea typeface="Helvetica Neue"/>
                  <a:cs typeface="Helvetica Neue"/>
                  <a:sym typeface="Helvetica Neue"/>
                </a:rPr>
                <a:t>Members actively use Digital Care Paths (DCPs) and highly value the experience—86% recommend and 98% say they learned.</a:t>
              </a:r>
              <a:endParaRPr sz="1200">
                <a:latin typeface="Helvetica Neue"/>
                <a:ea typeface="Helvetica Neue"/>
                <a:cs typeface="Helvetica Neue"/>
                <a:sym typeface="Helvetica Neue"/>
              </a:endParaRPr>
            </a:p>
          </p:txBody>
        </p:sp>
      </p:grpSp>
      <p:cxnSp>
        <p:nvCxnSpPr>
          <p:cNvPr id="2034" name="Google Shape;2034;p264"/>
          <p:cNvCxnSpPr/>
          <p:nvPr/>
        </p:nvCxnSpPr>
        <p:spPr>
          <a:xfrm>
            <a:off x="4155057" y="1821426"/>
            <a:ext cx="0" cy="2567100"/>
          </a:xfrm>
          <a:prstGeom prst="straightConnector1">
            <a:avLst/>
          </a:prstGeom>
          <a:noFill/>
          <a:ln cap="flat" cmpd="sng" w="9525">
            <a:solidFill>
              <a:srgbClr val="00A0B7"/>
            </a:solidFill>
            <a:prstDash val="solid"/>
            <a:miter lim="800000"/>
            <a:headEnd len="sm" w="sm" type="none"/>
            <a:tailEnd len="sm" w="sm" type="none"/>
          </a:ln>
        </p:spPr>
      </p:cxnSp>
      <p:pic>
        <p:nvPicPr>
          <p:cNvPr descr="A close-up of a hand using a lancet&#10;&#10;Description automatically generated" id="2035" name="Google Shape;2035;p264"/>
          <p:cNvPicPr preferRelativeResize="0"/>
          <p:nvPr/>
        </p:nvPicPr>
        <p:blipFill rotWithShape="1">
          <a:blip r:embed="rId3">
            <a:alphaModFix/>
          </a:blip>
          <a:srcRect b="0" l="0" r="0" t="0"/>
          <a:stretch/>
        </p:blipFill>
        <p:spPr>
          <a:xfrm>
            <a:off x="1695454" y="1155302"/>
            <a:ext cx="1680497" cy="3638836"/>
          </a:xfrm>
          <a:prstGeom prst="rect">
            <a:avLst/>
          </a:prstGeom>
          <a:noFill/>
          <a:ln>
            <a:noFill/>
          </a:ln>
        </p:spPr>
      </p:pic>
      <p:pic>
        <p:nvPicPr>
          <p:cNvPr descr="Untitled-1.png" id="2036" name="Google Shape;2036;p264"/>
          <p:cNvPicPr preferRelativeResize="0"/>
          <p:nvPr/>
        </p:nvPicPr>
        <p:blipFill rotWithShape="1">
          <a:blip r:embed="rId4">
            <a:alphaModFix/>
          </a:blip>
          <a:srcRect b="5042" l="15553" r="4810" t="0"/>
          <a:stretch/>
        </p:blipFill>
        <p:spPr>
          <a:xfrm>
            <a:off x="1633300" y="1085950"/>
            <a:ext cx="1785124" cy="3708199"/>
          </a:xfrm>
          <a:prstGeom prst="rect">
            <a:avLst/>
          </a:prstGeom>
          <a:noFill/>
          <a:ln>
            <a:noFill/>
          </a:ln>
        </p:spPr>
      </p:pic>
      <p:sp>
        <p:nvSpPr>
          <p:cNvPr id="2037" name="Google Shape;2037;p264"/>
          <p:cNvSpPr txBox="1"/>
          <p:nvPr/>
        </p:nvSpPr>
        <p:spPr>
          <a:xfrm>
            <a:off x="233417" y="177300"/>
            <a:ext cx="6709200" cy="485100"/>
          </a:xfrm>
          <a:prstGeom prst="rect">
            <a:avLst/>
          </a:prstGeom>
          <a:noFill/>
          <a:ln>
            <a:noFill/>
          </a:ln>
        </p:spPr>
        <p:txBody>
          <a:bodyPr anchorCtr="0" anchor="b"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002C6B"/>
                </a:solidFill>
                <a:latin typeface="Helvetica Neue"/>
                <a:ea typeface="Helvetica Neue"/>
                <a:cs typeface="Helvetica Neue"/>
                <a:sym typeface="Helvetica Neue"/>
              </a:rPr>
              <a:t>The impact of digital-first care. </a:t>
            </a:r>
            <a:endParaRPr b="1" i="0" sz="3000" u="none" cap="none" strike="noStrike">
              <a:solidFill>
                <a:srgbClr val="EF4C25"/>
              </a:solidFill>
              <a:latin typeface="Helvetica Neue"/>
              <a:ea typeface="Helvetica Neue"/>
              <a:cs typeface="Helvetica Neue"/>
              <a:sym typeface="Helvetica Neue"/>
            </a:endParaRPr>
          </a:p>
        </p:txBody>
      </p:sp>
      <p:grpSp>
        <p:nvGrpSpPr>
          <p:cNvPr id="2038" name="Google Shape;2038;p264"/>
          <p:cNvGrpSpPr/>
          <p:nvPr/>
        </p:nvGrpSpPr>
        <p:grpSpPr>
          <a:xfrm>
            <a:off x="4783850" y="2289828"/>
            <a:ext cx="3579000" cy="1195688"/>
            <a:chOff x="4783850" y="2425915"/>
            <a:chExt cx="3579000" cy="1195688"/>
          </a:xfrm>
        </p:grpSpPr>
        <p:sp>
          <p:nvSpPr>
            <p:cNvPr id="2039" name="Google Shape;2039;p264"/>
            <p:cNvSpPr/>
            <p:nvPr/>
          </p:nvSpPr>
          <p:spPr>
            <a:xfrm>
              <a:off x="4783850" y="2425915"/>
              <a:ext cx="3579000" cy="562800"/>
            </a:xfrm>
            <a:prstGeom prst="roundRect">
              <a:avLst>
                <a:gd fmla="val 16667" name="adj"/>
              </a:avLst>
            </a:prstGeom>
            <a:solidFill>
              <a:schemeClr val="dk2"/>
            </a:solidFill>
            <a:ln cap="flat" cmpd="sng" w="9525">
              <a:solidFill>
                <a:srgbClr val="1B376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Helvetica Neue"/>
                  <a:ea typeface="Helvetica Neue"/>
                  <a:cs typeface="Helvetica Neue"/>
                  <a:sym typeface="Helvetica Neue"/>
                </a:rPr>
                <a:t>Improved Health Outcomes</a:t>
              </a:r>
              <a:endParaRPr b="1" sz="1600">
                <a:solidFill>
                  <a:srgbClr val="FFFFFF"/>
                </a:solidFill>
                <a:latin typeface="Helvetica Neue"/>
                <a:ea typeface="Helvetica Neue"/>
                <a:cs typeface="Helvetica Neue"/>
                <a:sym typeface="Helvetica Neue"/>
              </a:endParaRPr>
            </a:p>
          </p:txBody>
        </p:sp>
        <p:sp>
          <p:nvSpPr>
            <p:cNvPr id="2040" name="Google Shape;2040;p264"/>
            <p:cNvSpPr/>
            <p:nvPr/>
          </p:nvSpPr>
          <p:spPr>
            <a:xfrm>
              <a:off x="4783850" y="2919303"/>
              <a:ext cx="3579000" cy="702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Helvetica Neue"/>
                  <a:ea typeface="Helvetica Neue"/>
                  <a:cs typeface="Helvetica Neue"/>
                  <a:sym typeface="Helvetica Neue"/>
                </a:rPr>
                <a:t>DCPs deliver measurable improvement across conditions, including 80% back pain, 74% hypertension, and 71% neck pain.</a:t>
              </a:r>
              <a:endParaRPr sz="1200">
                <a:latin typeface="Helvetica Neue"/>
                <a:ea typeface="Helvetica Neue"/>
                <a:cs typeface="Helvetica Neue"/>
                <a:sym typeface="Helvetica Neue"/>
              </a:endParaRPr>
            </a:p>
          </p:txBody>
        </p:sp>
      </p:grpSp>
      <p:grpSp>
        <p:nvGrpSpPr>
          <p:cNvPr id="2041" name="Google Shape;2041;p264"/>
          <p:cNvGrpSpPr/>
          <p:nvPr/>
        </p:nvGrpSpPr>
        <p:grpSpPr>
          <a:xfrm>
            <a:off x="4783850" y="3657648"/>
            <a:ext cx="3579000" cy="1272588"/>
            <a:chOff x="4783850" y="3793736"/>
            <a:chExt cx="3579000" cy="1272588"/>
          </a:xfrm>
        </p:grpSpPr>
        <p:sp>
          <p:nvSpPr>
            <p:cNvPr id="2042" name="Google Shape;2042;p264"/>
            <p:cNvSpPr/>
            <p:nvPr/>
          </p:nvSpPr>
          <p:spPr>
            <a:xfrm>
              <a:off x="4783850" y="3793736"/>
              <a:ext cx="3579000" cy="600282"/>
            </a:xfrm>
            <a:prstGeom prst="roundRect">
              <a:avLst>
                <a:gd fmla="val 16667" name="adj"/>
              </a:avLst>
            </a:prstGeom>
            <a:solidFill>
              <a:schemeClr val="dk2"/>
            </a:solidFill>
            <a:ln cap="flat" cmpd="sng" w="9525">
              <a:solidFill>
                <a:srgbClr val="1B376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Helvetica Neue"/>
                  <a:ea typeface="Helvetica Neue"/>
                  <a:cs typeface="Helvetica Neue"/>
                  <a:sym typeface="Helvetica Neue"/>
                </a:rPr>
                <a:t>Lower Total Cost</a:t>
              </a:r>
              <a:endParaRPr b="1" sz="1600">
                <a:solidFill>
                  <a:srgbClr val="FFFFFF"/>
                </a:solidFill>
                <a:latin typeface="Helvetica Neue"/>
                <a:ea typeface="Helvetica Neue"/>
                <a:cs typeface="Helvetica Neue"/>
                <a:sym typeface="Helvetica Neue"/>
              </a:endParaRPr>
            </a:p>
          </p:txBody>
        </p:sp>
        <p:sp>
          <p:nvSpPr>
            <p:cNvPr id="2043" name="Google Shape;2043;p264"/>
            <p:cNvSpPr/>
            <p:nvPr/>
          </p:nvSpPr>
          <p:spPr>
            <a:xfrm>
              <a:off x="4783850" y="4325250"/>
              <a:ext cx="3579000" cy="741074"/>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Helvetica Neue"/>
                  <a:ea typeface="Helvetica Neue"/>
                  <a:cs typeface="Helvetica Neue"/>
                  <a:sym typeface="Helvetica Neue"/>
                </a:rPr>
                <a:t>With 60–70% engagement, DCPs shift care from the community to digital, lowering costs and supporting renewals.</a:t>
              </a:r>
              <a:endParaRPr sz="1200">
                <a:latin typeface="Helvetica Neue"/>
                <a:ea typeface="Helvetica Neue"/>
                <a:cs typeface="Helvetica Neue"/>
                <a:sym typeface="Helvetica Neue"/>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sp>
        <p:nvSpPr>
          <p:cNvPr id="2048" name="Google Shape;2048;p265"/>
          <p:cNvSpPr txBox="1"/>
          <p:nvPr/>
        </p:nvSpPr>
        <p:spPr>
          <a:xfrm>
            <a:off x="235950" y="206675"/>
            <a:ext cx="8672100" cy="751500"/>
          </a:xfrm>
          <a:prstGeom prst="rect">
            <a:avLst/>
          </a:prstGeom>
          <a:noFill/>
          <a:ln>
            <a:noFill/>
          </a:ln>
        </p:spPr>
        <p:txBody>
          <a:bodyPr anchorCtr="0" anchor="t" bIns="34250" lIns="68525" spcFirstLastPara="1" rIns="68525" wrap="square" tIns="34250">
            <a:noAutofit/>
          </a:bodyPr>
          <a:lstStyle/>
          <a:p>
            <a:pPr indent="0" lvl="0" marL="0" marR="0" rtl="0" algn="l">
              <a:lnSpc>
                <a:spcPct val="90000"/>
              </a:lnSpc>
              <a:spcBef>
                <a:spcPts val="0"/>
              </a:spcBef>
              <a:spcAft>
                <a:spcPts val="0"/>
              </a:spcAft>
              <a:buNone/>
            </a:pPr>
            <a:r>
              <a:rPr b="1" lang="en" sz="3000">
                <a:solidFill>
                  <a:srgbClr val="002C6B"/>
                </a:solidFill>
                <a:latin typeface="Helvetica Neue"/>
                <a:ea typeface="Helvetica Neue"/>
                <a:cs typeface="Helvetica Neue"/>
                <a:sym typeface="Helvetica Neue"/>
              </a:rPr>
              <a:t>Built to perform. </a:t>
            </a:r>
            <a:endParaRPr b="1" sz="30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t/>
            </a:r>
            <a:endParaRPr i="1" sz="2500">
              <a:solidFill>
                <a:srgbClr val="002C6B"/>
              </a:solidFill>
              <a:latin typeface="Helvetica Neue"/>
              <a:ea typeface="Helvetica Neue"/>
              <a:cs typeface="Helvetica Neue"/>
              <a:sym typeface="Helvetica Neue"/>
            </a:endParaRPr>
          </a:p>
        </p:txBody>
      </p:sp>
      <p:sp>
        <p:nvSpPr>
          <p:cNvPr id="2049" name="Google Shape;2049;p265"/>
          <p:cNvSpPr txBox="1"/>
          <p:nvPr/>
        </p:nvSpPr>
        <p:spPr>
          <a:xfrm>
            <a:off x="302400" y="1639649"/>
            <a:ext cx="4203600" cy="2838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Launch an </a:t>
            </a:r>
            <a:r>
              <a:rPr b="1" lang="en" sz="1100">
                <a:latin typeface="Helvetica Neue"/>
                <a:ea typeface="Helvetica Neue"/>
                <a:cs typeface="Helvetica Neue"/>
                <a:sym typeface="Helvetica Neue"/>
              </a:rPr>
              <a:t>employer-branded front door </a:t>
            </a:r>
            <a:r>
              <a:rPr lang="en" sz="1100">
                <a:latin typeface="Helvetica Neue"/>
                <a:ea typeface="Helvetica Neue"/>
                <a:cs typeface="Helvetica Neue"/>
                <a:sym typeface="Helvetica Neue"/>
              </a:rPr>
              <a:t>for benefits and programs.</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b="1" lang="en" sz="1100">
                <a:latin typeface="Helvetica Neue"/>
                <a:ea typeface="Helvetica Neue"/>
                <a:cs typeface="Helvetica Neue"/>
                <a:sym typeface="Helvetica Neue"/>
              </a:rPr>
              <a:t>Drive adoption</a:t>
            </a:r>
            <a:r>
              <a:rPr lang="en" sz="1100">
                <a:latin typeface="Helvetica Neue"/>
                <a:ea typeface="Helvetica Neue"/>
                <a:cs typeface="Helvetica Neue"/>
                <a:sym typeface="Helvetica Neue"/>
              </a:rPr>
              <a:t> with AI-powered engagement (personalization, rewards, outreach).</a:t>
            </a:r>
            <a:endParaRPr sz="1100">
              <a:latin typeface="Helvetica Neue"/>
              <a:ea typeface="Helvetica Neue"/>
              <a:cs typeface="Helvetica Neue"/>
              <a:sym typeface="Helvetica Neue"/>
            </a:endParaRPr>
          </a:p>
          <a:p>
            <a:pPr indent="-298450" lvl="0" marL="9144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Result: 65%–95% engagement, including spouses.</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b="1" lang="en" sz="1100">
                <a:latin typeface="Helvetica Neue"/>
                <a:ea typeface="Helvetica Neue"/>
                <a:cs typeface="Helvetica Neue"/>
                <a:sym typeface="Helvetica Neue"/>
              </a:rPr>
              <a:t>Activate digital-first care paths</a:t>
            </a:r>
            <a:r>
              <a:rPr lang="en" sz="1100">
                <a:latin typeface="Helvetica Neue"/>
                <a:ea typeface="Helvetica Neue"/>
                <a:cs typeface="Helvetica Neue"/>
                <a:sym typeface="Helvetica Neue"/>
              </a:rPr>
              <a:t> across high-cost areas to redirect community care.</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Flexible funding with faster start (PEPM or engagement-based billing; </a:t>
            </a:r>
            <a:r>
              <a:rPr lang="en" sz="1100">
                <a:latin typeface="Helvetica Neue"/>
                <a:ea typeface="Helvetica Neue"/>
                <a:cs typeface="Helvetica Neue"/>
                <a:sym typeface="Helvetica Neue"/>
              </a:rPr>
              <a:t>activate</a:t>
            </a:r>
            <a:r>
              <a:rPr lang="en" sz="1100">
                <a:latin typeface="Helvetica Neue"/>
                <a:ea typeface="Helvetica Neue"/>
                <a:cs typeface="Helvetica Neue"/>
                <a:sym typeface="Helvetica Neue"/>
              </a:rPr>
              <a:t> anytime).  </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b="1" lang="en" sz="1100">
                <a:latin typeface="Helvetica Neue"/>
                <a:ea typeface="Helvetica Neue"/>
                <a:cs typeface="Helvetica Neue"/>
                <a:sym typeface="Helvetica Neue"/>
              </a:rPr>
              <a:t>Prove impact in real time</a:t>
            </a:r>
            <a:r>
              <a:rPr lang="en" sz="1100">
                <a:latin typeface="Helvetica Neue"/>
                <a:ea typeface="Helvetica Neue"/>
                <a:cs typeface="Helvetica Neue"/>
                <a:sym typeface="Helvetica Neue"/>
              </a:rPr>
              <a:t> with analytics tied to  ongoing claims data.</a:t>
            </a:r>
            <a:endParaRPr sz="1800">
              <a:latin typeface="Helvetica Neue"/>
              <a:ea typeface="Helvetica Neue"/>
              <a:cs typeface="Helvetica Neue"/>
              <a:sym typeface="Helvetica Neue"/>
            </a:endParaRPr>
          </a:p>
        </p:txBody>
      </p:sp>
      <p:sp>
        <p:nvSpPr>
          <p:cNvPr id="2050" name="Google Shape;2050;p265"/>
          <p:cNvSpPr/>
          <p:nvPr/>
        </p:nvSpPr>
        <p:spPr>
          <a:xfrm>
            <a:off x="368850" y="958325"/>
            <a:ext cx="4070700" cy="438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elvetica Neue"/>
                <a:ea typeface="Helvetica Neue"/>
                <a:cs typeface="Helvetica Neue"/>
                <a:sym typeface="Helvetica Neue"/>
              </a:rPr>
              <a:t>How it works</a:t>
            </a:r>
            <a:endParaRPr b="1" sz="1800">
              <a:solidFill>
                <a:srgbClr val="FFFFFF"/>
              </a:solidFill>
              <a:latin typeface="Helvetica Neue"/>
              <a:ea typeface="Helvetica Neue"/>
              <a:cs typeface="Helvetica Neue"/>
              <a:sym typeface="Helvetica Neue"/>
            </a:endParaRPr>
          </a:p>
        </p:txBody>
      </p:sp>
      <p:sp>
        <p:nvSpPr>
          <p:cNvPr id="2051" name="Google Shape;2051;p265"/>
          <p:cNvSpPr/>
          <p:nvPr/>
        </p:nvSpPr>
        <p:spPr>
          <a:xfrm>
            <a:off x="4785300" y="958179"/>
            <a:ext cx="4070700" cy="438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elvetica Neue"/>
                <a:ea typeface="Helvetica Neue"/>
                <a:cs typeface="Helvetica Neue"/>
                <a:sym typeface="Helvetica Neue"/>
              </a:rPr>
              <a:t>Real-world impact </a:t>
            </a:r>
            <a:endParaRPr b="1" sz="1300">
              <a:solidFill>
                <a:srgbClr val="FFFFFF"/>
              </a:solidFill>
              <a:latin typeface="Helvetica Neue"/>
              <a:ea typeface="Helvetica Neue"/>
              <a:cs typeface="Helvetica Neue"/>
              <a:sym typeface="Helvetica Neue"/>
            </a:endParaRPr>
          </a:p>
        </p:txBody>
      </p:sp>
      <p:pic>
        <p:nvPicPr>
          <p:cNvPr id="2052" name="Google Shape;2052;p265"/>
          <p:cNvPicPr preferRelativeResize="0"/>
          <p:nvPr/>
        </p:nvPicPr>
        <p:blipFill rotWithShape="1">
          <a:blip r:embed="rId3">
            <a:alphaModFix/>
          </a:blip>
          <a:srcRect b="18836" l="0" r="0" t="18836"/>
          <a:stretch/>
        </p:blipFill>
        <p:spPr>
          <a:xfrm>
            <a:off x="4901875" y="1838800"/>
            <a:ext cx="848100" cy="528600"/>
          </a:xfrm>
          <a:prstGeom prst="ellipse">
            <a:avLst/>
          </a:prstGeom>
          <a:noFill/>
          <a:ln>
            <a:noFill/>
          </a:ln>
        </p:spPr>
      </p:pic>
      <p:pic>
        <p:nvPicPr>
          <p:cNvPr id="2053" name="Google Shape;2053;p265"/>
          <p:cNvPicPr preferRelativeResize="0"/>
          <p:nvPr/>
        </p:nvPicPr>
        <p:blipFill rotWithShape="1">
          <a:blip r:embed="rId4">
            <a:alphaModFix/>
          </a:blip>
          <a:srcRect b="0" l="0" r="0" t="0"/>
          <a:stretch/>
        </p:blipFill>
        <p:spPr>
          <a:xfrm>
            <a:off x="4901874" y="3157350"/>
            <a:ext cx="848100" cy="848100"/>
          </a:xfrm>
          <a:prstGeom prst="ellipse">
            <a:avLst/>
          </a:prstGeom>
          <a:noFill/>
          <a:ln>
            <a:noFill/>
          </a:ln>
        </p:spPr>
      </p:pic>
      <p:sp>
        <p:nvSpPr>
          <p:cNvPr id="2054" name="Google Shape;2054;p265"/>
          <p:cNvSpPr txBox="1"/>
          <p:nvPr/>
        </p:nvSpPr>
        <p:spPr>
          <a:xfrm>
            <a:off x="5842750" y="3136804"/>
            <a:ext cx="3021900" cy="88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1100">
                <a:latin typeface="Helvetica Neue"/>
                <a:ea typeface="Helvetica Neue"/>
                <a:cs typeface="Helvetica Neue"/>
                <a:sym typeface="Helvetica Neue"/>
              </a:rPr>
              <a:t>Public sector employer:</a:t>
            </a:r>
            <a:r>
              <a:rPr lang="en" sz="1100">
                <a:latin typeface="Helvetica Neue"/>
                <a:ea typeface="Helvetica Neue"/>
                <a:cs typeface="Helvetica Neue"/>
                <a:sym typeface="Helvetica Neue"/>
              </a:rPr>
              <a:t> </a:t>
            </a:r>
            <a:r>
              <a:rPr lang="en" sz="1100">
                <a:latin typeface="Helvetica Neue"/>
                <a:ea typeface="Helvetica Neue"/>
                <a:cs typeface="Helvetica Neue"/>
                <a:sym typeface="Helvetica Neue"/>
              </a:rPr>
              <a:t>saved $1.1M by redirecting employees to digital-first care; $0 employee cost, immediate access, improved health for 90% of users.</a:t>
            </a:r>
            <a:endParaRPr sz="1800">
              <a:solidFill>
                <a:schemeClr val="dk1"/>
              </a:solidFill>
              <a:latin typeface="Helvetica Neue"/>
              <a:ea typeface="Helvetica Neue"/>
              <a:cs typeface="Helvetica Neue"/>
              <a:sym typeface="Helvetica Neue"/>
            </a:endParaRPr>
          </a:p>
        </p:txBody>
      </p:sp>
      <p:sp>
        <p:nvSpPr>
          <p:cNvPr id="2055" name="Google Shape;2055;p265"/>
          <p:cNvSpPr txBox="1"/>
          <p:nvPr/>
        </p:nvSpPr>
        <p:spPr>
          <a:xfrm>
            <a:off x="5842750" y="1738239"/>
            <a:ext cx="3021900" cy="712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1100">
                <a:latin typeface="Helvetica Neue"/>
                <a:ea typeface="Helvetica Neue"/>
                <a:cs typeface="Helvetica Neue"/>
                <a:sym typeface="Helvetica Neue"/>
              </a:rPr>
              <a:t>Jumbo employer:</a:t>
            </a:r>
            <a:r>
              <a:rPr lang="en" sz="1100">
                <a:latin typeface="Helvetica Neue"/>
                <a:ea typeface="Helvetica Neue"/>
                <a:cs typeface="Helvetica Neue"/>
                <a:sym typeface="Helvetica Neue"/>
              </a:rPr>
              <a:t> 70% engagement among employees with BMI &gt; 28; 8 lbs average weight loss using a digital care path.</a:t>
            </a:r>
            <a:endParaRPr sz="1800">
              <a:solidFill>
                <a:schemeClr val="dk1"/>
              </a:solidFill>
              <a:latin typeface="Helvetica Neue"/>
              <a:ea typeface="Helvetica Neue"/>
              <a:cs typeface="Helvetica Neue"/>
              <a:sym typeface="Helvetica Neue"/>
            </a:endParaRPr>
          </a:p>
        </p:txBody>
      </p:sp>
      <p:sp>
        <p:nvSpPr>
          <p:cNvPr id="2056" name="Google Shape;2056;p265"/>
          <p:cNvSpPr txBox="1"/>
          <p:nvPr/>
        </p:nvSpPr>
        <p:spPr>
          <a:xfrm>
            <a:off x="295350" y="4523625"/>
            <a:ext cx="8553300" cy="549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i="1" lang="en" sz="1800">
                <a:solidFill>
                  <a:srgbClr val="1B366C"/>
                </a:solidFill>
                <a:latin typeface="Helvetica Neue"/>
                <a:ea typeface="Helvetica Neue"/>
                <a:cs typeface="Helvetica Neue"/>
                <a:sym typeface="Helvetica Neue"/>
              </a:rPr>
              <a:t>These results are driven by </a:t>
            </a:r>
            <a:r>
              <a:rPr b="1" i="1" lang="en" sz="1800">
                <a:solidFill>
                  <a:srgbClr val="1B366C"/>
                </a:solidFill>
                <a:latin typeface="Helvetica Neue"/>
                <a:ea typeface="Helvetica Neue"/>
                <a:cs typeface="Helvetica Neue"/>
                <a:sym typeface="Helvetica Neue"/>
              </a:rPr>
              <a:t>engagement</a:t>
            </a:r>
            <a:r>
              <a:rPr i="1" lang="en" sz="1800">
                <a:solidFill>
                  <a:srgbClr val="1B366C"/>
                </a:solidFill>
                <a:latin typeface="Helvetica Neue"/>
                <a:ea typeface="Helvetica Neue"/>
                <a:cs typeface="Helvetica Neue"/>
                <a:sym typeface="Helvetica Neue"/>
              </a:rPr>
              <a:t> and unlocked by flexible pricing models.</a:t>
            </a:r>
            <a:endParaRPr b="1" i="1" sz="1800">
              <a:solidFill>
                <a:srgbClr val="1B366C"/>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0" name="Shape 2060"/>
        <p:cNvGrpSpPr/>
        <p:nvPr/>
      </p:nvGrpSpPr>
      <p:grpSpPr>
        <a:xfrm>
          <a:off x="0" y="0"/>
          <a:ext cx="0" cy="0"/>
          <a:chOff x="0" y="0"/>
          <a:chExt cx="0" cy="0"/>
        </a:xfrm>
      </p:grpSpPr>
      <p:sp>
        <p:nvSpPr>
          <p:cNvPr id="2061" name="Google Shape;2061;p266"/>
          <p:cNvSpPr txBox="1"/>
          <p:nvPr/>
        </p:nvSpPr>
        <p:spPr>
          <a:xfrm>
            <a:off x="242550" y="124800"/>
            <a:ext cx="8565600" cy="665700"/>
          </a:xfrm>
          <a:prstGeom prst="rect">
            <a:avLst/>
          </a:prstGeom>
          <a:noFill/>
          <a:ln>
            <a:noFill/>
          </a:ln>
        </p:spPr>
        <p:txBody>
          <a:bodyPr anchorCtr="0" anchor="b" bIns="34250" lIns="68550" spcFirstLastPara="1" rIns="68550" wrap="square" tIns="34250">
            <a:noAutofit/>
          </a:bodyPr>
          <a:lstStyle/>
          <a:p>
            <a:pPr indent="0" lvl="0" marL="0" marR="0" rtl="0" algn="l">
              <a:lnSpc>
                <a:spcPct val="100000"/>
              </a:lnSpc>
              <a:spcBef>
                <a:spcPts val="0"/>
              </a:spcBef>
              <a:spcAft>
                <a:spcPts val="0"/>
              </a:spcAft>
              <a:buClr>
                <a:srgbClr val="000000"/>
              </a:buClr>
              <a:buSzPts val="2000"/>
              <a:buFont typeface="Arial"/>
              <a:buNone/>
            </a:pPr>
            <a:r>
              <a:rPr b="1" lang="en" sz="3000">
                <a:solidFill>
                  <a:srgbClr val="002C6B"/>
                </a:solidFill>
                <a:latin typeface="Helvetica Neue"/>
                <a:ea typeface="Helvetica Neue"/>
                <a:cs typeface="Helvetica Neue"/>
                <a:sym typeface="Helvetica Neue"/>
              </a:rPr>
              <a:t>What this looks like in practice.</a:t>
            </a:r>
            <a:endParaRPr b="1" sz="30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rPr i="1" lang="en">
                <a:solidFill>
                  <a:schemeClr val="dk1"/>
                </a:solidFill>
                <a:latin typeface="Helvetica Neue"/>
                <a:ea typeface="Helvetica Neue"/>
                <a:cs typeface="Helvetica Neue"/>
                <a:sym typeface="Helvetica Neue"/>
              </a:rPr>
              <a:t>Immediate access to coordinated care across conditions leads to improved health outcomes</a:t>
            </a:r>
            <a:endParaRPr i="1" sz="2900">
              <a:solidFill>
                <a:srgbClr val="002C6B"/>
              </a:solidFill>
              <a:latin typeface="Helvetica Neue"/>
              <a:ea typeface="Helvetica Neue"/>
              <a:cs typeface="Helvetica Neue"/>
              <a:sym typeface="Helvetica Neue"/>
            </a:endParaRPr>
          </a:p>
        </p:txBody>
      </p:sp>
      <p:pic>
        <p:nvPicPr>
          <p:cNvPr id="2062" name="Google Shape;2062;p266" title="Logo-Horizontal-white (2) (1) (1).png"/>
          <p:cNvPicPr preferRelativeResize="0"/>
          <p:nvPr/>
        </p:nvPicPr>
        <p:blipFill>
          <a:blip r:embed="rId3">
            <a:alphaModFix/>
          </a:blip>
          <a:stretch>
            <a:fillRect/>
          </a:stretch>
        </p:blipFill>
        <p:spPr>
          <a:xfrm>
            <a:off x="2408800" y="1008300"/>
            <a:ext cx="1178576" cy="189150"/>
          </a:xfrm>
          <a:prstGeom prst="rect">
            <a:avLst/>
          </a:prstGeom>
          <a:noFill/>
          <a:ln>
            <a:noFill/>
          </a:ln>
          <a:effectLst>
            <a:outerShdw blurRad="57150" rotWithShape="0" algn="bl" dir="5400000" dist="19050">
              <a:srgbClr val="FFFFFF">
                <a:alpha val="85000"/>
              </a:srgbClr>
            </a:outerShdw>
          </a:effectLst>
        </p:spPr>
      </p:pic>
      <p:sp>
        <p:nvSpPr>
          <p:cNvPr id="2063" name="Google Shape;2063;p266"/>
          <p:cNvSpPr txBox="1"/>
          <p:nvPr/>
        </p:nvSpPr>
        <p:spPr>
          <a:xfrm>
            <a:off x="2396675" y="1008225"/>
            <a:ext cx="1190700" cy="1893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064" name="Google Shape;2064;p266"/>
          <p:cNvSpPr txBox="1"/>
          <p:nvPr/>
        </p:nvSpPr>
        <p:spPr>
          <a:xfrm>
            <a:off x="2771775" y="1028700"/>
            <a:ext cx="476400" cy="1893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grpSp>
        <p:nvGrpSpPr>
          <p:cNvPr id="2065" name="Google Shape;2065;p266"/>
          <p:cNvGrpSpPr/>
          <p:nvPr/>
        </p:nvGrpSpPr>
        <p:grpSpPr>
          <a:xfrm>
            <a:off x="5664125" y="1324718"/>
            <a:ext cx="1531500" cy="1360200"/>
            <a:chOff x="5664125" y="1335924"/>
            <a:chExt cx="1531500" cy="1360200"/>
          </a:xfrm>
        </p:grpSpPr>
        <p:pic>
          <p:nvPicPr>
            <p:cNvPr id="2066" name="Google Shape;2066;p266"/>
            <p:cNvPicPr preferRelativeResize="0"/>
            <p:nvPr/>
          </p:nvPicPr>
          <p:blipFill rotWithShape="1">
            <a:blip r:embed="rId4">
              <a:alphaModFix/>
            </a:blip>
            <a:srcRect b="4898" l="0" r="0" t="4898"/>
            <a:stretch/>
          </p:blipFill>
          <p:spPr>
            <a:xfrm>
              <a:off x="5664125" y="1335924"/>
              <a:ext cx="1531500" cy="1360200"/>
            </a:xfrm>
            <a:prstGeom prst="ellipse">
              <a:avLst/>
            </a:prstGeom>
            <a:noFill/>
            <a:ln>
              <a:noFill/>
            </a:ln>
          </p:spPr>
        </p:pic>
        <p:pic>
          <p:nvPicPr>
            <p:cNvPr id="2067" name="Google Shape;2067;p266" title="Jennifer.png"/>
            <p:cNvPicPr preferRelativeResize="0"/>
            <p:nvPr/>
          </p:nvPicPr>
          <p:blipFill rotWithShape="1">
            <a:blip r:embed="rId5">
              <a:alphaModFix/>
            </a:blip>
            <a:srcRect b="0" l="0" r="0" t="0"/>
            <a:stretch/>
          </p:blipFill>
          <p:spPr>
            <a:xfrm>
              <a:off x="6345725" y="1932575"/>
              <a:ext cx="168324" cy="283575"/>
            </a:xfrm>
            <a:prstGeom prst="rect">
              <a:avLst/>
            </a:prstGeom>
            <a:noFill/>
            <a:ln cap="flat" cmpd="sng" w="19050">
              <a:solidFill>
                <a:schemeClr val="dk2"/>
              </a:solidFill>
              <a:prstDash val="solid"/>
              <a:round/>
              <a:headEnd len="sm" w="sm" type="none"/>
              <a:tailEnd len="sm" w="sm" type="none"/>
            </a:ln>
          </p:spPr>
        </p:pic>
      </p:grpSp>
      <p:sp>
        <p:nvSpPr>
          <p:cNvPr id="2068" name="Google Shape;2068;p266"/>
          <p:cNvSpPr txBox="1"/>
          <p:nvPr/>
        </p:nvSpPr>
        <p:spPr>
          <a:xfrm>
            <a:off x="1465725" y="2696125"/>
            <a:ext cx="3249300" cy="258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latin typeface="Helvetica Neue"/>
                <a:ea typeface="Helvetica Neue"/>
                <a:cs typeface="Helvetica Neue"/>
                <a:sym typeface="Helvetica Neue"/>
              </a:rPr>
              <a:t>Before</a:t>
            </a:r>
            <a:r>
              <a:rPr lang="en" sz="1500">
                <a:latin typeface="Helvetica Neue"/>
                <a:ea typeface="Helvetica Neue"/>
                <a:cs typeface="Helvetica Neue"/>
                <a:sym typeface="Helvetica Neue"/>
              </a:rPr>
              <a:t> digital-first care:</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Chronic lower back pain</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Ongoing anxiety</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Persistent insomnia</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b="1"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500">
                <a:latin typeface="Helvetica Neue"/>
                <a:ea typeface="Helvetica Neue"/>
                <a:cs typeface="Helvetica Neue"/>
                <a:sym typeface="Helvetica Neue"/>
              </a:rPr>
              <a:t>Three connected conditions. One overwhelmed person.</a:t>
            </a:r>
            <a:endParaRPr/>
          </a:p>
        </p:txBody>
      </p:sp>
      <p:pic>
        <p:nvPicPr>
          <p:cNvPr id="2069" name="Google Shape;2069;p266" title="Screenshot 2026-01-29 at 5.43.20 PM.png"/>
          <p:cNvPicPr preferRelativeResize="0"/>
          <p:nvPr/>
        </p:nvPicPr>
        <p:blipFill rotWithShape="1">
          <a:blip r:embed="rId6">
            <a:alphaModFix/>
          </a:blip>
          <a:srcRect b="4898" l="0" r="0" t="4898"/>
          <a:stretch/>
        </p:blipFill>
        <p:spPr>
          <a:xfrm>
            <a:off x="1960350" y="1335936"/>
            <a:ext cx="1531500" cy="1360200"/>
          </a:xfrm>
          <a:prstGeom prst="ellipse">
            <a:avLst/>
          </a:prstGeom>
          <a:noFill/>
          <a:ln>
            <a:noFill/>
          </a:ln>
        </p:spPr>
      </p:pic>
      <p:sp>
        <p:nvSpPr>
          <p:cNvPr id="2070" name="Google Shape;2070;p266"/>
          <p:cNvSpPr txBox="1"/>
          <p:nvPr/>
        </p:nvSpPr>
        <p:spPr>
          <a:xfrm>
            <a:off x="5240025" y="2684925"/>
            <a:ext cx="3753000" cy="252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Helvetica Neue"/>
                <a:ea typeface="Helvetica Neue"/>
                <a:cs typeface="Helvetica Neue"/>
                <a:sym typeface="Helvetica Neue"/>
              </a:rPr>
              <a:t>After </a:t>
            </a:r>
            <a:r>
              <a:rPr lang="en" sz="1500">
                <a:latin typeface="Helvetica Neue"/>
                <a:ea typeface="Helvetica Neue"/>
                <a:cs typeface="Helvetica Neue"/>
                <a:sym typeface="Helvetica Neue"/>
              </a:rPr>
              <a:t>digital-first care:</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Meaningful pain reduction</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Reduced anxiety </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Improved sleep </a:t>
            </a:r>
            <a:endParaRPr sz="1500">
              <a:latin typeface="Helvetica Neue"/>
              <a:ea typeface="Helvetica Neue"/>
              <a:cs typeface="Helvetica Neue"/>
              <a:sym typeface="Helvetica Neue"/>
            </a:endParaRPr>
          </a:p>
          <a:p>
            <a:pPr indent="0" lvl="0" marL="457200" rtl="0" algn="l">
              <a:lnSpc>
                <a:spcPct val="115000"/>
              </a:lnSpc>
              <a:spcBef>
                <a:spcPts val="0"/>
              </a:spcBef>
              <a:spcAft>
                <a:spcPts val="0"/>
              </a:spcAft>
              <a:buNone/>
            </a:pPr>
            <a:r>
              <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500">
                <a:latin typeface="Helvetica Neue"/>
                <a:ea typeface="Helvetica Neue"/>
                <a:cs typeface="Helvetica Neue"/>
                <a:sym typeface="Helvetica Neue"/>
              </a:rPr>
              <a:t>Three coordinated care paths. One supported member.</a:t>
            </a:r>
            <a:endParaRPr b="1"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a:p>
        </p:txBody>
      </p:sp>
      <p:sp>
        <p:nvSpPr>
          <p:cNvPr id="2071" name="Google Shape;2071;p266"/>
          <p:cNvSpPr txBox="1"/>
          <p:nvPr/>
        </p:nvSpPr>
        <p:spPr>
          <a:xfrm>
            <a:off x="242550" y="790506"/>
            <a:ext cx="3249300" cy="66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Helvetica Neue"/>
                <a:ea typeface="Helvetica Neue"/>
                <a:cs typeface="Helvetica Neue"/>
                <a:sym typeface="Helvetica Neue"/>
              </a:rPr>
              <a:t>Meet Jennifer</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 sz="1500">
                <a:latin typeface="Helvetica Neue"/>
                <a:ea typeface="Helvetica Neue"/>
                <a:cs typeface="Helvetica Neue"/>
                <a:sym typeface="Helvetica Neue"/>
              </a:rPr>
              <a:t>34 • Remote Marketing Manager</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500">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sp>
        <p:nvSpPr>
          <p:cNvPr id="2076" name="Google Shape;2076;p267"/>
          <p:cNvSpPr txBox="1"/>
          <p:nvPr/>
        </p:nvSpPr>
        <p:spPr>
          <a:xfrm>
            <a:off x="228725" y="154975"/>
            <a:ext cx="60348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sz="3000">
                <a:solidFill>
                  <a:srgbClr val="002C6B"/>
                </a:solidFill>
                <a:latin typeface="Helvetica Neue"/>
                <a:ea typeface="Helvetica Neue"/>
                <a:cs typeface="Helvetica Neue"/>
                <a:sym typeface="Helvetica Neue"/>
              </a:rPr>
              <a:t>How employers get started.</a:t>
            </a:r>
            <a:endParaRPr b="1" sz="3000">
              <a:latin typeface="Helvetica Neue"/>
              <a:ea typeface="Helvetica Neue"/>
              <a:cs typeface="Helvetica Neue"/>
              <a:sym typeface="Helvetica Neue"/>
            </a:endParaRPr>
          </a:p>
        </p:txBody>
      </p:sp>
      <p:sp>
        <p:nvSpPr>
          <p:cNvPr id="2077" name="Google Shape;2077;p267"/>
          <p:cNvSpPr/>
          <p:nvPr/>
        </p:nvSpPr>
        <p:spPr>
          <a:xfrm>
            <a:off x="6263650" y="923925"/>
            <a:ext cx="2786400" cy="2609700"/>
          </a:xfrm>
          <a:prstGeom prst="roundRect">
            <a:avLst>
              <a:gd fmla="val 16667" name="adj"/>
            </a:avLst>
          </a:prstGeom>
          <a:solidFill>
            <a:srgbClr val="F6F8FB"/>
          </a:solidFill>
          <a:ln cap="flat" cmpd="sng" w="28575">
            <a:solidFill>
              <a:schemeClr val="accent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i="0" sz="1400" u="none" cap="none" strike="noStrike">
              <a:solidFill>
                <a:srgbClr val="000000"/>
              </a:solidFill>
            </a:endParaRPr>
          </a:p>
        </p:txBody>
      </p:sp>
      <p:sp>
        <p:nvSpPr>
          <p:cNvPr id="2078" name="Google Shape;2078;p267"/>
          <p:cNvSpPr/>
          <p:nvPr/>
        </p:nvSpPr>
        <p:spPr>
          <a:xfrm>
            <a:off x="259650" y="3887249"/>
            <a:ext cx="8624700" cy="554100"/>
          </a:xfrm>
          <a:prstGeom prst="roundRect">
            <a:avLst>
              <a:gd fmla="val 16667" name="adj"/>
            </a:avLst>
          </a:prstGeom>
          <a:solidFill>
            <a:srgbClr val="002C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4"/>
                </a:solidFill>
                <a:latin typeface="Helvetica Neue"/>
                <a:ea typeface="Helvetica Neue"/>
                <a:cs typeface="Helvetica Neue"/>
                <a:sym typeface="Helvetica Neue"/>
              </a:rPr>
              <a:t>When PEPM pricing is a barrier, engagement-based billing unlocks adoption</a:t>
            </a:r>
            <a:endParaRPr b="1" sz="1800">
              <a:latin typeface="Helvetica Neue"/>
              <a:ea typeface="Helvetica Neue"/>
              <a:cs typeface="Helvetica Neue"/>
              <a:sym typeface="Helvetica Neue"/>
            </a:endParaRPr>
          </a:p>
        </p:txBody>
      </p:sp>
      <p:sp>
        <p:nvSpPr>
          <p:cNvPr id="2079" name="Google Shape;2079;p267"/>
          <p:cNvSpPr txBox="1"/>
          <p:nvPr/>
        </p:nvSpPr>
        <p:spPr>
          <a:xfrm>
            <a:off x="0" y="4917950"/>
            <a:ext cx="4324500" cy="22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800">
                <a:solidFill>
                  <a:schemeClr val="dk1"/>
                </a:solidFill>
                <a:latin typeface="Helvetica Neue"/>
                <a:ea typeface="Helvetica Neue"/>
                <a:cs typeface="Helvetica Neue"/>
                <a:sym typeface="Helvetica Neue"/>
              </a:rPr>
              <a:t>Pricing varies based on scope, population size, and configuration.</a:t>
            </a:r>
            <a:endParaRPr i="1" sz="800">
              <a:solidFill>
                <a:schemeClr val="dk1"/>
              </a:solidFill>
              <a:latin typeface="Helvetica Neue"/>
              <a:ea typeface="Helvetica Neue"/>
              <a:cs typeface="Helvetica Neue"/>
              <a:sym typeface="Helvetica Neue"/>
            </a:endParaRPr>
          </a:p>
        </p:txBody>
      </p:sp>
      <p:pic>
        <p:nvPicPr>
          <p:cNvPr descr="Open lock, unlock, unlocked icon (Provided by Getty Images)" id="2080" name="Google Shape;2080;p267"/>
          <p:cNvPicPr preferRelativeResize="0"/>
          <p:nvPr/>
        </p:nvPicPr>
        <p:blipFill>
          <a:blip r:embed="rId3">
            <a:alphaModFix/>
          </a:blip>
          <a:stretch>
            <a:fillRect/>
          </a:stretch>
        </p:blipFill>
        <p:spPr>
          <a:xfrm>
            <a:off x="7379825" y="1334100"/>
            <a:ext cx="553800" cy="554100"/>
          </a:xfrm>
          <a:prstGeom prst="ellipse">
            <a:avLst/>
          </a:prstGeom>
          <a:noFill/>
          <a:ln cap="flat" cmpd="sng" w="19050">
            <a:solidFill>
              <a:srgbClr val="A7B6CC"/>
            </a:solidFill>
            <a:prstDash val="solid"/>
            <a:round/>
            <a:headEnd len="sm" w="sm" type="none"/>
            <a:tailEnd len="sm" w="sm" type="none"/>
          </a:ln>
          <a:effectLst>
            <a:outerShdw blurRad="57150" rotWithShape="0" algn="bl" dir="5400000" dist="19050">
              <a:schemeClr val="accent4">
                <a:alpha val="50000"/>
              </a:schemeClr>
            </a:outerShdw>
          </a:effectLst>
        </p:spPr>
      </p:pic>
      <p:sp>
        <p:nvSpPr>
          <p:cNvPr id="2081" name="Google Shape;2081;p267"/>
          <p:cNvSpPr/>
          <p:nvPr/>
        </p:nvSpPr>
        <p:spPr>
          <a:xfrm>
            <a:off x="228600" y="933450"/>
            <a:ext cx="2786400" cy="2609700"/>
          </a:xfrm>
          <a:prstGeom prst="roundRect">
            <a:avLst>
              <a:gd fmla="val 16667" name="adj"/>
            </a:avLst>
          </a:prstGeom>
          <a:solidFill>
            <a:srgbClr val="F6F8FB"/>
          </a:solidFill>
          <a:ln cap="flat" cmpd="sng" w="9525">
            <a:solidFill>
              <a:srgbClr val="A7B6C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2" name="Google Shape;2082;p267"/>
          <p:cNvSpPr/>
          <p:nvPr/>
        </p:nvSpPr>
        <p:spPr>
          <a:xfrm>
            <a:off x="228600" y="933450"/>
            <a:ext cx="2786400" cy="554100"/>
          </a:xfrm>
          <a:prstGeom prst="round2SameRect">
            <a:avLst>
              <a:gd fmla="val 16667" name="adj1"/>
              <a:gd fmla="val 0" name="adj2"/>
            </a:avLst>
          </a:prstGeom>
          <a:solidFill>
            <a:schemeClr val="lt2"/>
          </a:solidFill>
          <a:ln cap="flat" cmpd="sng" w="9525">
            <a:solidFill>
              <a:srgbClr val="A7B6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083" name="Google Shape;2083;p267"/>
          <p:cNvSpPr txBox="1"/>
          <p:nvPr/>
        </p:nvSpPr>
        <p:spPr>
          <a:xfrm>
            <a:off x="360725" y="1032665"/>
            <a:ext cx="25224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Font typeface="Arial"/>
              <a:buNone/>
            </a:pPr>
            <a:r>
              <a:rPr b="1" lang="en" sz="1200">
                <a:solidFill>
                  <a:srgbClr val="002C6B"/>
                </a:solidFill>
                <a:latin typeface="Helvetica Neue"/>
                <a:ea typeface="Helvetica Neue"/>
                <a:cs typeface="Helvetica Neue"/>
                <a:sym typeface="Helvetica Neue"/>
              </a:rPr>
              <a:t>Wellbeing &amp; Rewards</a:t>
            </a:r>
            <a:endParaRPr b="1" sz="1800">
              <a:solidFill>
                <a:schemeClr val="dk1"/>
              </a:solidFill>
              <a:latin typeface="Helvetica Neue"/>
              <a:ea typeface="Helvetica Neue"/>
              <a:cs typeface="Helvetica Neue"/>
              <a:sym typeface="Helvetica Neue"/>
            </a:endParaRPr>
          </a:p>
        </p:txBody>
      </p:sp>
      <p:sp>
        <p:nvSpPr>
          <p:cNvPr id="2084" name="Google Shape;2084;p267"/>
          <p:cNvSpPr/>
          <p:nvPr/>
        </p:nvSpPr>
        <p:spPr>
          <a:xfrm>
            <a:off x="3246125" y="923925"/>
            <a:ext cx="2786400" cy="2609700"/>
          </a:xfrm>
          <a:prstGeom prst="roundRect">
            <a:avLst>
              <a:gd fmla="val 16667" name="adj"/>
            </a:avLst>
          </a:prstGeom>
          <a:solidFill>
            <a:srgbClr val="F6F8FB"/>
          </a:solidFill>
          <a:ln cap="flat" cmpd="sng" w="9525">
            <a:solidFill>
              <a:srgbClr val="A7B6C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5" name="Google Shape;2085;p267"/>
          <p:cNvSpPr/>
          <p:nvPr/>
        </p:nvSpPr>
        <p:spPr>
          <a:xfrm>
            <a:off x="3246125" y="923925"/>
            <a:ext cx="2786400" cy="554100"/>
          </a:xfrm>
          <a:prstGeom prst="round2SameRect">
            <a:avLst>
              <a:gd fmla="val 16667" name="adj1"/>
              <a:gd fmla="val 0" name="adj2"/>
            </a:avLst>
          </a:prstGeom>
          <a:solidFill>
            <a:schemeClr val="lt2"/>
          </a:solidFill>
          <a:ln cap="flat" cmpd="sng" w="9525">
            <a:solidFill>
              <a:srgbClr val="A7B6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086" name="Google Shape;2086;p267"/>
          <p:cNvSpPr txBox="1"/>
          <p:nvPr/>
        </p:nvSpPr>
        <p:spPr>
          <a:xfrm>
            <a:off x="3378125" y="1032665"/>
            <a:ext cx="25224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Font typeface="Arial"/>
              <a:buNone/>
            </a:pPr>
            <a:r>
              <a:rPr b="1" lang="en" sz="1200">
                <a:solidFill>
                  <a:srgbClr val="002C6B"/>
                </a:solidFill>
                <a:latin typeface="Helvetica Neue"/>
                <a:ea typeface="Helvetica Neue"/>
                <a:cs typeface="Helvetica Neue"/>
                <a:sym typeface="Helvetica Neue"/>
              </a:rPr>
              <a:t>Digital Care Paths (DCP)</a:t>
            </a:r>
            <a:endParaRPr b="1" sz="1800">
              <a:solidFill>
                <a:schemeClr val="dk1"/>
              </a:solidFill>
              <a:latin typeface="Helvetica Neue"/>
              <a:ea typeface="Helvetica Neue"/>
              <a:cs typeface="Helvetica Neue"/>
              <a:sym typeface="Helvetica Neue"/>
            </a:endParaRPr>
          </a:p>
        </p:txBody>
      </p:sp>
      <p:sp>
        <p:nvSpPr>
          <p:cNvPr id="2087" name="Google Shape;2087;p267"/>
          <p:cNvSpPr txBox="1"/>
          <p:nvPr/>
        </p:nvSpPr>
        <p:spPr>
          <a:xfrm>
            <a:off x="360725" y="1822125"/>
            <a:ext cx="2522400" cy="1404000"/>
          </a:xfrm>
          <a:prstGeom prst="rect">
            <a:avLst/>
          </a:prstGeom>
          <a:noFill/>
          <a:ln>
            <a:noFill/>
          </a:ln>
        </p:spPr>
        <p:txBody>
          <a:bodyPr anchorCtr="0" anchor="ctr" bIns="45700" lIns="91425" spcFirstLastPara="1" rIns="91425" wrap="square" tIns="45700">
            <a:noAutofit/>
          </a:bodyPr>
          <a:lstStyle/>
          <a:p>
            <a:pPr indent="0" lvl="0" marL="0" marR="0" rtl="0" algn="ctr">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rPr lang="en">
                <a:solidFill>
                  <a:srgbClr val="002C6B"/>
                </a:solidFill>
                <a:latin typeface="Helvetica Neue"/>
                <a:ea typeface="Helvetica Neue"/>
                <a:cs typeface="Helvetica Neue"/>
                <a:sym typeface="Helvetica Neue"/>
              </a:rPr>
              <a:t>Per-employee, per-month</a:t>
            </a:r>
            <a:endParaRPr>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rPr lang="en">
                <a:solidFill>
                  <a:srgbClr val="002C6B"/>
                </a:solidFill>
                <a:latin typeface="Helvetica Neue"/>
                <a:ea typeface="Helvetica Neue"/>
                <a:cs typeface="Helvetica Neue"/>
                <a:sym typeface="Helvetica Neue"/>
              </a:rPr>
              <a:t>You pay a predictable monthly rate for access across all employees</a:t>
            </a:r>
            <a:endParaRPr>
              <a:solidFill>
                <a:srgbClr val="002C6B"/>
              </a:solidFill>
              <a:latin typeface="Helvetica Neue"/>
              <a:ea typeface="Helvetica Neue"/>
              <a:cs typeface="Helvetica Neue"/>
              <a:sym typeface="Helvetica Neue"/>
            </a:endParaRPr>
          </a:p>
          <a:p>
            <a:pPr indent="0" lvl="0" marL="0" marR="0" rtl="0" algn="l">
              <a:lnSpc>
                <a:spcPct val="105000"/>
              </a:lnSpc>
              <a:spcBef>
                <a:spcPts val="400"/>
              </a:spcBef>
              <a:spcAft>
                <a:spcPts val="0"/>
              </a:spcAft>
              <a:buNone/>
            </a:pPr>
            <a:r>
              <a:t/>
            </a:r>
            <a:endParaRPr>
              <a:solidFill>
                <a:srgbClr val="002C6B"/>
              </a:solidFill>
              <a:latin typeface="Helvetica Neue"/>
              <a:ea typeface="Helvetica Neue"/>
              <a:cs typeface="Helvetica Neue"/>
              <a:sym typeface="Helvetica Neue"/>
            </a:endParaRPr>
          </a:p>
          <a:p>
            <a:pPr indent="0" lvl="0" marL="0" marR="0" rtl="0" algn="l">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p:txBody>
      </p:sp>
      <p:sp>
        <p:nvSpPr>
          <p:cNvPr id="2088" name="Google Shape;2088;p267"/>
          <p:cNvSpPr txBox="1"/>
          <p:nvPr/>
        </p:nvSpPr>
        <p:spPr>
          <a:xfrm>
            <a:off x="6395525" y="1971225"/>
            <a:ext cx="2522400" cy="1562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2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rgbClr val="002C6B"/>
              </a:solidFill>
              <a:latin typeface="Helvetica Neue"/>
              <a:ea typeface="Helvetica Neue"/>
              <a:cs typeface="Helvetica Neue"/>
              <a:sym typeface="Helvetica Neue"/>
            </a:endParaRPr>
          </a:p>
          <a:p>
            <a:pPr indent="0" lvl="0" marL="0" rtl="0" algn="ctr">
              <a:spcBef>
                <a:spcPts val="0"/>
              </a:spcBef>
              <a:spcAft>
                <a:spcPts val="0"/>
              </a:spcAft>
              <a:buNone/>
            </a:pPr>
            <a:r>
              <a:rPr lang="en" sz="1200">
                <a:solidFill>
                  <a:srgbClr val="002C6B"/>
                </a:solidFill>
                <a:latin typeface="Helvetica Neue"/>
                <a:ea typeface="Helvetica Neue"/>
                <a:cs typeface="Helvetica Neue"/>
                <a:sym typeface="Helvetica Neue"/>
              </a:rPr>
              <a:t>Engagement-Based </a:t>
            </a:r>
            <a:endParaRPr sz="1200">
              <a:solidFill>
                <a:srgbClr val="002C6B"/>
              </a:solidFill>
              <a:latin typeface="Helvetica Neue"/>
              <a:ea typeface="Helvetica Neue"/>
              <a:cs typeface="Helvetica Neue"/>
              <a:sym typeface="Helvetica Neue"/>
            </a:endParaRPr>
          </a:p>
          <a:p>
            <a:pPr indent="0" lvl="0" marL="0" rtl="0" algn="ctr">
              <a:spcBef>
                <a:spcPts val="0"/>
              </a:spcBef>
              <a:spcAft>
                <a:spcPts val="0"/>
              </a:spcAft>
              <a:buNone/>
            </a:pPr>
            <a:r>
              <a:rPr lang="en" sz="1200">
                <a:solidFill>
                  <a:srgbClr val="002C6B"/>
                </a:solidFill>
                <a:latin typeface="Helvetica Neue"/>
                <a:ea typeface="Helvetica Neue"/>
                <a:cs typeface="Helvetica Neue"/>
                <a:sym typeface="Helvetica Neue"/>
              </a:rPr>
              <a:t>Digital Care</a:t>
            </a:r>
            <a:endParaRPr sz="1800">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t/>
            </a:r>
            <a:endParaRPr sz="1300">
              <a:solidFill>
                <a:schemeClr val="accent4"/>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rPr lang="en" sz="1300">
                <a:solidFill>
                  <a:schemeClr val="accent4"/>
                </a:solidFill>
                <a:latin typeface="Helvetica Neue"/>
                <a:ea typeface="Helvetica Neue"/>
                <a:cs typeface="Helvetica Neue"/>
                <a:sym typeface="Helvetica Neue"/>
              </a:rPr>
              <a:t>No monthly fee</a:t>
            </a:r>
            <a:r>
              <a:rPr lang="en" sz="1300">
                <a:solidFill>
                  <a:srgbClr val="002C6B"/>
                </a:solidFill>
                <a:latin typeface="Helvetica Neue"/>
                <a:ea typeface="Helvetica Neue"/>
                <a:cs typeface="Helvetica Neue"/>
                <a:sym typeface="Helvetica Neue"/>
              </a:rPr>
              <a:t> for DCP</a:t>
            </a:r>
            <a:endParaRPr sz="1300">
              <a:solidFill>
                <a:srgbClr val="002C6B"/>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t/>
            </a:r>
            <a:endParaRPr sz="1300">
              <a:solidFill>
                <a:srgbClr val="002C6B"/>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rPr lang="en" sz="1300">
                <a:solidFill>
                  <a:srgbClr val="002C6B"/>
                </a:solidFill>
                <a:latin typeface="Helvetica Neue"/>
                <a:ea typeface="Helvetica Neue"/>
                <a:cs typeface="Helvetica Neue"/>
                <a:sym typeface="Helvetica Neue"/>
              </a:rPr>
              <a:t>You only pay when employees actively use care</a:t>
            </a:r>
            <a:endParaRPr sz="1300">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sz="1300">
              <a:solidFill>
                <a:srgbClr val="002C6B"/>
              </a:solidFill>
              <a:latin typeface="Helvetica Neue"/>
              <a:ea typeface="Helvetica Neue"/>
              <a:cs typeface="Helvetica Neue"/>
              <a:sym typeface="Helvetica Neue"/>
            </a:endParaRPr>
          </a:p>
          <a:p>
            <a:pPr indent="0" lvl="0" marL="0" marR="0" rtl="0" algn="l">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p:txBody>
      </p:sp>
      <p:sp>
        <p:nvSpPr>
          <p:cNvPr id="2089" name="Google Shape;2089;p267"/>
          <p:cNvSpPr txBox="1"/>
          <p:nvPr/>
        </p:nvSpPr>
        <p:spPr>
          <a:xfrm>
            <a:off x="3378125" y="1822125"/>
            <a:ext cx="2522400" cy="1404000"/>
          </a:xfrm>
          <a:prstGeom prst="rect">
            <a:avLst/>
          </a:prstGeom>
          <a:noFill/>
          <a:ln>
            <a:noFill/>
          </a:ln>
        </p:spPr>
        <p:txBody>
          <a:bodyPr anchorCtr="0" anchor="ctr" bIns="45700" lIns="91425" spcFirstLastPara="1" rIns="91425" wrap="square" tIns="45700">
            <a:noAutofit/>
          </a:bodyPr>
          <a:lstStyle/>
          <a:p>
            <a:pPr indent="0" lvl="0" marL="0" rtl="0" algn="ctr">
              <a:lnSpc>
                <a:spcPct val="105000"/>
              </a:lnSpc>
              <a:spcBef>
                <a:spcPts val="400"/>
              </a:spcBef>
              <a:spcAft>
                <a:spcPts val="0"/>
              </a:spcAft>
              <a:buNone/>
            </a:pPr>
            <a:r>
              <a:rPr lang="en">
                <a:solidFill>
                  <a:srgbClr val="002C6B"/>
                </a:solidFill>
                <a:latin typeface="Helvetica Neue"/>
                <a:ea typeface="Helvetica Neue"/>
                <a:cs typeface="Helvetica Neue"/>
                <a:sym typeface="Helvetica Neue"/>
              </a:rPr>
              <a:t>Per-employee, per-month</a:t>
            </a:r>
            <a:endParaRPr>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rPr lang="en">
                <a:solidFill>
                  <a:srgbClr val="002C6B"/>
                </a:solidFill>
                <a:latin typeface="Helvetica Neue"/>
                <a:ea typeface="Helvetica Neue"/>
                <a:cs typeface="Helvetica Neue"/>
                <a:sym typeface="Helvetica Neue"/>
              </a:rPr>
              <a:t>You pay a monthly rate for access to digital care</a:t>
            </a:r>
            <a:endParaRPr>
              <a:solidFill>
                <a:srgbClr val="002C6B"/>
              </a:solidFill>
              <a:latin typeface="Helvetica Neue"/>
              <a:ea typeface="Helvetica Neue"/>
              <a:cs typeface="Helvetica Neue"/>
              <a:sym typeface="Helvetica Neue"/>
            </a:endParaRPr>
          </a:p>
        </p:txBody>
      </p:sp>
      <p:sp>
        <p:nvSpPr>
          <p:cNvPr id="2090" name="Google Shape;2090;p267"/>
          <p:cNvSpPr/>
          <p:nvPr/>
        </p:nvSpPr>
        <p:spPr>
          <a:xfrm>
            <a:off x="6785225" y="968325"/>
            <a:ext cx="1743000" cy="225600"/>
          </a:xfrm>
          <a:prstGeom prst="round2SameRect">
            <a:avLst>
              <a:gd fmla="val 16667" name="adj1"/>
              <a:gd fmla="val 0" name="adj2"/>
            </a:avLst>
          </a:prstGeom>
          <a:solidFill>
            <a:srgbClr val="F6F8FB"/>
          </a:solidFill>
          <a:ln cap="flat" cmpd="sng" w="19050">
            <a:solidFill>
              <a:schemeClr val="accent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4"/>
                </a:solidFill>
                <a:latin typeface="Helvetica Neue"/>
                <a:ea typeface="Helvetica Neue"/>
                <a:cs typeface="Helvetica Neue"/>
                <a:sym typeface="Helvetica Neue"/>
              </a:rPr>
              <a:t>Flexible Option</a:t>
            </a:r>
            <a:endParaRPr b="1">
              <a:solidFill>
                <a:schemeClr val="accent4"/>
              </a:solidFill>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p268"/>
          <p:cNvSpPr txBox="1"/>
          <p:nvPr/>
        </p:nvSpPr>
        <p:spPr>
          <a:xfrm>
            <a:off x="228725" y="154975"/>
            <a:ext cx="60348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sz="3000">
                <a:solidFill>
                  <a:srgbClr val="002C6B"/>
                </a:solidFill>
                <a:latin typeface="Helvetica Neue"/>
                <a:ea typeface="Helvetica Neue"/>
                <a:cs typeface="Helvetica Neue"/>
                <a:sym typeface="Helvetica Neue"/>
              </a:rPr>
              <a:t>How employers get started.</a:t>
            </a:r>
            <a:endParaRPr b="1" sz="3000">
              <a:latin typeface="Helvetica Neue"/>
              <a:ea typeface="Helvetica Neue"/>
              <a:cs typeface="Helvetica Neue"/>
              <a:sym typeface="Helvetica Neue"/>
            </a:endParaRPr>
          </a:p>
        </p:txBody>
      </p:sp>
      <p:sp>
        <p:nvSpPr>
          <p:cNvPr id="2096" name="Google Shape;2096;p268"/>
          <p:cNvSpPr/>
          <p:nvPr/>
        </p:nvSpPr>
        <p:spPr>
          <a:xfrm>
            <a:off x="5129525" y="923925"/>
            <a:ext cx="2786400" cy="2763900"/>
          </a:xfrm>
          <a:prstGeom prst="roundRect">
            <a:avLst>
              <a:gd fmla="val 16667" name="adj"/>
            </a:avLst>
          </a:prstGeom>
          <a:solidFill>
            <a:srgbClr val="F6F8FB"/>
          </a:solidFill>
          <a:ln cap="flat" cmpd="sng" w="28575">
            <a:solidFill>
              <a:schemeClr val="accent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i="0" sz="1400" u="none" cap="none" strike="noStrike">
              <a:solidFill>
                <a:srgbClr val="000000"/>
              </a:solidFill>
            </a:endParaRPr>
          </a:p>
        </p:txBody>
      </p:sp>
      <p:sp>
        <p:nvSpPr>
          <p:cNvPr id="2097" name="Google Shape;2097;p268"/>
          <p:cNvSpPr/>
          <p:nvPr/>
        </p:nvSpPr>
        <p:spPr>
          <a:xfrm>
            <a:off x="259650" y="3887249"/>
            <a:ext cx="8624700" cy="554100"/>
          </a:xfrm>
          <a:prstGeom prst="roundRect">
            <a:avLst>
              <a:gd fmla="val 16667" name="adj"/>
            </a:avLst>
          </a:prstGeom>
          <a:solidFill>
            <a:srgbClr val="002C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4"/>
                </a:solidFill>
                <a:latin typeface="Helvetica Neue"/>
                <a:ea typeface="Helvetica Neue"/>
                <a:cs typeface="Helvetica Neue"/>
                <a:sym typeface="Helvetica Neue"/>
              </a:rPr>
              <a:t>When PEPM isn’t the right fit, engagement-based billing unlocks adoption</a:t>
            </a:r>
            <a:endParaRPr b="1" sz="1800">
              <a:latin typeface="Helvetica Neue"/>
              <a:ea typeface="Helvetica Neue"/>
              <a:cs typeface="Helvetica Neue"/>
              <a:sym typeface="Helvetica Neue"/>
            </a:endParaRPr>
          </a:p>
        </p:txBody>
      </p:sp>
      <p:sp>
        <p:nvSpPr>
          <p:cNvPr id="2098" name="Google Shape;2098;p268"/>
          <p:cNvSpPr txBox="1"/>
          <p:nvPr/>
        </p:nvSpPr>
        <p:spPr>
          <a:xfrm>
            <a:off x="0" y="4917950"/>
            <a:ext cx="4324500" cy="22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800">
                <a:solidFill>
                  <a:schemeClr val="dk1"/>
                </a:solidFill>
                <a:latin typeface="Helvetica Neue"/>
                <a:ea typeface="Helvetica Neue"/>
                <a:cs typeface="Helvetica Neue"/>
                <a:sym typeface="Helvetica Neue"/>
              </a:rPr>
              <a:t>Pricing varies based on scope, population size, and configuration.</a:t>
            </a:r>
            <a:endParaRPr i="1" sz="800">
              <a:solidFill>
                <a:schemeClr val="dk1"/>
              </a:solidFill>
              <a:latin typeface="Helvetica Neue"/>
              <a:ea typeface="Helvetica Neue"/>
              <a:cs typeface="Helvetica Neue"/>
              <a:sym typeface="Helvetica Neue"/>
            </a:endParaRPr>
          </a:p>
        </p:txBody>
      </p:sp>
      <p:pic>
        <p:nvPicPr>
          <p:cNvPr descr="Open lock, unlock, unlocked icon (Provided by Getty Images)" id="2099" name="Google Shape;2099;p268"/>
          <p:cNvPicPr preferRelativeResize="0"/>
          <p:nvPr/>
        </p:nvPicPr>
        <p:blipFill>
          <a:blip r:embed="rId3">
            <a:alphaModFix/>
          </a:blip>
          <a:stretch>
            <a:fillRect/>
          </a:stretch>
        </p:blipFill>
        <p:spPr>
          <a:xfrm>
            <a:off x="6245700" y="1334100"/>
            <a:ext cx="553800" cy="554100"/>
          </a:xfrm>
          <a:prstGeom prst="ellipse">
            <a:avLst/>
          </a:prstGeom>
          <a:noFill/>
          <a:ln cap="flat" cmpd="sng" w="19050">
            <a:solidFill>
              <a:srgbClr val="A7B6CC"/>
            </a:solidFill>
            <a:prstDash val="solid"/>
            <a:round/>
            <a:headEnd len="sm" w="sm" type="none"/>
            <a:tailEnd len="sm" w="sm" type="none"/>
          </a:ln>
          <a:effectLst>
            <a:outerShdw blurRad="57150" rotWithShape="0" algn="bl" dir="5400000" dist="19050">
              <a:schemeClr val="accent4">
                <a:alpha val="50000"/>
              </a:schemeClr>
            </a:outerShdw>
          </a:effectLst>
        </p:spPr>
      </p:pic>
      <p:sp>
        <p:nvSpPr>
          <p:cNvPr id="2100" name="Google Shape;2100;p268"/>
          <p:cNvSpPr/>
          <p:nvPr/>
        </p:nvSpPr>
        <p:spPr>
          <a:xfrm>
            <a:off x="1228075" y="933450"/>
            <a:ext cx="2786400" cy="2763900"/>
          </a:xfrm>
          <a:prstGeom prst="roundRect">
            <a:avLst>
              <a:gd fmla="val 16667" name="adj"/>
            </a:avLst>
          </a:prstGeom>
          <a:solidFill>
            <a:srgbClr val="F6F8FB"/>
          </a:solidFill>
          <a:ln cap="flat" cmpd="sng" w="9525">
            <a:solidFill>
              <a:srgbClr val="A7B6C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1" name="Google Shape;2101;p268"/>
          <p:cNvSpPr/>
          <p:nvPr/>
        </p:nvSpPr>
        <p:spPr>
          <a:xfrm>
            <a:off x="1228075" y="933450"/>
            <a:ext cx="2786400" cy="554100"/>
          </a:xfrm>
          <a:prstGeom prst="round2SameRect">
            <a:avLst>
              <a:gd fmla="val 16667" name="adj1"/>
              <a:gd fmla="val 0" name="adj2"/>
            </a:avLst>
          </a:prstGeom>
          <a:solidFill>
            <a:schemeClr val="lt2"/>
          </a:solidFill>
          <a:ln cap="flat" cmpd="sng" w="9525">
            <a:solidFill>
              <a:srgbClr val="A7B6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2C6B"/>
                </a:solidFill>
                <a:latin typeface="Helvetica Neue"/>
                <a:ea typeface="Helvetica Neue"/>
                <a:cs typeface="Helvetica Neue"/>
                <a:sym typeface="Helvetica Neue"/>
              </a:rPr>
              <a:t>Per-employee, per-month (PEPM)</a:t>
            </a:r>
            <a:endParaRPr b="1">
              <a:solidFill>
                <a:srgbClr val="002C6B"/>
              </a:solidFill>
              <a:latin typeface="Helvetica Neue"/>
              <a:ea typeface="Helvetica Neue"/>
              <a:cs typeface="Helvetica Neue"/>
              <a:sym typeface="Helvetica Neue"/>
            </a:endParaRPr>
          </a:p>
        </p:txBody>
      </p:sp>
      <p:sp>
        <p:nvSpPr>
          <p:cNvPr id="2102" name="Google Shape;2102;p268"/>
          <p:cNvSpPr txBox="1"/>
          <p:nvPr/>
        </p:nvSpPr>
        <p:spPr>
          <a:xfrm>
            <a:off x="1228075" y="2033100"/>
            <a:ext cx="2786400" cy="1645500"/>
          </a:xfrm>
          <a:prstGeom prst="rect">
            <a:avLst/>
          </a:prstGeom>
          <a:noFill/>
          <a:ln>
            <a:noFill/>
          </a:ln>
        </p:spPr>
        <p:txBody>
          <a:bodyPr anchorCtr="0" anchor="ctr" bIns="45700" lIns="91425" spcFirstLastPara="1" rIns="91425" wrap="square" tIns="45700">
            <a:noAutofit/>
          </a:bodyPr>
          <a:lstStyle/>
          <a:p>
            <a:pPr indent="0" lvl="0" marL="0" marR="0" rtl="0" algn="ctr">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a:solidFill>
                <a:srgbClr val="002C6B"/>
              </a:solidFill>
              <a:latin typeface="Helvetica Neue"/>
              <a:ea typeface="Helvetica Neue"/>
              <a:cs typeface="Helvetica Neue"/>
              <a:sym typeface="Helvetica Neue"/>
            </a:endParaRPr>
          </a:p>
          <a:p>
            <a:pPr indent="0" lvl="0" marL="0" rtl="0" algn="ctr">
              <a:lnSpc>
                <a:spcPct val="105000"/>
              </a:lnSpc>
              <a:spcBef>
                <a:spcPts val="400"/>
              </a:spcBef>
              <a:spcAft>
                <a:spcPts val="0"/>
              </a:spcAft>
              <a:buNone/>
            </a:pPr>
            <a:r>
              <a:rPr lang="en">
                <a:solidFill>
                  <a:srgbClr val="002C6B"/>
                </a:solidFill>
                <a:latin typeface="Helvetica Neue"/>
                <a:ea typeface="Helvetica Neue"/>
                <a:cs typeface="Helvetica Neue"/>
                <a:sym typeface="Helvetica Neue"/>
              </a:rPr>
              <a:t>Fixed, predictable monthly cost</a:t>
            </a:r>
            <a:endParaRPr>
              <a:solidFill>
                <a:srgbClr val="002C6B"/>
              </a:solidFill>
              <a:latin typeface="Helvetica Neue"/>
              <a:ea typeface="Helvetica Neue"/>
              <a:cs typeface="Helvetica Neue"/>
              <a:sym typeface="Helvetica Neue"/>
            </a:endParaRPr>
          </a:p>
          <a:p>
            <a:pPr indent="0" lvl="0" marL="0" rtl="0" algn="ctr">
              <a:lnSpc>
                <a:spcPct val="105000"/>
              </a:lnSpc>
              <a:spcBef>
                <a:spcPts val="400"/>
              </a:spcBef>
              <a:spcAft>
                <a:spcPts val="0"/>
              </a:spcAft>
              <a:buNone/>
            </a:pPr>
            <a:r>
              <a:rPr lang="en">
                <a:solidFill>
                  <a:srgbClr val="002C6B"/>
                </a:solidFill>
                <a:latin typeface="Helvetica Neue"/>
                <a:ea typeface="Helvetica Neue"/>
                <a:cs typeface="Helvetica Neue"/>
                <a:sym typeface="Helvetica Neue"/>
              </a:rPr>
              <a:t>Access across eligible employees</a:t>
            </a:r>
            <a:endParaRPr>
              <a:solidFill>
                <a:srgbClr val="002C6B"/>
              </a:solidFill>
              <a:latin typeface="Helvetica Neue"/>
              <a:ea typeface="Helvetica Neue"/>
              <a:cs typeface="Helvetica Neue"/>
              <a:sym typeface="Helvetica Neue"/>
            </a:endParaRPr>
          </a:p>
          <a:p>
            <a:pPr indent="0" lvl="0" marL="0" rtl="0" algn="ctr">
              <a:lnSpc>
                <a:spcPct val="105000"/>
              </a:lnSpc>
              <a:spcBef>
                <a:spcPts val="400"/>
              </a:spcBef>
              <a:spcAft>
                <a:spcPts val="0"/>
              </a:spcAft>
              <a:buNone/>
            </a:pPr>
            <a:r>
              <a:rPr lang="en">
                <a:solidFill>
                  <a:srgbClr val="002C6B"/>
                </a:solidFill>
                <a:latin typeface="Helvetica Neue"/>
                <a:ea typeface="Helvetica Neue"/>
                <a:cs typeface="Helvetica Neue"/>
                <a:sym typeface="Helvetica Neue"/>
              </a:rPr>
              <a:t>Supports rewards, engagement, and digital care paths</a:t>
            </a:r>
            <a:endParaRPr>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a:solidFill>
                <a:srgbClr val="002C6B"/>
              </a:solidFill>
              <a:latin typeface="Helvetica Neue"/>
              <a:ea typeface="Helvetica Neue"/>
              <a:cs typeface="Helvetica Neue"/>
              <a:sym typeface="Helvetica Neue"/>
            </a:endParaRPr>
          </a:p>
          <a:p>
            <a:pPr indent="0" lvl="0" marL="0" marR="0" rtl="0" algn="l">
              <a:lnSpc>
                <a:spcPct val="105000"/>
              </a:lnSpc>
              <a:spcBef>
                <a:spcPts val="400"/>
              </a:spcBef>
              <a:spcAft>
                <a:spcPts val="0"/>
              </a:spcAft>
              <a:buNone/>
            </a:pPr>
            <a:r>
              <a:t/>
            </a:r>
            <a:endParaRPr>
              <a:solidFill>
                <a:srgbClr val="002C6B"/>
              </a:solidFill>
              <a:latin typeface="Helvetica Neue"/>
              <a:ea typeface="Helvetica Neue"/>
              <a:cs typeface="Helvetica Neue"/>
              <a:sym typeface="Helvetica Neue"/>
            </a:endParaRPr>
          </a:p>
          <a:p>
            <a:pPr indent="0" lvl="0" marL="0" marR="0" rtl="0" algn="l">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p:txBody>
      </p:sp>
      <p:sp>
        <p:nvSpPr>
          <p:cNvPr id="2103" name="Google Shape;2103;p268"/>
          <p:cNvSpPr txBox="1"/>
          <p:nvPr/>
        </p:nvSpPr>
        <p:spPr>
          <a:xfrm>
            <a:off x="5261400" y="2033107"/>
            <a:ext cx="2522400" cy="165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200">
              <a:solidFill>
                <a:srgbClr val="002C6B"/>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rgbClr val="002C6B"/>
              </a:solidFill>
              <a:latin typeface="Helvetica Neue"/>
              <a:ea typeface="Helvetica Neue"/>
              <a:cs typeface="Helvetica Neue"/>
              <a:sym typeface="Helvetica Neue"/>
            </a:endParaRPr>
          </a:p>
          <a:p>
            <a:pPr indent="0" lvl="0" marL="0" rtl="0" algn="ctr">
              <a:spcBef>
                <a:spcPts val="0"/>
              </a:spcBef>
              <a:spcAft>
                <a:spcPts val="0"/>
              </a:spcAft>
              <a:buNone/>
            </a:pPr>
            <a:r>
              <a:rPr lang="en" sz="1200">
                <a:solidFill>
                  <a:srgbClr val="002C6B"/>
                </a:solidFill>
                <a:latin typeface="Helvetica Neue"/>
                <a:ea typeface="Helvetica Neue"/>
                <a:cs typeface="Helvetica Neue"/>
                <a:sym typeface="Helvetica Neue"/>
              </a:rPr>
              <a:t>Engagement-Based </a:t>
            </a:r>
            <a:endParaRPr sz="1200">
              <a:solidFill>
                <a:srgbClr val="002C6B"/>
              </a:solidFill>
              <a:latin typeface="Helvetica Neue"/>
              <a:ea typeface="Helvetica Neue"/>
              <a:cs typeface="Helvetica Neue"/>
              <a:sym typeface="Helvetica Neue"/>
            </a:endParaRPr>
          </a:p>
          <a:p>
            <a:pPr indent="0" lvl="0" marL="0" rtl="0" algn="ctr">
              <a:spcBef>
                <a:spcPts val="0"/>
              </a:spcBef>
              <a:spcAft>
                <a:spcPts val="0"/>
              </a:spcAft>
              <a:buNone/>
            </a:pPr>
            <a:r>
              <a:rPr lang="en" sz="1200">
                <a:solidFill>
                  <a:srgbClr val="002C6B"/>
                </a:solidFill>
                <a:latin typeface="Helvetica Neue"/>
                <a:ea typeface="Helvetica Neue"/>
                <a:cs typeface="Helvetica Neue"/>
                <a:sym typeface="Helvetica Neue"/>
              </a:rPr>
              <a:t>Digital Care</a:t>
            </a:r>
            <a:endParaRPr sz="1800">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t/>
            </a:r>
            <a:endParaRPr sz="1300">
              <a:solidFill>
                <a:schemeClr val="accent4"/>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rPr lang="en" sz="1300">
                <a:solidFill>
                  <a:schemeClr val="accent4"/>
                </a:solidFill>
                <a:latin typeface="Helvetica Neue"/>
                <a:ea typeface="Helvetica Neue"/>
                <a:cs typeface="Helvetica Neue"/>
                <a:sym typeface="Helvetica Neue"/>
              </a:rPr>
              <a:t>No monthly fee</a:t>
            </a:r>
            <a:r>
              <a:rPr lang="en" sz="1300">
                <a:solidFill>
                  <a:srgbClr val="002C6B"/>
                </a:solidFill>
                <a:latin typeface="Helvetica Neue"/>
                <a:ea typeface="Helvetica Neue"/>
                <a:cs typeface="Helvetica Neue"/>
                <a:sym typeface="Helvetica Neue"/>
              </a:rPr>
              <a:t> for DCP</a:t>
            </a:r>
            <a:endParaRPr sz="1300">
              <a:solidFill>
                <a:srgbClr val="002C6B"/>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t/>
            </a:r>
            <a:endParaRPr sz="1300">
              <a:solidFill>
                <a:srgbClr val="002C6B"/>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r>
              <a:rPr lang="en" sz="1300">
                <a:solidFill>
                  <a:srgbClr val="002C6B"/>
                </a:solidFill>
                <a:latin typeface="Helvetica Neue"/>
                <a:ea typeface="Helvetica Neue"/>
                <a:cs typeface="Helvetica Neue"/>
                <a:sym typeface="Helvetica Neue"/>
              </a:rPr>
              <a:t>You only pay when employees actively use care</a:t>
            </a:r>
            <a:endParaRPr sz="1300">
              <a:solidFill>
                <a:srgbClr val="002C6B"/>
              </a:solidFill>
              <a:latin typeface="Helvetica Neue"/>
              <a:ea typeface="Helvetica Neue"/>
              <a:cs typeface="Helvetica Neue"/>
              <a:sym typeface="Helvetica Neue"/>
            </a:endParaRPr>
          </a:p>
          <a:p>
            <a:pPr indent="0" lvl="0" marL="0" marR="0" rtl="0" algn="ctr">
              <a:lnSpc>
                <a:spcPct val="105000"/>
              </a:lnSpc>
              <a:spcBef>
                <a:spcPts val="400"/>
              </a:spcBef>
              <a:spcAft>
                <a:spcPts val="0"/>
              </a:spcAft>
              <a:buNone/>
            </a:pPr>
            <a:r>
              <a:t/>
            </a:r>
            <a:endParaRPr sz="1300">
              <a:solidFill>
                <a:srgbClr val="002C6B"/>
              </a:solidFill>
              <a:latin typeface="Helvetica Neue"/>
              <a:ea typeface="Helvetica Neue"/>
              <a:cs typeface="Helvetica Neue"/>
              <a:sym typeface="Helvetica Neue"/>
            </a:endParaRPr>
          </a:p>
          <a:p>
            <a:pPr indent="0" lvl="0" marL="0" marR="0" rtl="0" algn="l">
              <a:lnSpc>
                <a:spcPct val="105000"/>
              </a:lnSpc>
              <a:spcBef>
                <a:spcPts val="400"/>
              </a:spcBef>
              <a:spcAft>
                <a:spcPts val="0"/>
              </a:spcAft>
              <a:buNone/>
            </a:pPr>
            <a:r>
              <a:t/>
            </a:r>
            <a:endParaRPr sz="1100">
              <a:solidFill>
                <a:srgbClr val="222222"/>
              </a:solidFill>
              <a:latin typeface="Helvetica Neue"/>
              <a:ea typeface="Helvetica Neue"/>
              <a:cs typeface="Helvetica Neue"/>
              <a:sym typeface="Helvetica Neue"/>
            </a:endParaRPr>
          </a:p>
        </p:txBody>
      </p:sp>
      <p:sp>
        <p:nvSpPr>
          <p:cNvPr id="2104" name="Google Shape;2104;p268"/>
          <p:cNvSpPr/>
          <p:nvPr/>
        </p:nvSpPr>
        <p:spPr>
          <a:xfrm>
            <a:off x="5651100" y="970948"/>
            <a:ext cx="1743000" cy="238800"/>
          </a:xfrm>
          <a:prstGeom prst="round2SameRect">
            <a:avLst>
              <a:gd fmla="val 16667" name="adj1"/>
              <a:gd fmla="val 0" name="adj2"/>
            </a:avLst>
          </a:prstGeom>
          <a:solidFill>
            <a:srgbClr val="F6F8FB"/>
          </a:solidFill>
          <a:ln cap="flat" cmpd="sng" w="19050">
            <a:solidFill>
              <a:schemeClr val="accent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4"/>
                </a:solidFill>
                <a:latin typeface="Helvetica Neue"/>
                <a:ea typeface="Helvetica Neue"/>
                <a:cs typeface="Helvetica Neue"/>
                <a:sym typeface="Helvetica Neue"/>
              </a:rPr>
              <a:t>Flexible Option</a:t>
            </a:r>
            <a:endParaRPr b="1">
              <a:solidFill>
                <a:schemeClr val="accent4"/>
              </a:solidFill>
              <a:latin typeface="Helvetica Neue"/>
              <a:ea typeface="Helvetica Neue"/>
              <a:cs typeface="Helvetica Neue"/>
              <a:sym typeface="Helvetica Neue"/>
            </a:endParaRPr>
          </a:p>
        </p:txBody>
      </p:sp>
      <p:sp>
        <p:nvSpPr>
          <p:cNvPr id="2105" name="Google Shape;2105;p268"/>
          <p:cNvSpPr txBox="1"/>
          <p:nvPr/>
        </p:nvSpPr>
        <p:spPr>
          <a:xfrm>
            <a:off x="1360075" y="1711915"/>
            <a:ext cx="25224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Font typeface="Arial"/>
              <a:buNone/>
            </a:pPr>
            <a:r>
              <a:rPr b="1" lang="en" sz="1200">
                <a:solidFill>
                  <a:srgbClr val="002C6B"/>
                </a:solidFill>
                <a:latin typeface="Helvetica Neue"/>
                <a:ea typeface="Helvetica Neue"/>
                <a:cs typeface="Helvetica Neue"/>
                <a:sym typeface="Helvetica Neue"/>
              </a:rPr>
              <a:t>Includes </a:t>
            </a:r>
            <a:r>
              <a:rPr b="1" lang="en" sz="1200">
                <a:solidFill>
                  <a:srgbClr val="002C6B"/>
                </a:solidFill>
                <a:latin typeface="Helvetica Neue"/>
                <a:ea typeface="Helvetica Neue"/>
                <a:cs typeface="Helvetica Neue"/>
                <a:sym typeface="Helvetica Neue"/>
              </a:rPr>
              <a:t>Wellbeing &amp; Rewards + Digital Care Paths (DCP)</a:t>
            </a:r>
            <a:endParaRPr b="1" sz="1800">
              <a:solidFill>
                <a:schemeClr val="dk1"/>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9" name="Shape 2109"/>
        <p:cNvGrpSpPr/>
        <p:nvPr/>
      </p:nvGrpSpPr>
      <p:grpSpPr>
        <a:xfrm>
          <a:off x="0" y="0"/>
          <a:ext cx="0" cy="0"/>
          <a:chOff x="0" y="0"/>
          <a:chExt cx="0" cy="0"/>
        </a:xfrm>
      </p:grpSpPr>
      <p:sp>
        <p:nvSpPr>
          <p:cNvPr id="2110" name="Google Shape;2110;p269"/>
          <p:cNvSpPr txBox="1"/>
          <p:nvPr/>
        </p:nvSpPr>
        <p:spPr>
          <a:xfrm>
            <a:off x="242550" y="50300"/>
            <a:ext cx="8565600" cy="549600"/>
          </a:xfrm>
          <a:prstGeom prst="rect">
            <a:avLst/>
          </a:prstGeom>
          <a:noFill/>
          <a:ln>
            <a:noFill/>
          </a:ln>
        </p:spPr>
        <p:txBody>
          <a:bodyPr anchorCtr="0" anchor="b" bIns="34250" lIns="68550" spcFirstLastPara="1" rIns="68550" wrap="square" tIns="34250">
            <a:noAutofit/>
          </a:bodyPr>
          <a:lstStyle/>
          <a:p>
            <a:pPr indent="0" lvl="0" marL="0" marR="0" rtl="0" algn="l">
              <a:lnSpc>
                <a:spcPct val="100000"/>
              </a:lnSpc>
              <a:spcBef>
                <a:spcPts val="0"/>
              </a:spcBef>
              <a:spcAft>
                <a:spcPts val="0"/>
              </a:spcAft>
              <a:buClr>
                <a:srgbClr val="000000"/>
              </a:buClr>
              <a:buSzPts val="2000"/>
              <a:buFont typeface="Arial"/>
              <a:buNone/>
            </a:pPr>
            <a:r>
              <a:rPr lang="en" sz="2900">
                <a:solidFill>
                  <a:srgbClr val="002C6B"/>
                </a:solidFill>
                <a:latin typeface="Helvetica Neue"/>
                <a:ea typeface="Helvetica Neue"/>
                <a:cs typeface="Helvetica Neue"/>
                <a:sym typeface="Helvetica Neue"/>
              </a:rPr>
              <a:t>What does a typical member journey look like?</a:t>
            </a:r>
            <a:endParaRPr i="1" sz="2900" u="none" cap="none" strike="noStrike">
              <a:solidFill>
                <a:srgbClr val="000000"/>
              </a:solidFill>
              <a:latin typeface="Helvetica Neue"/>
              <a:ea typeface="Helvetica Neue"/>
              <a:cs typeface="Helvetica Neue"/>
              <a:sym typeface="Helvetica Neue"/>
            </a:endParaRPr>
          </a:p>
        </p:txBody>
      </p:sp>
      <p:pic>
        <p:nvPicPr>
          <p:cNvPr id="2111" name="Google Shape;2111;p269" title="Screenshot 2026-01-12 at 2.43.37 PM.png"/>
          <p:cNvPicPr preferRelativeResize="0"/>
          <p:nvPr/>
        </p:nvPicPr>
        <p:blipFill>
          <a:blip r:embed="rId3">
            <a:alphaModFix/>
          </a:blip>
          <a:stretch>
            <a:fillRect/>
          </a:stretch>
        </p:blipFill>
        <p:spPr>
          <a:xfrm>
            <a:off x="152400" y="752300"/>
            <a:ext cx="2067000" cy="4238700"/>
          </a:xfrm>
          <a:prstGeom prst="flowChartAlternateProcess">
            <a:avLst/>
          </a:prstGeom>
          <a:noFill/>
          <a:ln>
            <a:noFill/>
          </a:ln>
        </p:spPr>
      </p:pic>
      <p:sp>
        <p:nvSpPr>
          <p:cNvPr id="2112" name="Google Shape;2112;p269"/>
          <p:cNvSpPr txBox="1"/>
          <p:nvPr/>
        </p:nvSpPr>
        <p:spPr>
          <a:xfrm>
            <a:off x="-3130050" y="2942513"/>
            <a:ext cx="2968800" cy="5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113" name="Google Shape;2113;p269"/>
          <p:cNvSpPr txBox="1"/>
          <p:nvPr/>
        </p:nvSpPr>
        <p:spPr>
          <a:xfrm>
            <a:off x="-3268025" y="4280775"/>
            <a:ext cx="2968800" cy="5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114" name="Google Shape;2114;p269"/>
          <p:cNvSpPr txBox="1"/>
          <p:nvPr/>
        </p:nvSpPr>
        <p:spPr>
          <a:xfrm>
            <a:off x="2533050" y="919900"/>
            <a:ext cx="6137100" cy="390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Helvetica Neue"/>
                <a:ea typeface="Helvetica Neue"/>
                <a:cs typeface="Helvetica Neue"/>
                <a:sym typeface="Helvetica Neue"/>
              </a:rPr>
              <a:t>Meet Jennifer</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 sz="1500">
                <a:latin typeface="Helvetica Neue"/>
                <a:ea typeface="Helvetica Neue"/>
                <a:cs typeface="Helvetica Neue"/>
                <a:sym typeface="Helvetica Neue"/>
              </a:rPr>
              <a:t>34 • Remote Marketing Manager</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Chronic lower back pain</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Ongoing anxiety</a:t>
            </a:r>
            <a:endParaRPr sz="15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1500">
                <a:latin typeface="Helvetica Neue"/>
                <a:ea typeface="Helvetica Neue"/>
                <a:cs typeface="Helvetica Neue"/>
                <a:sym typeface="Helvetica Neue"/>
              </a:rPr>
              <a:t>Persistent insomnia</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b="1"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500">
                <a:latin typeface="Helvetica Neue"/>
                <a:ea typeface="Helvetica Neue"/>
                <a:cs typeface="Helvetica Neue"/>
                <a:sym typeface="Helvetica Neue"/>
              </a:rPr>
              <a:t>Three connected conditions. One overwhelmed person.</a:t>
            </a:r>
            <a:endParaRPr b="1" sz="15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800">
                <a:solidFill>
                  <a:schemeClr val="dk1"/>
                </a:solidFill>
                <a:latin typeface="Helvetica Neue"/>
                <a:ea typeface="Helvetica Neue"/>
                <a:cs typeface="Helvetica Neue"/>
                <a:sym typeface="Helvetica Neue"/>
              </a:rPr>
              <a:t>	</a:t>
            </a:r>
            <a:r>
              <a:rPr b="1" lang="en" sz="1200">
                <a:solidFill>
                  <a:schemeClr val="dk1"/>
                </a:solidFill>
                <a:latin typeface="Merriweather"/>
                <a:ea typeface="Merriweather"/>
                <a:cs typeface="Merriweather"/>
                <a:sym typeface="Merriweather"/>
              </a:rPr>
              <a:t> </a:t>
            </a:r>
            <a:endParaRPr b="1" sz="1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8" name="Shape 2118"/>
        <p:cNvGrpSpPr/>
        <p:nvPr/>
      </p:nvGrpSpPr>
      <p:grpSpPr>
        <a:xfrm>
          <a:off x="0" y="0"/>
          <a:ext cx="0" cy="0"/>
          <a:chOff x="0" y="0"/>
          <a:chExt cx="0" cy="0"/>
        </a:xfrm>
      </p:grpSpPr>
      <p:pic>
        <p:nvPicPr>
          <p:cNvPr id="2119" name="Google Shape;2119;p270" title="Marcus.png"/>
          <p:cNvPicPr preferRelativeResize="0"/>
          <p:nvPr/>
        </p:nvPicPr>
        <p:blipFill>
          <a:blip r:embed="rId3">
            <a:alphaModFix/>
          </a:blip>
          <a:stretch>
            <a:fillRect/>
          </a:stretch>
        </p:blipFill>
        <p:spPr>
          <a:xfrm>
            <a:off x="2155300" y="973500"/>
            <a:ext cx="1839002" cy="3982052"/>
          </a:xfrm>
          <a:prstGeom prst="rect">
            <a:avLst/>
          </a:prstGeom>
          <a:noFill/>
          <a:ln>
            <a:noFill/>
          </a:ln>
        </p:spPr>
      </p:pic>
      <p:sp>
        <p:nvSpPr>
          <p:cNvPr id="2120" name="Google Shape;2120;p270"/>
          <p:cNvSpPr txBox="1"/>
          <p:nvPr/>
        </p:nvSpPr>
        <p:spPr>
          <a:xfrm>
            <a:off x="128250" y="179850"/>
            <a:ext cx="8565600" cy="676800"/>
          </a:xfrm>
          <a:prstGeom prst="rect">
            <a:avLst/>
          </a:prstGeom>
          <a:noFill/>
          <a:ln>
            <a:noFill/>
          </a:ln>
        </p:spPr>
        <p:txBody>
          <a:bodyPr anchorCtr="0" anchor="b" bIns="34250" lIns="68550" spcFirstLastPara="1" rIns="68550" wrap="square" tIns="34250">
            <a:noAutofit/>
          </a:bodyPr>
          <a:lstStyle/>
          <a:p>
            <a:pPr indent="0" lvl="0" marL="0" marR="0" rtl="0" algn="l">
              <a:lnSpc>
                <a:spcPct val="100000"/>
              </a:lnSpc>
              <a:spcBef>
                <a:spcPts val="0"/>
              </a:spcBef>
              <a:spcAft>
                <a:spcPts val="0"/>
              </a:spcAft>
              <a:buClr>
                <a:srgbClr val="000000"/>
              </a:buClr>
              <a:buSzPts val="2000"/>
              <a:buFont typeface="Arial"/>
              <a:buNone/>
            </a:pPr>
            <a:r>
              <a:rPr lang="en" sz="3000">
                <a:solidFill>
                  <a:srgbClr val="002C6B"/>
                </a:solidFill>
                <a:latin typeface="Helvetica Neue"/>
                <a:ea typeface="Helvetica Neue"/>
                <a:cs typeface="Helvetica Neue"/>
                <a:sym typeface="Helvetica Neue"/>
              </a:rPr>
              <a:t>Meet Marcus</a:t>
            </a:r>
            <a:endParaRPr i="1" sz="3000" u="none" cap="none" strike="noStrike">
              <a:solidFill>
                <a:srgbClr val="000000"/>
              </a:solidFill>
              <a:latin typeface="Helvetica Neue"/>
              <a:ea typeface="Helvetica Neue"/>
              <a:cs typeface="Helvetica Neue"/>
              <a:sym typeface="Helvetica Neue"/>
            </a:endParaRPr>
          </a:p>
        </p:txBody>
      </p:sp>
      <p:sp>
        <p:nvSpPr>
          <p:cNvPr id="2121" name="Google Shape;2121;p270"/>
          <p:cNvSpPr txBox="1"/>
          <p:nvPr/>
        </p:nvSpPr>
        <p:spPr>
          <a:xfrm>
            <a:off x="5499050" y="1647350"/>
            <a:ext cx="2318400" cy="23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Hold for use case on </a:t>
            </a:r>
            <a:r>
              <a:rPr b="1" lang="en" sz="1600">
                <a:solidFill>
                  <a:schemeClr val="dk1"/>
                </a:solidFill>
                <a:latin typeface="Helvetica Neue"/>
                <a:ea typeface="Helvetica Neue"/>
                <a:cs typeface="Helvetica Neue"/>
                <a:sym typeface="Helvetica Neue"/>
              </a:rPr>
              <a:t>Marcus</a:t>
            </a:r>
            <a:endParaRPr b="1"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Conditions: </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rgbClr val="222222"/>
                </a:solidFill>
                <a:highlight>
                  <a:srgbClr val="FFFFFF"/>
                </a:highlight>
                <a:latin typeface="Helvetica Neue"/>
                <a:ea typeface="Helvetica Neue"/>
                <a:cs typeface="Helvetica Neue"/>
                <a:sym typeface="Helvetica Neue"/>
              </a:rPr>
              <a:t>Weight loss</a:t>
            </a:r>
            <a:endParaRPr sz="1600">
              <a:solidFill>
                <a:srgbClr val="22222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 sz="1600">
                <a:solidFill>
                  <a:srgbClr val="222222"/>
                </a:solidFill>
                <a:highlight>
                  <a:srgbClr val="FFFFFF"/>
                </a:highlight>
                <a:latin typeface="Helvetica Neue"/>
                <a:ea typeface="Helvetica Neue"/>
                <a:cs typeface="Helvetica Neue"/>
                <a:sym typeface="Helvetica Neue"/>
              </a:rPr>
              <a:t>Managing depression Diabetes management</a:t>
            </a:r>
            <a:endParaRPr sz="1600">
              <a:solidFill>
                <a:srgbClr val="22222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100">
              <a:solidFill>
                <a:srgbClr val="222222"/>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2000">
              <a:solidFill>
                <a:schemeClr val="dk1"/>
              </a:solidFill>
              <a:latin typeface="Raleway"/>
              <a:ea typeface="Raleway"/>
              <a:cs typeface="Raleway"/>
              <a:sym typeface="Ralew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sp>
        <p:nvSpPr>
          <p:cNvPr id="2126" name="Google Shape;2126;p271"/>
          <p:cNvSpPr txBox="1"/>
          <p:nvPr/>
        </p:nvSpPr>
        <p:spPr>
          <a:xfrm>
            <a:off x="128250" y="179850"/>
            <a:ext cx="8565600" cy="676800"/>
          </a:xfrm>
          <a:prstGeom prst="rect">
            <a:avLst/>
          </a:prstGeom>
          <a:noFill/>
          <a:ln>
            <a:noFill/>
          </a:ln>
        </p:spPr>
        <p:txBody>
          <a:bodyPr anchorCtr="0" anchor="b" bIns="34250" lIns="68550" spcFirstLastPara="1" rIns="68550" wrap="square" tIns="34250">
            <a:noAutofit/>
          </a:bodyPr>
          <a:lstStyle/>
          <a:p>
            <a:pPr indent="0" lvl="0" marL="0" marR="0" rtl="0" algn="l">
              <a:lnSpc>
                <a:spcPct val="100000"/>
              </a:lnSpc>
              <a:spcBef>
                <a:spcPts val="0"/>
              </a:spcBef>
              <a:spcAft>
                <a:spcPts val="0"/>
              </a:spcAft>
              <a:buClr>
                <a:srgbClr val="000000"/>
              </a:buClr>
              <a:buSzPts val="2000"/>
              <a:buFont typeface="Arial"/>
              <a:buNone/>
            </a:pPr>
            <a:r>
              <a:rPr lang="en" sz="3000">
                <a:solidFill>
                  <a:srgbClr val="002C6B"/>
                </a:solidFill>
                <a:latin typeface="Helvetica Neue"/>
                <a:ea typeface="Helvetica Neue"/>
                <a:cs typeface="Helvetica Neue"/>
                <a:sym typeface="Helvetica Neue"/>
              </a:rPr>
              <a:t>Meet Antonio</a:t>
            </a:r>
            <a:endParaRPr i="1" sz="3000" u="none" cap="none" strike="noStrike">
              <a:solidFill>
                <a:srgbClr val="000000"/>
              </a:solidFill>
              <a:latin typeface="Helvetica Neue"/>
              <a:ea typeface="Helvetica Neue"/>
              <a:cs typeface="Helvetica Neue"/>
              <a:sym typeface="Helvetica Neue"/>
            </a:endParaRPr>
          </a:p>
        </p:txBody>
      </p:sp>
      <p:sp>
        <p:nvSpPr>
          <p:cNvPr id="2127" name="Google Shape;2127;p271"/>
          <p:cNvSpPr txBox="1"/>
          <p:nvPr/>
        </p:nvSpPr>
        <p:spPr>
          <a:xfrm>
            <a:off x="4811650" y="1505125"/>
            <a:ext cx="3005700" cy="25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Hold for use case on </a:t>
            </a:r>
            <a:r>
              <a:rPr b="1" lang="en" sz="1600">
                <a:solidFill>
                  <a:schemeClr val="dk1"/>
                </a:solidFill>
                <a:latin typeface="Helvetica Neue"/>
                <a:ea typeface="Helvetica Neue"/>
                <a:cs typeface="Helvetica Neue"/>
                <a:sym typeface="Helvetica Neue"/>
              </a:rPr>
              <a:t>Antonio</a:t>
            </a:r>
            <a:endParaRPr b="1"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Conditions: </a:t>
            </a:r>
            <a:endParaRPr sz="1600">
              <a:solidFill>
                <a:srgbClr val="22222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 sz="1600">
                <a:solidFill>
                  <a:srgbClr val="222222"/>
                </a:solidFill>
                <a:highlight>
                  <a:srgbClr val="FFFFFF"/>
                </a:highlight>
                <a:latin typeface="Helvetica Neue"/>
                <a:ea typeface="Helvetica Neue"/>
                <a:cs typeface="Helvetica Neue"/>
                <a:sym typeface="Helvetica Neue"/>
              </a:rPr>
              <a:t>Diabetes Prevention</a:t>
            </a:r>
            <a:endParaRPr sz="1600">
              <a:solidFill>
                <a:srgbClr val="22222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 sz="1600">
                <a:solidFill>
                  <a:srgbClr val="222222"/>
                </a:solidFill>
                <a:highlight>
                  <a:srgbClr val="FFFFFF"/>
                </a:highlight>
                <a:latin typeface="Helvetica Neue"/>
                <a:ea typeface="Helvetica Neue"/>
                <a:cs typeface="Helvetica Neue"/>
                <a:sym typeface="Helvetica Neue"/>
              </a:rPr>
              <a:t>Weight Management</a:t>
            </a:r>
            <a:endParaRPr sz="1600">
              <a:solidFill>
                <a:srgbClr val="22222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 sz="1600">
                <a:solidFill>
                  <a:srgbClr val="222222"/>
                </a:solidFill>
                <a:highlight>
                  <a:srgbClr val="FFFFFF"/>
                </a:highlight>
                <a:latin typeface="Helvetica Neue"/>
                <a:ea typeface="Helvetica Neue"/>
                <a:cs typeface="Helvetica Neue"/>
                <a:sym typeface="Helvetica Neue"/>
              </a:rPr>
              <a:t>Lower Back Care</a:t>
            </a:r>
            <a:endParaRPr sz="1600">
              <a:solidFill>
                <a:srgbClr val="22222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600">
              <a:solidFill>
                <a:srgbClr val="22222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100">
              <a:solidFill>
                <a:srgbClr val="222222"/>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2000">
              <a:solidFill>
                <a:schemeClr val="dk1"/>
              </a:solidFill>
              <a:latin typeface="Raleway"/>
              <a:ea typeface="Raleway"/>
              <a:cs typeface="Raleway"/>
              <a:sym typeface="Raleway"/>
            </a:endParaRPr>
          </a:p>
        </p:txBody>
      </p:sp>
      <p:pic>
        <p:nvPicPr>
          <p:cNvPr id="2128" name="Google Shape;2128;p271" title="Antonio.png"/>
          <p:cNvPicPr preferRelativeResize="0"/>
          <p:nvPr/>
        </p:nvPicPr>
        <p:blipFill>
          <a:blip r:embed="rId3">
            <a:alphaModFix/>
          </a:blip>
          <a:stretch>
            <a:fillRect/>
          </a:stretch>
        </p:blipFill>
        <p:spPr>
          <a:xfrm>
            <a:off x="1930100" y="961650"/>
            <a:ext cx="1839002" cy="39820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2_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MobileHealthConsumer">
      <a:dk1>
        <a:srgbClr val="2A2E30"/>
      </a:dk1>
      <a:lt1>
        <a:srgbClr val="E0E7E8"/>
      </a:lt1>
      <a:dk2>
        <a:srgbClr val="1B376C"/>
      </a:dk2>
      <a:lt2>
        <a:srgbClr val="E0E7E8"/>
      </a:lt2>
      <a:accent1>
        <a:srgbClr val="388FA8"/>
      </a:accent1>
      <a:accent2>
        <a:srgbClr val="439235"/>
      </a:accent2>
      <a:accent3>
        <a:srgbClr val="E8421A"/>
      </a:accent3>
      <a:accent4>
        <a:srgbClr val="82CDD1"/>
      </a:accent4>
      <a:accent5>
        <a:srgbClr val="B8D52C"/>
      </a:accent5>
      <a:accent6>
        <a:srgbClr val="EFA519"/>
      </a:accent6>
      <a:hlink>
        <a:srgbClr val="439235"/>
      </a:hlink>
      <a:folHlink>
        <a:srgbClr val="1B37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MobileHealthConsumer">
      <a:dk1>
        <a:srgbClr val="2A2E30"/>
      </a:dk1>
      <a:lt1>
        <a:srgbClr val="E0E7E8"/>
      </a:lt1>
      <a:dk2>
        <a:srgbClr val="1B376C"/>
      </a:dk2>
      <a:lt2>
        <a:srgbClr val="E0E7E8"/>
      </a:lt2>
      <a:accent1>
        <a:srgbClr val="388FA8"/>
      </a:accent1>
      <a:accent2>
        <a:srgbClr val="439235"/>
      </a:accent2>
      <a:accent3>
        <a:srgbClr val="E8421A"/>
      </a:accent3>
      <a:accent4>
        <a:srgbClr val="82CDD1"/>
      </a:accent4>
      <a:accent5>
        <a:srgbClr val="B8D52C"/>
      </a:accent5>
      <a:accent6>
        <a:srgbClr val="EFA519"/>
      </a:accent6>
      <a:hlink>
        <a:srgbClr val="439235"/>
      </a:hlink>
      <a:folHlink>
        <a:srgbClr val="1B37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MobileHealthConsumer">
      <a:dk1>
        <a:srgbClr val="2A2E30"/>
      </a:dk1>
      <a:lt1>
        <a:srgbClr val="E0E7E8"/>
      </a:lt1>
      <a:dk2>
        <a:srgbClr val="1B376C"/>
      </a:dk2>
      <a:lt2>
        <a:srgbClr val="E0E7E8"/>
      </a:lt2>
      <a:accent1>
        <a:srgbClr val="388FA8"/>
      </a:accent1>
      <a:accent2>
        <a:srgbClr val="439235"/>
      </a:accent2>
      <a:accent3>
        <a:srgbClr val="E8421A"/>
      </a:accent3>
      <a:accent4>
        <a:srgbClr val="82CDD1"/>
      </a:accent4>
      <a:accent5>
        <a:srgbClr val="B8D52C"/>
      </a:accent5>
      <a:accent6>
        <a:srgbClr val="EFA519"/>
      </a:accent6>
      <a:hlink>
        <a:srgbClr val="439235"/>
      </a:hlink>
      <a:folHlink>
        <a:srgbClr val="1B37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MobileHealthConsumer">
      <a:dk1>
        <a:srgbClr val="2A2E30"/>
      </a:dk1>
      <a:lt1>
        <a:srgbClr val="E0E7E8"/>
      </a:lt1>
      <a:dk2>
        <a:srgbClr val="1B376C"/>
      </a:dk2>
      <a:lt2>
        <a:srgbClr val="E0E7E8"/>
      </a:lt2>
      <a:accent1>
        <a:srgbClr val="388FA8"/>
      </a:accent1>
      <a:accent2>
        <a:srgbClr val="439235"/>
      </a:accent2>
      <a:accent3>
        <a:srgbClr val="E8421A"/>
      </a:accent3>
      <a:accent4>
        <a:srgbClr val="82CDD1"/>
      </a:accent4>
      <a:accent5>
        <a:srgbClr val="B8D52C"/>
      </a:accent5>
      <a:accent6>
        <a:srgbClr val="EFA519"/>
      </a:accent6>
      <a:hlink>
        <a:srgbClr val="439235"/>
      </a:hlink>
      <a:folHlink>
        <a:srgbClr val="1B37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MobileHealthConsumer">
      <a:dk1>
        <a:srgbClr val="2A2E30"/>
      </a:dk1>
      <a:lt1>
        <a:srgbClr val="E0E7E8"/>
      </a:lt1>
      <a:dk2>
        <a:srgbClr val="1B376C"/>
      </a:dk2>
      <a:lt2>
        <a:srgbClr val="E0E7E8"/>
      </a:lt2>
      <a:accent1>
        <a:srgbClr val="388FA8"/>
      </a:accent1>
      <a:accent2>
        <a:srgbClr val="439235"/>
      </a:accent2>
      <a:accent3>
        <a:srgbClr val="E8421A"/>
      </a:accent3>
      <a:accent4>
        <a:srgbClr val="82CDD1"/>
      </a:accent4>
      <a:accent5>
        <a:srgbClr val="B8D52C"/>
      </a:accent5>
      <a:accent6>
        <a:srgbClr val="EFA519"/>
      </a:accent6>
      <a:hlink>
        <a:srgbClr val="439235"/>
      </a:hlink>
      <a:folHlink>
        <a:srgbClr val="1B37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